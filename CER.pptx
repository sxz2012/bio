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y="5143500" cx="9144000"/>
  <p:notesSz cx="6858000" cy="9144000"/>
  <p:embeddedFontLst>
    <p:embeddedFont>
      <p:font typeface="Playfair Display"/>
      <p:regular r:id="rId25"/>
      <p:bold r:id="rId26"/>
      <p:italic r:id="rId27"/>
      <p:boldItalic r:id="rId28"/>
    </p:embeddedFont>
    <p:embeddedFont>
      <p:font typeface="Lato"/>
      <p:regular r:id="rId29"/>
      <p:bold r:id="rId30"/>
      <p:italic r:id="rId31"/>
      <p:boldItalic r:id="rId3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43EB9FE-CD6C-4BD3-94C3-14745B7CB376}">
  <a:tblStyle styleId="{643EB9FE-CD6C-4BD3-94C3-14745B7CB376}"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PlayfairDisplay-bold.fntdata"/><Relationship Id="rId25" Type="http://schemas.openxmlformats.org/officeDocument/2006/relationships/font" Target="fonts/PlayfairDisplay-regular.fntdata"/><Relationship Id="rId28" Type="http://schemas.openxmlformats.org/officeDocument/2006/relationships/font" Target="fonts/PlayfairDisplay-boldItalic.fntdata"/><Relationship Id="rId27" Type="http://schemas.openxmlformats.org/officeDocument/2006/relationships/font" Target="fonts/PlayfairDisplay-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Lato-regular.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Lato-italic.fntdata"/><Relationship Id="rId30" Type="http://schemas.openxmlformats.org/officeDocument/2006/relationships/font" Target="fonts/Lato-bold.fntdata"/><Relationship Id="rId11" Type="http://schemas.openxmlformats.org/officeDocument/2006/relationships/slide" Target="slides/slide5.xml"/><Relationship Id="rId10" Type="http://schemas.openxmlformats.org/officeDocument/2006/relationships/slide" Target="slides/slide4.xml"/><Relationship Id="rId32" Type="http://schemas.openxmlformats.org/officeDocument/2006/relationships/font" Target="fonts/Lato-boldItalic.fntdata"/><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28735e8fff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28735e8fff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cb2a601b57_0_1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cb2a601b57_0_1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cb2a601b57_0_1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cb2a601b57_0_1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cb2a601b57_0_1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cb2a601b57_0_1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cb2a601b57_0_1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cb2a601b57_0_1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cb2a601b57_0_1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cb2a601b57_0_1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cb2a601b57_0_2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cb2a601b57_0_2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cb2a601b57_0_2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cb2a601b57_0_2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cb2a601b57_0_2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cb2a601b57_0_2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cb2a601b57_0_2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cb2a601b57_0_2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cb2a601b57_0_2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cb2a601b57_0_2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15797698937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15797698937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15797698937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15797698937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23ba4ca50d8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23ba4ca50d8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23ba4ca50d8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23ba4ca50d8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23ba4ca50d8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23ba4ca50d8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23ba4ca50d8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23ba4ca50d8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23ba4ca50d8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23ba4ca50d8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a:off x="586721" y="0"/>
            <a:ext cx="7970700" cy="666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a:off x="586721" y="5076900"/>
            <a:ext cx="7970700" cy="666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2" name="Google Shape;12;p2"/>
          <p:cNvCxnSpPr/>
          <p:nvPr/>
        </p:nvCxnSpPr>
        <p:spPr>
          <a:xfrm>
            <a:off x="733219" y="2235351"/>
            <a:ext cx="385200" cy="0"/>
          </a:xfrm>
          <a:prstGeom prst="straightConnector1">
            <a:avLst/>
          </a:prstGeom>
          <a:noFill/>
          <a:ln cap="flat" cmpd="sng" w="28575">
            <a:solidFill>
              <a:schemeClr val="dk1"/>
            </a:solidFill>
            <a:prstDash val="solid"/>
            <a:round/>
            <a:headEnd len="sm" w="sm" type="none"/>
            <a:tailEnd len="sm" w="sm" type="none"/>
          </a:ln>
        </p:spPr>
      </p:cxnSp>
      <p:sp>
        <p:nvSpPr>
          <p:cNvPr id="13" name="Google Shape;13;p2"/>
          <p:cNvSpPr txBox="1"/>
          <p:nvPr>
            <p:ph type="ctrTitle"/>
          </p:nvPr>
        </p:nvSpPr>
        <p:spPr>
          <a:xfrm>
            <a:off x="630600" y="136800"/>
            <a:ext cx="7893000" cy="1853700"/>
          </a:xfrm>
          <a:prstGeom prst="rect">
            <a:avLst/>
          </a:prstGeom>
        </p:spPr>
        <p:txBody>
          <a:bodyPr anchorCtr="0" anchor="b" bIns="91425" lIns="91425" spcFirstLastPara="1" rIns="91425" wrap="square" tIns="91425">
            <a:normAutofit/>
          </a:bodyPr>
          <a:lstStyle>
            <a:lvl1pPr lvl="0">
              <a:spcBef>
                <a:spcPts val="100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14" name="Google Shape;14;p2"/>
          <p:cNvSpPr txBox="1"/>
          <p:nvPr>
            <p:ph idx="1" type="subTitle"/>
          </p:nvPr>
        </p:nvSpPr>
        <p:spPr>
          <a:xfrm>
            <a:off x="630600" y="3228375"/>
            <a:ext cx="7893000" cy="1274100"/>
          </a:xfrm>
          <a:prstGeom prst="rect">
            <a:avLst/>
          </a:prstGeom>
        </p:spPr>
        <p:txBody>
          <a:bodyPr anchorCtr="0" anchor="b" bIns="91425" lIns="91425" spcFirstLastPara="1" rIns="91425" wrap="square" tIns="91425">
            <a:normAutofit/>
          </a:bodyPr>
          <a:lstStyle>
            <a:lvl1pPr lvl="0">
              <a:lnSpc>
                <a:spcPct val="100000"/>
              </a:lnSpc>
              <a:spcBef>
                <a:spcPts val="1000"/>
              </a:spcBef>
              <a:spcAft>
                <a:spcPts val="0"/>
              </a:spcAft>
              <a:buClr>
                <a:schemeClr val="accent6"/>
              </a:buClr>
              <a:buSzPts val="2400"/>
              <a:buNone/>
              <a:defRPr sz="2400">
                <a:solidFill>
                  <a:schemeClr val="accent6"/>
                </a:solidFill>
              </a:defRPr>
            </a:lvl1pPr>
            <a:lvl2pPr lvl="1">
              <a:lnSpc>
                <a:spcPct val="100000"/>
              </a:lnSpc>
              <a:spcBef>
                <a:spcPts val="0"/>
              </a:spcBef>
              <a:spcAft>
                <a:spcPts val="0"/>
              </a:spcAft>
              <a:buClr>
                <a:schemeClr val="accent6"/>
              </a:buClr>
              <a:buSzPts val="2400"/>
              <a:buNone/>
              <a:defRPr sz="2400">
                <a:solidFill>
                  <a:schemeClr val="accent6"/>
                </a:solidFill>
              </a:defRPr>
            </a:lvl2pPr>
            <a:lvl3pPr lvl="2">
              <a:lnSpc>
                <a:spcPct val="100000"/>
              </a:lnSpc>
              <a:spcBef>
                <a:spcPts val="0"/>
              </a:spcBef>
              <a:spcAft>
                <a:spcPts val="0"/>
              </a:spcAft>
              <a:buClr>
                <a:schemeClr val="accent6"/>
              </a:buClr>
              <a:buSzPts val="2400"/>
              <a:buNone/>
              <a:defRPr sz="2400">
                <a:solidFill>
                  <a:schemeClr val="accent6"/>
                </a:solidFill>
              </a:defRPr>
            </a:lvl3pPr>
            <a:lvl4pPr lvl="3">
              <a:lnSpc>
                <a:spcPct val="100000"/>
              </a:lnSpc>
              <a:spcBef>
                <a:spcPts val="0"/>
              </a:spcBef>
              <a:spcAft>
                <a:spcPts val="0"/>
              </a:spcAft>
              <a:buClr>
                <a:schemeClr val="accent6"/>
              </a:buClr>
              <a:buSzPts val="2400"/>
              <a:buNone/>
              <a:defRPr sz="2400">
                <a:solidFill>
                  <a:schemeClr val="accent6"/>
                </a:solidFill>
              </a:defRPr>
            </a:lvl4pPr>
            <a:lvl5pPr lvl="4">
              <a:lnSpc>
                <a:spcPct val="100000"/>
              </a:lnSpc>
              <a:spcBef>
                <a:spcPts val="0"/>
              </a:spcBef>
              <a:spcAft>
                <a:spcPts val="0"/>
              </a:spcAft>
              <a:buClr>
                <a:schemeClr val="accent6"/>
              </a:buClr>
              <a:buSzPts val="2400"/>
              <a:buNone/>
              <a:defRPr sz="2400">
                <a:solidFill>
                  <a:schemeClr val="accent6"/>
                </a:solidFill>
              </a:defRPr>
            </a:lvl5pPr>
            <a:lvl6pPr lvl="5">
              <a:lnSpc>
                <a:spcPct val="100000"/>
              </a:lnSpc>
              <a:spcBef>
                <a:spcPts val="0"/>
              </a:spcBef>
              <a:spcAft>
                <a:spcPts val="0"/>
              </a:spcAft>
              <a:buClr>
                <a:schemeClr val="accent6"/>
              </a:buClr>
              <a:buSzPts val="2400"/>
              <a:buNone/>
              <a:defRPr sz="2400">
                <a:solidFill>
                  <a:schemeClr val="accent6"/>
                </a:solidFill>
              </a:defRPr>
            </a:lvl6pPr>
            <a:lvl7pPr lvl="6">
              <a:lnSpc>
                <a:spcPct val="100000"/>
              </a:lnSpc>
              <a:spcBef>
                <a:spcPts val="0"/>
              </a:spcBef>
              <a:spcAft>
                <a:spcPts val="0"/>
              </a:spcAft>
              <a:buClr>
                <a:schemeClr val="accent6"/>
              </a:buClr>
              <a:buSzPts val="2400"/>
              <a:buNone/>
              <a:defRPr sz="2400">
                <a:solidFill>
                  <a:schemeClr val="accent6"/>
                </a:solidFill>
              </a:defRPr>
            </a:lvl7pPr>
            <a:lvl8pPr lvl="7">
              <a:lnSpc>
                <a:spcPct val="100000"/>
              </a:lnSpc>
              <a:spcBef>
                <a:spcPts val="0"/>
              </a:spcBef>
              <a:spcAft>
                <a:spcPts val="0"/>
              </a:spcAft>
              <a:buClr>
                <a:schemeClr val="accent6"/>
              </a:buClr>
              <a:buSzPts val="2400"/>
              <a:buNone/>
              <a:defRPr sz="2400">
                <a:solidFill>
                  <a:schemeClr val="accent6"/>
                </a:solidFill>
              </a:defRPr>
            </a:lvl8pPr>
            <a:lvl9pPr lvl="8">
              <a:lnSpc>
                <a:spcPct val="100000"/>
              </a:lnSpc>
              <a:spcBef>
                <a:spcPts val="0"/>
              </a:spcBef>
              <a:spcAft>
                <a:spcPts val="0"/>
              </a:spcAft>
              <a:buClr>
                <a:schemeClr val="accent6"/>
              </a:buClr>
              <a:buSzPts val="2400"/>
              <a:buNone/>
              <a:defRPr sz="2400">
                <a:solidFill>
                  <a:schemeClr val="accent6"/>
                </a:solidFill>
              </a:defRPr>
            </a:lvl9pPr>
          </a:lstStyle>
          <a:p/>
        </p:txBody>
      </p:sp>
      <p:sp>
        <p:nvSpPr>
          <p:cNvPr id="15" name="Google Shape;15;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6" name="Shape 16"/>
        <p:cNvGrpSpPr/>
        <p:nvPr/>
      </p:nvGrpSpPr>
      <p:grpSpPr>
        <a:xfrm>
          <a:off x="0" y="0"/>
          <a:ext cx="0" cy="0"/>
          <a:chOff x="0" y="0"/>
          <a:chExt cx="0" cy="0"/>
        </a:xfrm>
      </p:grpSpPr>
      <p:sp>
        <p:nvSpPr>
          <p:cNvPr id="17" name="Google Shape;17;p3"/>
          <p:cNvSpPr/>
          <p:nvPr/>
        </p:nvSpPr>
        <p:spPr>
          <a:xfrm>
            <a:off x="586721" y="5076900"/>
            <a:ext cx="7970700" cy="666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3"/>
          <p:cNvSpPr/>
          <p:nvPr/>
        </p:nvSpPr>
        <p:spPr>
          <a:xfrm>
            <a:off x="586721" y="0"/>
            <a:ext cx="7970700" cy="666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3"/>
          <p:cNvSpPr txBox="1"/>
          <p:nvPr>
            <p:ph type="title"/>
          </p:nvPr>
        </p:nvSpPr>
        <p:spPr>
          <a:xfrm>
            <a:off x="509550" y="1921350"/>
            <a:ext cx="8124900" cy="1300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20" name="Google Shape;20;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1" name="Shape 21"/>
        <p:cNvGrpSpPr/>
        <p:nvPr/>
      </p:nvGrpSpPr>
      <p:grpSpPr>
        <a:xfrm>
          <a:off x="0" y="0"/>
          <a:ext cx="0" cy="0"/>
          <a:chOff x="0" y="0"/>
          <a:chExt cx="0" cy="0"/>
        </a:xfrm>
      </p:grpSpPr>
      <p:sp>
        <p:nvSpPr>
          <p:cNvPr id="22" name="Google Shape;22;p4"/>
          <p:cNvSpPr/>
          <p:nvPr/>
        </p:nvSpPr>
        <p:spPr>
          <a:xfrm>
            <a:off x="-125" y="5045700"/>
            <a:ext cx="9144000" cy="978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3" name="Google Shape;23;p4"/>
          <p:cNvCxnSpPr/>
          <p:nvPr/>
        </p:nvCxnSpPr>
        <p:spPr>
          <a:xfrm>
            <a:off x="419425" y="1154195"/>
            <a:ext cx="385200" cy="0"/>
          </a:xfrm>
          <a:prstGeom prst="straightConnector1">
            <a:avLst/>
          </a:prstGeom>
          <a:noFill/>
          <a:ln cap="flat" cmpd="sng" w="28575">
            <a:solidFill>
              <a:schemeClr val="dk1"/>
            </a:solidFill>
            <a:prstDash val="solid"/>
            <a:round/>
            <a:headEnd len="sm" w="sm" type="none"/>
            <a:tailEnd len="sm" w="sm" type="none"/>
          </a:ln>
        </p:spPr>
      </p:cxnSp>
      <p:sp>
        <p:nvSpPr>
          <p:cNvPr id="24" name="Google Shape;24;p4"/>
          <p:cNvSpPr txBox="1"/>
          <p:nvPr>
            <p:ph type="title"/>
          </p:nvPr>
        </p:nvSpPr>
        <p:spPr>
          <a:xfrm>
            <a:off x="311700" y="372725"/>
            <a:ext cx="8520600" cy="645000"/>
          </a:xfrm>
          <a:prstGeom prst="rect">
            <a:avLst/>
          </a:prstGeom>
        </p:spPr>
        <p:txBody>
          <a:bodyPr anchorCtr="0" anchor="t"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5" name="Google Shape;25;p4"/>
          <p:cNvSpPr txBox="1"/>
          <p:nvPr>
            <p:ph idx="1" type="body"/>
          </p:nvPr>
        </p:nvSpPr>
        <p:spPr>
          <a:xfrm>
            <a:off x="311700" y="1417800"/>
            <a:ext cx="8520600" cy="31509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6" name="Google Shape;26;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7" name="Shape 27"/>
        <p:cNvGrpSpPr/>
        <p:nvPr/>
      </p:nvGrpSpPr>
      <p:grpSpPr>
        <a:xfrm>
          <a:off x="0" y="0"/>
          <a:ext cx="0" cy="0"/>
          <a:chOff x="0" y="0"/>
          <a:chExt cx="0" cy="0"/>
        </a:xfrm>
      </p:grpSpPr>
      <p:cxnSp>
        <p:nvCxnSpPr>
          <p:cNvPr id="28" name="Google Shape;28;p5"/>
          <p:cNvCxnSpPr/>
          <p:nvPr/>
        </p:nvCxnSpPr>
        <p:spPr>
          <a:xfrm>
            <a:off x="419425" y="1154195"/>
            <a:ext cx="385200" cy="0"/>
          </a:xfrm>
          <a:prstGeom prst="straightConnector1">
            <a:avLst/>
          </a:prstGeom>
          <a:noFill/>
          <a:ln cap="flat" cmpd="sng" w="28575">
            <a:solidFill>
              <a:schemeClr val="dk1"/>
            </a:solidFill>
            <a:prstDash val="solid"/>
            <a:round/>
            <a:headEnd len="sm" w="sm" type="none"/>
            <a:tailEnd len="sm" w="sm" type="none"/>
          </a:ln>
        </p:spPr>
      </p:cxnSp>
      <p:sp>
        <p:nvSpPr>
          <p:cNvPr id="29" name="Google Shape;29;p5"/>
          <p:cNvSpPr txBox="1"/>
          <p:nvPr>
            <p:ph type="title"/>
          </p:nvPr>
        </p:nvSpPr>
        <p:spPr>
          <a:xfrm>
            <a:off x="311700" y="372725"/>
            <a:ext cx="8520600" cy="645000"/>
          </a:xfrm>
          <a:prstGeom prst="rect">
            <a:avLst/>
          </a:prstGeom>
        </p:spPr>
        <p:txBody>
          <a:bodyPr anchorCtr="0" anchor="t"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30" name="Google Shape;30;p5"/>
          <p:cNvSpPr txBox="1"/>
          <p:nvPr>
            <p:ph idx="1" type="body"/>
          </p:nvPr>
        </p:nvSpPr>
        <p:spPr>
          <a:xfrm>
            <a:off x="311700" y="1417950"/>
            <a:ext cx="3999900" cy="31509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5"/>
          <p:cNvSpPr txBox="1"/>
          <p:nvPr>
            <p:ph idx="2" type="body"/>
          </p:nvPr>
        </p:nvSpPr>
        <p:spPr>
          <a:xfrm>
            <a:off x="4832400" y="1417950"/>
            <a:ext cx="3999900" cy="31509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2" name="Google Shape;32;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3" name="Shape 33"/>
        <p:cNvGrpSpPr/>
        <p:nvPr/>
      </p:nvGrpSpPr>
      <p:grpSpPr>
        <a:xfrm>
          <a:off x="0" y="0"/>
          <a:ext cx="0" cy="0"/>
          <a:chOff x="0" y="0"/>
          <a:chExt cx="0" cy="0"/>
        </a:xfrm>
      </p:grpSpPr>
      <p:sp>
        <p:nvSpPr>
          <p:cNvPr id="34" name="Google Shape;34;p6"/>
          <p:cNvSpPr txBox="1"/>
          <p:nvPr>
            <p:ph type="title"/>
          </p:nvPr>
        </p:nvSpPr>
        <p:spPr>
          <a:xfrm>
            <a:off x="311700" y="372725"/>
            <a:ext cx="8520600" cy="645000"/>
          </a:xfrm>
          <a:prstGeom prst="rect">
            <a:avLst/>
          </a:prstGeom>
        </p:spPr>
        <p:txBody>
          <a:bodyPr anchorCtr="0" anchor="t"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35" name="Google Shape;35;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6" name="Shape 36"/>
        <p:cNvGrpSpPr/>
        <p:nvPr/>
      </p:nvGrpSpPr>
      <p:grpSpPr>
        <a:xfrm>
          <a:off x="0" y="0"/>
          <a:ext cx="0" cy="0"/>
          <a:chOff x="0" y="0"/>
          <a:chExt cx="0" cy="0"/>
        </a:xfrm>
      </p:grpSpPr>
      <p:cxnSp>
        <p:nvCxnSpPr>
          <p:cNvPr id="37" name="Google Shape;37;p7"/>
          <p:cNvCxnSpPr/>
          <p:nvPr/>
        </p:nvCxnSpPr>
        <p:spPr>
          <a:xfrm>
            <a:off x="411044" y="1417772"/>
            <a:ext cx="385200" cy="0"/>
          </a:xfrm>
          <a:prstGeom prst="straightConnector1">
            <a:avLst/>
          </a:prstGeom>
          <a:noFill/>
          <a:ln cap="flat" cmpd="sng" w="28575">
            <a:solidFill>
              <a:schemeClr val="dk1"/>
            </a:solidFill>
            <a:prstDash val="solid"/>
            <a:round/>
            <a:headEnd len="sm" w="sm" type="none"/>
            <a:tailEnd len="sm" w="sm" type="none"/>
          </a:ln>
        </p:spPr>
      </p:cxnSp>
      <p:sp>
        <p:nvSpPr>
          <p:cNvPr id="38" name="Google Shape;38;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9" name="Google Shape;39;p7"/>
          <p:cNvSpPr txBox="1"/>
          <p:nvPr>
            <p:ph idx="1" type="body"/>
          </p:nvPr>
        </p:nvSpPr>
        <p:spPr>
          <a:xfrm>
            <a:off x="311700" y="1640350"/>
            <a:ext cx="2808000" cy="29289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0" name="Google Shape;40;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1" name="Shape 41"/>
        <p:cNvGrpSpPr/>
        <p:nvPr/>
      </p:nvGrpSpPr>
      <p:grpSpPr>
        <a:xfrm>
          <a:off x="0" y="0"/>
          <a:ext cx="0" cy="0"/>
          <a:chOff x="0" y="0"/>
          <a:chExt cx="0" cy="0"/>
        </a:xfrm>
      </p:grpSpPr>
      <p:sp>
        <p:nvSpPr>
          <p:cNvPr id="42" name="Google Shape;42;p8"/>
          <p:cNvSpPr/>
          <p:nvPr/>
        </p:nvSpPr>
        <p:spPr>
          <a:xfrm>
            <a:off x="586721" y="0"/>
            <a:ext cx="7970700" cy="666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8"/>
          <p:cNvSpPr/>
          <p:nvPr/>
        </p:nvSpPr>
        <p:spPr>
          <a:xfrm>
            <a:off x="586721" y="5076900"/>
            <a:ext cx="7970700" cy="666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8"/>
          <p:cNvSpPr txBox="1"/>
          <p:nvPr>
            <p:ph type="title"/>
          </p:nvPr>
        </p:nvSpPr>
        <p:spPr>
          <a:xfrm>
            <a:off x="490250" y="526350"/>
            <a:ext cx="56187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45" name="Google Shape;45;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6" name="Shape 46"/>
        <p:cNvGrpSpPr/>
        <p:nvPr/>
      </p:nvGrpSpPr>
      <p:grpSpPr>
        <a:xfrm>
          <a:off x="0" y="0"/>
          <a:ext cx="0" cy="0"/>
          <a:chOff x="0" y="0"/>
          <a:chExt cx="0" cy="0"/>
        </a:xfrm>
      </p:grpSpPr>
      <p:sp>
        <p:nvSpPr>
          <p:cNvPr id="47" name="Google Shape;47;p9"/>
          <p:cNvSpPr/>
          <p:nvPr/>
        </p:nvSpPr>
        <p:spPr>
          <a:xfrm>
            <a:off x="4572000" y="-10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8" name="Google Shape;48;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9" name="Google Shape;49;p9"/>
          <p:cNvSpPr txBox="1"/>
          <p:nvPr>
            <p:ph type="title"/>
          </p:nvPr>
        </p:nvSpPr>
        <p:spPr>
          <a:xfrm>
            <a:off x="265500" y="1084625"/>
            <a:ext cx="4045200" cy="17070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50" name="Google Shape;50;p9"/>
          <p:cNvSpPr txBox="1"/>
          <p:nvPr>
            <p:ph idx="1" type="subTitle"/>
          </p:nvPr>
        </p:nvSpPr>
        <p:spPr>
          <a:xfrm>
            <a:off x="265500" y="2845200"/>
            <a:ext cx="4045200" cy="14217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accent6"/>
              </a:buClr>
              <a:buSzPts val="2100"/>
              <a:buNone/>
              <a:defRPr sz="2100">
                <a:solidFill>
                  <a:schemeClr val="accent6"/>
                </a:solidFill>
              </a:defRPr>
            </a:lvl1pPr>
            <a:lvl2pPr lvl="1" algn="ctr">
              <a:lnSpc>
                <a:spcPct val="100000"/>
              </a:lnSpc>
              <a:spcBef>
                <a:spcPts val="0"/>
              </a:spcBef>
              <a:spcAft>
                <a:spcPts val="0"/>
              </a:spcAft>
              <a:buClr>
                <a:schemeClr val="accent6"/>
              </a:buClr>
              <a:buSzPts val="2100"/>
              <a:buNone/>
              <a:defRPr sz="2100">
                <a:solidFill>
                  <a:schemeClr val="accent6"/>
                </a:solidFill>
              </a:defRPr>
            </a:lvl2pPr>
            <a:lvl3pPr lvl="2" algn="ctr">
              <a:lnSpc>
                <a:spcPct val="100000"/>
              </a:lnSpc>
              <a:spcBef>
                <a:spcPts val="0"/>
              </a:spcBef>
              <a:spcAft>
                <a:spcPts val="0"/>
              </a:spcAft>
              <a:buClr>
                <a:schemeClr val="accent6"/>
              </a:buClr>
              <a:buSzPts val="2100"/>
              <a:buNone/>
              <a:defRPr sz="2100">
                <a:solidFill>
                  <a:schemeClr val="accent6"/>
                </a:solidFill>
              </a:defRPr>
            </a:lvl3pPr>
            <a:lvl4pPr lvl="3" algn="ctr">
              <a:lnSpc>
                <a:spcPct val="100000"/>
              </a:lnSpc>
              <a:spcBef>
                <a:spcPts val="0"/>
              </a:spcBef>
              <a:spcAft>
                <a:spcPts val="0"/>
              </a:spcAft>
              <a:buClr>
                <a:schemeClr val="accent6"/>
              </a:buClr>
              <a:buSzPts val="2100"/>
              <a:buNone/>
              <a:defRPr sz="2100">
                <a:solidFill>
                  <a:schemeClr val="accent6"/>
                </a:solidFill>
              </a:defRPr>
            </a:lvl4pPr>
            <a:lvl5pPr lvl="4" algn="ctr">
              <a:lnSpc>
                <a:spcPct val="100000"/>
              </a:lnSpc>
              <a:spcBef>
                <a:spcPts val="0"/>
              </a:spcBef>
              <a:spcAft>
                <a:spcPts val="0"/>
              </a:spcAft>
              <a:buClr>
                <a:schemeClr val="accent6"/>
              </a:buClr>
              <a:buSzPts val="2100"/>
              <a:buNone/>
              <a:defRPr sz="2100">
                <a:solidFill>
                  <a:schemeClr val="accent6"/>
                </a:solidFill>
              </a:defRPr>
            </a:lvl5pPr>
            <a:lvl6pPr lvl="5" algn="ctr">
              <a:lnSpc>
                <a:spcPct val="100000"/>
              </a:lnSpc>
              <a:spcBef>
                <a:spcPts val="0"/>
              </a:spcBef>
              <a:spcAft>
                <a:spcPts val="0"/>
              </a:spcAft>
              <a:buClr>
                <a:schemeClr val="accent6"/>
              </a:buClr>
              <a:buSzPts val="2100"/>
              <a:buNone/>
              <a:defRPr sz="2100">
                <a:solidFill>
                  <a:schemeClr val="accent6"/>
                </a:solidFill>
              </a:defRPr>
            </a:lvl6pPr>
            <a:lvl7pPr lvl="6" algn="ctr">
              <a:lnSpc>
                <a:spcPct val="100000"/>
              </a:lnSpc>
              <a:spcBef>
                <a:spcPts val="0"/>
              </a:spcBef>
              <a:spcAft>
                <a:spcPts val="0"/>
              </a:spcAft>
              <a:buClr>
                <a:schemeClr val="accent6"/>
              </a:buClr>
              <a:buSzPts val="2100"/>
              <a:buNone/>
              <a:defRPr sz="2100">
                <a:solidFill>
                  <a:schemeClr val="accent6"/>
                </a:solidFill>
              </a:defRPr>
            </a:lvl7pPr>
            <a:lvl8pPr lvl="7" algn="ctr">
              <a:lnSpc>
                <a:spcPct val="100000"/>
              </a:lnSpc>
              <a:spcBef>
                <a:spcPts val="0"/>
              </a:spcBef>
              <a:spcAft>
                <a:spcPts val="0"/>
              </a:spcAft>
              <a:buClr>
                <a:schemeClr val="accent6"/>
              </a:buClr>
              <a:buSzPts val="2100"/>
              <a:buNone/>
              <a:defRPr sz="2100">
                <a:solidFill>
                  <a:schemeClr val="accent6"/>
                </a:solidFill>
              </a:defRPr>
            </a:lvl8pPr>
            <a:lvl9pPr lvl="8" algn="ctr">
              <a:lnSpc>
                <a:spcPct val="100000"/>
              </a:lnSpc>
              <a:spcBef>
                <a:spcPts val="0"/>
              </a:spcBef>
              <a:spcAft>
                <a:spcPts val="0"/>
              </a:spcAft>
              <a:buClr>
                <a:schemeClr val="accent6"/>
              </a:buClr>
              <a:buSzPts val="2100"/>
              <a:buNone/>
              <a:defRPr sz="2100">
                <a:solidFill>
                  <a:schemeClr val="accent6"/>
                </a:solidFill>
              </a:defRPr>
            </a:lvl9pPr>
          </a:lstStyle>
          <a:p/>
        </p:txBody>
      </p:sp>
      <p:sp>
        <p:nvSpPr>
          <p:cNvPr id="51" name="Google Shape;51;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accent1"/>
              </a:buClr>
              <a:buSzPts val="1800"/>
              <a:buChar char="●"/>
              <a:defRPr>
                <a:solidFill>
                  <a:schemeClr val="accent1"/>
                </a:solidFill>
              </a:defRPr>
            </a:lvl1pPr>
            <a:lvl2pPr indent="-317500" lvl="1" marL="914400">
              <a:spcBef>
                <a:spcPts val="0"/>
              </a:spcBef>
              <a:spcAft>
                <a:spcPts val="0"/>
              </a:spcAft>
              <a:buClr>
                <a:schemeClr val="accent1"/>
              </a:buClr>
              <a:buSzPts val="1400"/>
              <a:buChar char="○"/>
              <a:defRPr>
                <a:solidFill>
                  <a:schemeClr val="accent1"/>
                </a:solidFill>
              </a:defRPr>
            </a:lvl2pPr>
            <a:lvl3pPr indent="-317500" lvl="2" marL="1371600">
              <a:spcBef>
                <a:spcPts val="0"/>
              </a:spcBef>
              <a:spcAft>
                <a:spcPts val="0"/>
              </a:spcAft>
              <a:buClr>
                <a:schemeClr val="accent1"/>
              </a:buClr>
              <a:buSzPts val="1400"/>
              <a:buChar char="■"/>
              <a:defRPr>
                <a:solidFill>
                  <a:schemeClr val="accent1"/>
                </a:solidFill>
              </a:defRPr>
            </a:lvl3pPr>
            <a:lvl4pPr indent="-317500" lvl="3" marL="1828800">
              <a:spcBef>
                <a:spcPts val="0"/>
              </a:spcBef>
              <a:spcAft>
                <a:spcPts val="0"/>
              </a:spcAft>
              <a:buClr>
                <a:schemeClr val="accent1"/>
              </a:buClr>
              <a:buSzPts val="1400"/>
              <a:buChar char="●"/>
              <a:defRPr>
                <a:solidFill>
                  <a:schemeClr val="accent1"/>
                </a:solidFill>
              </a:defRPr>
            </a:lvl4pPr>
            <a:lvl5pPr indent="-317500" lvl="4" marL="2286000">
              <a:spcBef>
                <a:spcPts val="0"/>
              </a:spcBef>
              <a:spcAft>
                <a:spcPts val="0"/>
              </a:spcAft>
              <a:buClr>
                <a:schemeClr val="accent1"/>
              </a:buClr>
              <a:buSzPts val="1400"/>
              <a:buChar char="○"/>
              <a:defRPr>
                <a:solidFill>
                  <a:schemeClr val="accent1"/>
                </a:solidFill>
              </a:defRPr>
            </a:lvl5pPr>
            <a:lvl6pPr indent="-317500" lvl="5" marL="2743200">
              <a:spcBef>
                <a:spcPts val="0"/>
              </a:spcBef>
              <a:spcAft>
                <a:spcPts val="0"/>
              </a:spcAft>
              <a:buClr>
                <a:schemeClr val="accent1"/>
              </a:buClr>
              <a:buSzPts val="1400"/>
              <a:buChar char="■"/>
              <a:defRPr>
                <a:solidFill>
                  <a:schemeClr val="accent1"/>
                </a:solidFill>
              </a:defRPr>
            </a:lvl6pPr>
            <a:lvl7pPr indent="-317500" lvl="6" marL="3200400">
              <a:spcBef>
                <a:spcPts val="0"/>
              </a:spcBef>
              <a:spcAft>
                <a:spcPts val="0"/>
              </a:spcAft>
              <a:buClr>
                <a:schemeClr val="accent1"/>
              </a:buClr>
              <a:buSzPts val="1400"/>
              <a:buChar char="●"/>
              <a:defRPr>
                <a:solidFill>
                  <a:schemeClr val="accent1"/>
                </a:solidFill>
              </a:defRPr>
            </a:lvl7pPr>
            <a:lvl8pPr indent="-317500" lvl="7" marL="3657600">
              <a:spcBef>
                <a:spcPts val="0"/>
              </a:spcBef>
              <a:spcAft>
                <a:spcPts val="0"/>
              </a:spcAft>
              <a:buClr>
                <a:schemeClr val="accent1"/>
              </a:buClr>
              <a:buSzPts val="1400"/>
              <a:buChar char="○"/>
              <a:defRPr>
                <a:solidFill>
                  <a:schemeClr val="accent1"/>
                </a:solidFill>
              </a:defRPr>
            </a:lvl8pPr>
            <a:lvl9pPr indent="-317500" lvl="8" marL="4114800">
              <a:spcBef>
                <a:spcPts val="0"/>
              </a:spcBef>
              <a:spcAft>
                <a:spcPts val="0"/>
              </a:spcAft>
              <a:buClr>
                <a:schemeClr val="accent1"/>
              </a:buClr>
              <a:buSzPts val="1400"/>
              <a:buChar char="■"/>
              <a:defRPr>
                <a:solidFill>
                  <a:schemeClr val="accent1"/>
                </a:solidFill>
              </a:defRPr>
            </a:lvl9pPr>
          </a:lstStyle>
          <a:p/>
        </p:txBody>
      </p:sp>
      <p:sp>
        <p:nvSpPr>
          <p:cNvPr id="52" name="Google Shape;52;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3" name="Shape 53"/>
        <p:cNvGrpSpPr/>
        <p:nvPr/>
      </p:nvGrpSpPr>
      <p:grpSpPr>
        <a:xfrm>
          <a:off x="0" y="0"/>
          <a:ext cx="0" cy="0"/>
          <a:chOff x="0" y="0"/>
          <a:chExt cx="0" cy="0"/>
        </a:xfrm>
      </p:grpSpPr>
      <p:sp>
        <p:nvSpPr>
          <p:cNvPr id="54" name="Google Shape;54;p10"/>
          <p:cNvSpPr txBox="1"/>
          <p:nvPr>
            <p:ph idx="1" type="body"/>
          </p:nvPr>
        </p:nvSpPr>
        <p:spPr>
          <a:xfrm>
            <a:off x="319500" y="423057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55" name="Google Shape;55;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6" name="Shape 56"/>
        <p:cNvGrpSpPr/>
        <p:nvPr/>
      </p:nvGrpSpPr>
      <p:grpSpPr>
        <a:xfrm>
          <a:off x="0" y="0"/>
          <a:ext cx="0" cy="0"/>
          <a:chOff x="0" y="0"/>
          <a:chExt cx="0" cy="0"/>
        </a:xfrm>
      </p:grpSpPr>
      <p:sp>
        <p:nvSpPr>
          <p:cNvPr id="57" name="Google Shape;57;p11"/>
          <p:cNvSpPr/>
          <p:nvPr/>
        </p:nvSpPr>
        <p:spPr>
          <a:xfrm>
            <a:off x="586721" y="0"/>
            <a:ext cx="7970700" cy="666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11"/>
          <p:cNvSpPr/>
          <p:nvPr/>
        </p:nvSpPr>
        <p:spPr>
          <a:xfrm>
            <a:off x="586721" y="5076900"/>
            <a:ext cx="7970700" cy="666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11"/>
          <p:cNvSpPr txBox="1"/>
          <p:nvPr>
            <p:ph hasCustomPrompt="1" type="title"/>
          </p:nvPr>
        </p:nvSpPr>
        <p:spPr>
          <a:xfrm>
            <a:off x="586725" y="1353788"/>
            <a:ext cx="7970700" cy="15384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accent6"/>
              </a:buClr>
              <a:buSzPts val="10800"/>
              <a:buNone/>
              <a:defRPr sz="10800">
                <a:solidFill>
                  <a:schemeClr val="accent6"/>
                </a:solidFill>
              </a:defRPr>
            </a:lvl1pPr>
            <a:lvl2pPr lvl="1" algn="ctr">
              <a:spcBef>
                <a:spcPts val="0"/>
              </a:spcBef>
              <a:spcAft>
                <a:spcPts val="0"/>
              </a:spcAft>
              <a:buClr>
                <a:schemeClr val="accent6"/>
              </a:buClr>
              <a:buSzPts val="10800"/>
              <a:buNone/>
              <a:defRPr sz="10800">
                <a:solidFill>
                  <a:schemeClr val="accent6"/>
                </a:solidFill>
              </a:defRPr>
            </a:lvl2pPr>
            <a:lvl3pPr lvl="2" algn="ctr">
              <a:spcBef>
                <a:spcPts val="0"/>
              </a:spcBef>
              <a:spcAft>
                <a:spcPts val="0"/>
              </a:spcAft>
              <a:buClr>
                <a:schemeClr val="accent6"/>
              </a:buClr>
              <a:buSzPts val="10800"/>
              <a:buNone/>
              <a:defRPr sz="10800">
                <a:solidFill>
                  <a:schemeClr val="accent6"/>
                </a:solidFill>
              </a:defRPr>
            </a:lvl3pPr>
            <a:lvl4pPr lvl="3" algn="ctr">
              <a:spcBef>
                <a:spcPts val="0"/>
              </a:spcBef>
              <a:spcAft>
                <a:spcPts val="0"/>
              </a:spcAft>
              <a:buClr>
                <a:schemeClr val="accent6"/>
              </a:buClr>
              <a:buSzPts val="10800"/>
              <a:buNone/>
              <a:defRPr sz="10800">
                <a:solidFill>
                  <a:schemeClr val="accent6"/>
                </a:solidFill>
              </a:defRPr>
            </a:lvl4pPr>
            <a:lvl5pPr lvl="4" algn="ctr">
              <a:spcBef>
                <a:spcPts val="0"/>
              </a:spcBef>
              <a:spcAft>
                <a:spcPts val="0"/>
              </a:spcAft>
              <a:buClr>
                <a:schemeClr val="accent6"/>
              </a:buClr>
              <a:buSzPts val="10800"/>
              <a:buNone/>
              <a:defRPr sz="10800">
                <a:solidFill>
                  <a:schemeClr val="accent6"/>
                </a:solidFill>
              </a:defRPr>
            </a:lvl5pPr>
            <a:lvl6pPr lvl="5" algn="ctr">
              <a:spcBef>
                <a:spcPts val="0"/>
              </a:spcBef>
              <a:spcAft>
                <a:spcPts val="0"/>
              </a:spcAft>
              <a:buClr>
                <a:schemeClr val="accent6"/>
              </a:buClr>
              <a:buSzPts val="10800"/>
              <a:buNone/>
              <a:defRPr sz="10800">
                <a:solidFill>
                  <a:schemeClr val="accent6"/>
                </a:solidFill>
              </a:defRPr>
            </a:lvl6pPr>
            <a:lvl7pPr lvl="6" algn="ctr">
              <a:spcBef>
                <a:spcPts val="0"/>
              </a:spcBef>
              <a:spcAft>
                <a:spcPts val="0"/>
              </a:spcAft>
              <a:buClr>
                <a:schemeClr val="accent6"/>
              </a:buClr>
              <a:buSzPts val="10800"/>
              <a:buNone/>
              <a:defRPr sz="10800">
                <a:solidFill>
                  <a:schemeClr val="accent6"/>
                </a:solidFill>
              </a:defRPr>
            </a:lvl7pPr>
            <a:lvl8pPr lvl="7" algn="ctr">
              <a:spcBef>
                <a:spcPts val="0"/>
              </a:spcBef>
              <a:spcAft>
                <a:spcPts val="0"/>
              </a:spcAft>
              <a:buClr>
                <a:schemeClr val="accent6"/>
              </a:buClr>
              <a:buSzPts val="10800"/>
              <a:buNone/>
              <a:defRPr sz="10800">
                <a:solidFill>
                  <a:schemeClr val="accent6"/>
                </a:solidFill>
              </a:defRPr>
            </a:lvl8pPr>
            <a:lvl9pPr lvl="8" algn="ctr">
              <a:spcBef>
                <a:spcPts val="0"/>
              </a:spcBef>
              <a:spcAft>
                <a:spcPts val="0"/>
              </a:spcAft>
              <a:buClr>
                <a:schemeClr val="accent6"/>
              </a:buClr>
              <a:buSzPts val="10800"/>
              <a:buNone/>
              <a:defRPr sz="10800">
                <a:solidFill>
                  <a:schemeClr val="accent6"/>
                </a:solidFill>
              </a:defRPr>
            </a:lvl9pPr>
          </a:lstStyle>
          <a:p>
            <a:r>
              <a:t>xx%</a:t>
            </a:r>
          </a:p>
        </p:txBody>
      </p:sp>
      <p:sp>
        <p:nvSpPr>
          <p:cNvPr id="60" name="Google Shape;60;p11"/>
          <p:cNvSpPr txBox="1"/>
          <p:nvPr>
            <p:ph idx="1" type="body"/>
          </p:nvPr>
        </p:nvSpPr>
        <p:spPr>
          <a:xfrm>
            <a:off x="586725" y="2968388"/>
            <a:ext cx="7970700" cy="10716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61" name="Google Shape;61;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2" name="Shape 62"/>
        <p:cNvGrpSpPr/>
        <p:nvPr/>
      </p:nvGrpSpPr>
      <p:grpSpPr>
        <a:xfrm>
          <a:off x="0" y="0"/>
          <a:ext cx="0" cy="0"/>
          <a:chOff x="0" y="0"/>
          <a:chExt cx="0" cy="0"/>
        </a:xfrm>
      </p:grpSpPr>
      <p:sp>
        <p:nvSpPr>
          <p:cNvPr id="63" name="Google Shape;63;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blue-go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372725"/>
            <a:ext cx="8520600" cy="6450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1pPr>
            <a:lvl2pPr lvl="1">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2pPr>
            <a:lvl3pPr lvl="2">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3pPr>
            <a:lvl4pPr lvl="3">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4pPr>
            <a:lvl5pPr lvl="4">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5pPr>
            <a:lvl6pPr lvl="5">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6pPr>
            <a:lvl7pPr lvl="6">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7pPr>
            <a:lvl8pPr lvl="7">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8pPr>
            <a:lvl9pPr lvl="8">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9pPr>
          </a:lstStyle>
          <a:p/>
        </p:txBody>
      </p:sp>
      <p:sp>
        <p:nvSpPr>
          <p:cNvPr id="7" name="Google Shape;7;p1"/>
          <p:cNvSpPr txBox="1"/>
          <p:nvPr>
            <p:ph idx="1" type="body"/>
          </p:nvPr>
        </p:nvSpPr>
        <p:spPr>
          <a:xfrm>
            <a:off x="311700" y="1417800"/>
            <a:ext cx="8520600" cy="31509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1"/>
              </a:buClr>
              <a:buSzPts val="1800"/>
              <a:buFont typeface="Lato"/>
              <a:buChar char="●"/>
              <a:defRPr sz="1800">
                <a:solidFill>
                  <a:schemeClr val="dk1"/>
                </a:solidFill>
                <a:latin typeface="Lato"/>
                <a:ea typeface="Lato"/>
                <a:cs typeface="Lato"/>
                <a:sym typeface="Lato"/>
              </a:defRPr>
            </a:lvl1pPr>
            <a:lvl2pPr indent="-317500" lvl="1" marL="9144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2pPr>
            <a:lvl3pPr indent="-317500" lvl="2" marL="13716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3pPr>
            <a:lvl4pPr indent="-317500" lvl="3" marL="18288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4pPr>
            <a:lvl5pPr indent="-317500" lvl="4" marL="22860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5pPr>
            <a:lvl6pPr indent="-317500" lvl="5" marL="27432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6pPr>
            <a:lvl7pPr indent="-317500" lvl="6" marL="32004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7pPr>
            <a:lvl8pPr indent="-317500" lvl="7" marL="36576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8pPr>
            <a:lvl9pPr indent="-317500" lvl="8" marL="41148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1"/>
                </a:solidFill>
                <a:latin typeface="Lato"/>
                <a:ea typeface="Lato"/>
                <a:cs typeface="Lato"/>
                <a:sym typeface="Lato"/>
              </a:defRPr>
            </a:lvl1pPr>
            <a:lvl2pPr lvl="1" algn="r">
              <a:buNone/>
              <a:defRPr sz="1000">
                <a:solidFill>
                  <a:schemeClr val="dk1"/>
                </a:solidFill>
                <a:latin typeface="Lato"/>
                <a:ea typeface="Lato"/>
                <a:cs typeface="Lato"/>
                <a:sym typeface="Lato"/>
              </a:defRPr>
            </a:lvl2pPr>
            <a:lvl3pPr lvl="2" algn="r">
              <a:buNone/>
              <a:defRPr sz="1000">
                <a:solidFill>
                  <a:schemeClr val="dk1"/>
                </a:solidFill>
                <a:latin typeface="Lato"/>
                <a:ea typeface="Lato"/>
                <a:cs typeface="Lato"/>
                <a:sym typeface="Lato"/>
              </a:defRPr>
            </a:lvl3pPr>
            <a:lvl4pPr lvl="3" algn="r">
              <a:buNone/>
              <a:defRPr sz="1000">
                <a:solidFill>
                  <a:schemeClr val="dk1"/>
                </a:solidFill>
                <a:latin typeface="Lato"/>
                <a:ea typeface="Lato"/>
                <a:cs typeface="Lato"/>
                <a:sym typeface="Lato"/>
              </a:defRPr>
            </a:lvl4pPr>
            <a:lvl5pPr lvl="4" algn="r">
              <a:buNone/>
              <a:defRPr sz="1000">
                <a:solidFill>
                  <a:schemeClr val="dk1"/>
                </a:solidFill>
                <a:latin typeface="Lato"/>
                <a:ea typeface="Lato"/>
                <a:cs typeface="Lato"/>
                <a:sym typeface="Lato"/>
              </a:defRPr>
            </a:lvl5pPr>
            <a:lvl6pPr lvl="5" algn="r">
              <a:buNone/>
              <a:defRPr sz="1000">
                <a:solidFill>
                  <a:schemeClr val="dk1"/>
                </a:solidFill>
                <a:latin typeface="Lato"/>
                <a:ea typeface="Lato"/>
                <a:cs typeface="Lato"/>
                <a:sym typeface="Lato"/>
              </a:defRPr>
            </a:lvl6pPr>
            <a:lvl7pPr lvl="6" algn="r">
              <a:buNone/>
              <a:defRPr sz="1000">
                <a:solidFill>
                  <a:schemeClr val="dk1"/>
                </a:solidFill>
                <a:latin typeface="Lato"/>
                <a:ea typeface="Lato"/>
                <a:cs typeface="Lato"/>
                <a:sym typeface="Lato"/>
              </a:defRPr>
            </a:lvl7pPr>
            <a:lvl8pPr lvl="7" algn="r">
              <a:buNone/>
              <a:defRPr sz="1000">
                <a:solidFill>
                  <a:schemeClr val="dk1"/>
                </a:solidFill>
                <a:latin typeface="Lato"/>
                <a:ea typeface="Lato"/>
                <a:cs typeface="Lato"/>
                <a:sym typeface="Lato"/>
              </a:defRPr>
            </a:lvl8pPr>
            <a:lvl9pPr lvl="8" algn="r">
              <a:buNone/>
              <a:defRPr sz="1000">
                <a:solidFill>
                  <a:schemeClr val="dk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hyperlink" Target="http://www.youtube.com/watch?v=WQTsue0lKBk" TargetMode="External"/><Relationship Id="rId4" Type="http://schemas.openxmlformats.org/officeDocument/2006/relationships/image" Target="../media/image4.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3"/>
          <p:cNvSpPr txBox="1"/>
          <p:nvPr>
            <p:ph type="ctrTitle"/>
          </p:nvPr>
        </p:nvSpPr>
        <p:spPr>
          <a:xfrm>
            <a:off x="630600" y="136800"/>
            <a:ext cx="7893000" cy="1853700"/>
          </a:xfrm>
          <a:prstGeom prst="rect">
            <a:avLst/>
          </a:prstGeom>
        </p:spPr>
        <p:txBody>
          <a:bodyPr anchorCtr="0" anchor="b" bIns="91425" lIns="91425" spcFirstLastPara="1" rIns="91425" wrap="square" tIns="91425">
            <a:normAutofit/>
          </a:bodyPr>
          <a:lstStyle/>
          <a:p>
            <a:pPr indent="0" lvl="0" marL="0" rtl="0" algn="l">
              <a:spcBef>
                <a:spcPts val="1000"/>
              </a:spcBef>
              <a:spcAft>
                <a:spcPts val="0"/>
              </a:spcAft>
              <a:buNone/>
            </a:pPr>
            <a:r>
              <a:t/>
            </a:r>
            <a:endParaRPr/>
          </a:p>
        </p:txBody>
      </p:sp>
      <p:sp>
        <p:nvSpPr>
          <p:cNvPr id="69" name="Google Shape;69;p13"/>
          <p:cNvSpPr txBox="1"/>
          <p:nvPr>
            <p:ph idx="1" type="subTitle"/>
          </p:nvPr>
        </p:nvSpPr>
        <p:spPr>
          <a:xfrm>
            <a:off x="152075" y="3444075"/>
            <a:ext cx="8710800" cy="1274100"/>
          </a:xfrm>
          <a:prstGeom prst="rect">
            <a:avLst/>
          </a:prstGeom>
        </p:spPr>
        <p:txBody>
          <a:bodyPr anchorCtr="0" anchor="b" bIns="91425" lIns="91425" spcFirstLastPara="1" rIns="91425" wrap="square" tIns="91425">
            <a:noAutofit/>
          </a:bodyPr>
          <a:lstStyle/>
          <a:p>
            <a:pPr indent="0" lvl="0" marL="0" rtl="0" algn="l">
              <a:lnSpc>
                <a:spcPct val="115000"/>
              </a:lnSpc>
              <a:spcBef>
                <a:spcPts val="0"/>
              </a:spcBef>
              <a:spcAft>
                <a:spcPts val="0"/>
              </a:spcAft>
              <a:buNone/>
            </a:pPr>
            <a:r>
              <a:rPr lang="en" sz="2200">
                <a:solidFill>
                  <a:srgbClr val="000000"/>
                </a:solidFill>
                <a:latin typeface="Arial"/>
                <a:ea typeface="Arial"/>
                <a:cs typeface="Arial"/>
                <a:sym typeface="Arial"/>
              </a:rPr>
              <a:t>1. Estimate the carrying capacity for the deer.</a:t>
            </a:r>
            <a:endParaRPr sz="2200">
              <a:solidFill>
                <a:srgbClr val="000000"/>
              </a:solidFill>
              <a:latin typeface="Arial"/>
              <a:ea typeface="Arial"/>
              <a:cs typeface="Arial"/>
              <a:sym typeface="Arial"/>
            </a:endParaRPr>
          </a:p>
          <a:p>
            <a:pPr indent="0" lvl="0" marL="0" rtl="0" algn="l">
              <a:lnSpc>
                <a:spcPct val="115000"/>
              </a:lnSpc>
              <a:spcBef>
                <a:spcPts val="0"/>
              </a:spcBef>
              <a:spcAft>
                <a:spcPts val="0"/>
              </a:spcAft>
              <a:buNone/>
            </a:pPr>
            <a:r>
              <a:rPr lang="en" sz="2200">
                <a:solidFill>
                  <a:srgbClr val="000000"/>
                </a:solidFill>
                <a:latin typeface="Arial"/>
                <a:ea typeface="Arial"/>
                <a:cs typeface="Arial"/>
                <a:sym typeface="Arial"/>
              </a:rPr>
              <a:t>2. Explain why part X of the graph fluctuates and is not a flat horizontal line.</a:t>
            </a:r>
            <a:endParaRPr sz="3500"/>
          </a:p>
        </p:txBody>
      </p:sp>
      <p:pic>
        <p:nvPicPr>
          <p:cNvPr id="70" name="Google Shape;70;p13"/>
          <p:cNvPicPr preferRelativeResize="0"/>
          <p:nvPr/>
        </p:nvPicPr>
        <p:blipFill>
          <a:blip r:embed="rId3">
            <a:alphaModFix/>
          </a:blip>
          <a:stretch>
            <a:fillRect/>
          </a:stretch>
        </p:blipFill>
        <p:spPr>
          <a:xfrm>
            <a:off x="1954775" y="136800"/>
            <a:ext cx="5234450" cy="32304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4"/>
          <p:cNvSpPr txBox="1"/>
          <p:nvPr>
            <p:ph type="ctrTitle"/>
          </p:nvPr>
        </p:nvSpPr>
        <p:spPr>
          <a:xfrm>
            <a:off x="2478800" y="371825"/>
            <a:ext cx="6106800" cy="3358800"/>
          </a:xfrm>
          <a:prstGeom prst="rect">
            <a:avLst/>
          </a:prstGeom>
        </p:spPr>
        <p:txBody>
          <a:bodyPr anchorCtr="0" anchor="b" bIns="91425" lIns="91425" spcFirstLastPara="1" rIns="91425" wrap="square" tIns="91425">
            <a:normAutofit/>
          </a:bodyPr>
          <a:lstStyle/>
          <a:p>
            <a:pPr indent="0" lvl="0" marL="0" rtl="0" algn="l">
              <a:spcBef>
                <a:spcPts val="1000"/>
              </a:spcBef>
              <a:spcAft>
                <a:spcPts val="0"/>
              </a:spcAft>
              <a:buNone/>
            </a:pPr>
            <a:r>
              <a:rPr lang="en" sz="6200">
                <a:solidFill>
                  <a:srgbClr val="FFFF00"/>
                </a:solidFill>
              </a:rPr>
              <a:t>C</a:t>
            </a:r>
            <a:r>
              <a:rPr lang="en" sz="6200"/>
              <a:t>LAIM</a:t>
            </a:r>
            <a:endParaRPr sz="6200"/>
          </a:p>
          <a:p>
            <a:pPr indent="0" lvl="0" marL="0" rtl="0" algn="l">
              <a:spcBef>
                <a:spcPts val="1000"/>
              </a:spcBef>
              <a:spcAft>
                <a:spcPts val="0"/>
              </a:spcAft>
              <a:buNone/>
            </a:pPr>
            <a:r>
              <a:rPr lang="en" sz="6200">
                <a:solidFill>
                  <a:srgbClr val="FFFF00"/>
                </a:solidFill>
              </a:rPr>
              <a:t>E</a:t>
            </a:r>
            <a:r>
              <a:rPr lang="en" sz="6200"/>
              <a:t>VIDENCE</a:t>
            </a:r>
            <a:endParaRPr sz="6200"/>
          </a:p>
          <a:p>
            <a:pPr indent="0" lvl="0" marL="0" rtl="0" algn="l">
              <a:spcBef>
                <a:spcPts val="1000"/>
              </a:spcBef>
              <a:spcAft>
                <a:spcPts val="0"/>
              </a:spcAft>
              <a:buNone/>
            </a:pPr>
            <a:r>
              <a:rPr lang="en" sz="6200">
                <a:solidFill>
                  <a:srgbClr val="FFFF00"/>
                </a:solidFill>
              </a:rPr>
              <a:t>R</a:t>
            </a:r>
            <a:r>
              <a:rPr lang="en" sz="6200"/>
              <a:t>EASONING</a:t>
            </a:r>
            <a:endParaRPr sz="6200"/>
          </a:p>
        </p:txBody>
      </p:sp>
      <p:sp>
        <p:nvSpPr>
          <p:cNvPr id="76" name="Google Shape;76;p14"/>
          <p:cNvSpPr txBox="1"/>
          <p:nvPr>
            <p:ph idx="1" type="subTitle"/>
          </p:nvPr>
        </p:nvSpPr>
        <p:spPr>
          <a:xfrm>
            <a:off x="2563025" y="3730625"/>
            <a:ext cx="3583500" cy="1274100"/>
          </a:xfrm>
          <a:prstGeom prst="rect">
            <a:avLst/>
          </a:prstGeom>
        </p:spPr>
        <p:txBody>
          <a:bodyPr anchorCtr="0" anchor="b" bIns="91425" lIns="91425" spcFirstLastPara="1" rIns="91425" wrap="square" tIns="91425">
            <a:normAutofit/>
          </a:bodyPr>
          <a:lstStyle/>
          <a:p>
            <a:pPr indent="0" lvl="0" marL="0" rtl="0" algn="l">
              <a:spcBef>
                <a:spcPts val="1000"/>
              </a:spcBef>
              <a:spcAft>
                <a:spcPts val="0"/>
              </a:spcAft>
              <a:buNone/>
            </a:pPr>
            <a:r>
              <a:rPr lang="en" sz="5600"/>
              <a:t>= CER</a:t>
            </a:r>
            <a:endParaRPr sz="56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5"/>
          <p:cNvSpPr txBox="1"/>
          <p:nvPr>
            <p:ph type="title"/>
          </p:nvPr>
        </p:nvSpPr>
        <p:spPr>
          <a:xfrm>
            <a:off x="311700" y="372725"/>
            <a:ext cx="8520600" cy="645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is a claim?</a:t>
            </a:r>
            <a:endParaRPr/>
          </a:p>
        </p:txBody>
      </p:sp>
      <p:sp>
        <p:nvSpPr>
          <p:cNvPr id="82" name="Google Shape;82;p15"/>
          <p:cNvSpPr txBox="1"/>
          <p:nvPr/>
        </p:nvSpPr>
        <p:spPr>
          <a:xfrm>
            <a:off x="545325" y="1487275"/>
            <a:ext cx="8118000" cy="554100"/>
          </a:xfrm>
          <a:prstGeom prst="rect">
            <a:avLst/>
          </a:prstGeom>
          <a:noFill/>
          <a:ln>
            <a:noFill/>
          </a:ln>
        </p:spPr>
        <p:txBody>
          <a:bodyPr anchorCtr="0" anchor="t" bIns="91425" lIns="91425" spcFirstLastPara="1" rIns="91425" wrap="square" tIns="91425">
            <a:spAutoFit/>
          </a:bodyPr>
          <a:lstStyle/>
          <a:p>
            <a:pPr indent="-381000" lvl="0" marL="457200" rtl="0" algn="l">
              <a:spcBef>
                <a:spcPts val="0"/>
              </a:spcBef>
              <a:spcAft>
                <a:spcPts val="0"/>
              </a:spcAft>
              <a:buClr>
                <a:schemeClr val="dk1"/>
              </a:buClr>
              <a:buSzPts val="2400"/>
              <a:buFont typeface="Lato"/>
              <a:buChar char="❖"/>
            </a:pPr>
            <a:r>
              <a:rPr lang="en" sz="2400">
                <a:solidFill>
                  <a:schemeClr val="dk1"/>
                </a:solidFill>
                <a:latin typeface="Lato"/>
                <a:ea typeface="Lato"/>
                <a:cs typeface="Lato"/>
                <a:sym typeface="Lato"/>
              </a:rPr>
              <a:t>A statement of something as a fact; an assertion of truth.</a:t>
            </a:r>
            <a:endParaRPr sz="2400">
              <a:solidFill>
                <a:schemeClr val="dk1"/>
              </a:solidFill>
              <a:latin typeface="Lato"/>
              <a:ea typeface="Lato"/>
              <a:cs typeface="Lato"/>
              <a:sym typeface="Lato"/>
            </a:endParaRPr>
          </a:p>
        </p:txBody>
      </p:sp>
      <p:sp>
        <p:nvSpPr>
          <p:cNvPr id="83" name="Google Shape;83;p15"/>
          <p:cNvSpPr txBox="1"/>
          <p:nvPr/>
        </p:nvSpPr>
        <p:spPr>
          <a:xfrm>
            <a:off x="1127850" y="2060263"/>
            <a:ext cx="5726100" cy="8004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Clr>
                <a:schemeClr val="dk1"/>
              </a:buClr>
              <a:buSzPts val="1400"/>
              <a:buFont typeface="Lato"/>
              <a:buChar char="-"/>
            </a:pPr>
            <a:r>
              <a:rPr lang="en" sz="2000">
                <a:solidFill>
                  <a:schemeClr val="dk1"/>
                </a:solidFill>
                <a:latin typeface="Lato"/>
                <a:ea typeface="Lato"/>
                <a:cs typeface="Lato"/>
                <a:sym typeface="Lato"/>
              </a:rPr>
              <a:t>example: Burning fossil fuels is harmful to the environment.</a:t>
            </a:r>
            <a:endParaRPr sz="2000">
              <a:solidFill>
                <a:schemeClr val="dk1"/>
              </a:solidFill>
              <a:latin typeface="Lato"/>
              <a:ea typeface="Lato"/>
              <a:cs typeface="Lato"/>
              <a:sym typeface="Lato"/>
            </a:endParaRPr>
          </a:p>
        </p:txBody>
      </p:sp>
      <p:pic>
        <p:nvPicPr>
          <p:cNvPr id="84" name="Google Shape;84;p15"/>
          <p:cNvPicPr preferRelativeResize="0"/>
          <p:nvPr/>
        </p:nvPicPr>
        <p:blipFill>
          <a:blip r:embed="rId3">
            <a:alphaModFix/>
          </a:blip>
          <a:stretch>
            <a:fillRect/>
          </a:stretch>
        </p:blipFill>
        <p:spPr>
          <a:xfrm>
            <a:off x="5060850" y="2637050"/>
            <a:ext cx="3213125" cy="21304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
                                        </p:tgtEl>
                                        <p:attrNameLst>
                                          <p:attrName>style.visibility</p:attrName>
                                        </p:attrNameLst>
                                      </p:cBhvr>
                                      <p:to>
                                        <p:strVal val="visible"/>
                                      </p:to>
                                    </p:set>
                                    <p:animEffect filter="fade" transition="in">
                                      <p:cBhvr>
                                        <p:cTn dur="1000"/>
                                        <p:tgtEl>
                                          <p:spTgt spid="8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
                                        </p:tgtEl>
                                        <p:attrNameLst>
                                          <p:attrName>style.visibility</p:attrName>
                                        </p:attrNameLst>
                                      </p:cBhvr>
                                      <p:to>
                                        <p:strVal val="visible"/>
                                      </p:to>
                                    </p:set>
                                    <p:animEffect filter="fade" transition="in">
                                      <p:cBhvr>
                                        <p:cTn dur="1000"/>
                                        <p:tgtEl>
                                          <p:spTgt spid="8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6"/>
          <p:cNvSpPr txBox="1"/>
          <p:nvPr>
            <p:ph type="title"/>
          </p:nvPr>
        </p:nvSpPr>
        <p:spPr>
          <a:xfrm>
            <a:off x="311700" y="372725"/>
            <a:ext cx="8520600" cy="645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makes a good </a:t>
            </a:r>
            <a:r>
              <a:rPr lang="en">
                <a:solidFill>
                  <a:srgbClr val="FFFF00"/>
                </a:solidFill>
              </a:rPr>
              <a:t>C</a:t>
            </a:r>
            <a:r>
              <a:rPr lang="en"/>
              <a:t>LAIM?</a:t>
            </a:r>
            <a:endParaRPr/>
          </a:p>
        </p:txBody>
      </p:sp>
      <p:sp>
        <p:nvSpPr>
          <p:cNvPr id="90" name="Google Shape;90;p16"/>
          <p:cNvSpPr txBox="1"/>
          <p:nvPr/>
        </p:nvSpPr>
        <p:spPr>
          <a:xfrm>
            <a:off x="458575" y="1437700"/>
            <a:ext cx="8440200" cy="523200"/>
          </a:xfrm>
          <a:prstGeom prst="rect">
            <a:avLst/>
          </a:prstGeom>
          <a:noFill/>
          <a:ln>
            <a:noFill/>
          </a:ln>
        </p:spPr>
        <p:txBody>
          <a:bodyPr anchorCtr="0" anchor="t" bIns="91425" lIns="91425" spcFirstLastPara="1" rIns="91425" wrap="square" tIns="91425">
            <a:spAutoFit/>
          </a:bodyPr>
          <a:lstStyle/>
          <a:p>
            <a:pPr indent="-368300" lvl="0" marL="457200" rtl="0" algn="l">
              <a:spcBef>
                <a:spcPts val="0"/>
              </a:spcBef>
              <a:spcAft>
                <a:spcPts val="0"/>
              </a:spcAft>
              <a:buClr>
                <a:schemeClr val="dk1"/>
              </a:buClr>
              <a:buSzPts val="2200"/>
              <a:buFont typeface="Lato"/>
              <a:buChar char="❖"/>
            </a:pPr>
            <a:r>
              <a:rPr lang="en" sz="2200">
                <a:solidFill>
                  <a:schemeClr val="dk1"/>
                </a:solidFill>
                <a:latin typeface="Lato"/>
                <a:ea typeface="Lato"/>
                <a:cs typeface="Lato"/>
                <a:sym typeface="Lato"/>
              </a:rPr>
              <a:t>Identifies what you know from evidence</a:t>
            </a:r>
            <a:endParaRPr sz="2200">
              <a:solidFill>
                <a:schemeClr val="dk1"/>
              </a:solidFill>
              <a:latin typeface="Lato"/>
              <a:ea typeface="Lato"/>
              <a:cs typeface="Lato"/>
              <a:sym typeface="Lato"/>
            </a:endParaRPr>
          </a:p>
        </p:txBody>
      </p:sp>
      <p:sp>
        <p:nvSpPr>
          <p:cNvPr id="91" name="Google Shape;91;p16"/>
          <p:cNvSpPr txBox="1"/>
          <p:nvPr/>
        </p:nvSpPr>
        <p:spPr>
          <a:xfrm>
            <a:off x="458575" y="1960900"/>
            <a:ext cx="8440200" cy="523200"/>
          </a:xfrm>
          <a:prstGeom prst="rect">
            <a:avLst/>
          </a:prstGeom>
          <a:noFill/>
          <a:ln>
            <a:noFill/>
          </a:ln>
        </p:spPr>
        <p:txBody>
          <a:bodyPr anchorCtr="0" anchor="t" bIns="91425" lIns="91425" spcFirstLastPara="1" rIns="91425" wrap="square" tIns="91425">
            <a:spAutoFit/>
          </a:bodyPr>
          <a:lstStyle/>
          <a:p>
            <a:pPr indent="-368300" lvl="0" marL="457200" rtl="0" algn="l">
              <a:spcBef>
                <a:spcPts val="0"/>
              </a:spcBef>
              <a:spcAft>
                <a:spcPts val="0"/>
              </a:spcAft>
              <a:buClr>
                <a:schemeClr val="dk1"/>
              </a:buClr>
              <a:buSzPts val="2200"/>
              <a:buFont typeface="Lato"/>
              <a:buChar char="❖"/>
            </a:pPr>
            <a:r>
              <a:rPr lang="en" sz="2200">
                <a:solidFill>
                  <a:schemeClr val="dk1"/>
                </a:solidFill>
                <a:latin typeface="Lato"/>
                <a:ea typeface="Lato"/>
                <a:cs typeface="Lato"/>
                <a:sym typeface="Lato"/>
              </a:rPr>
              <a:t>Identifies the question for the reader</a:t>
            </a:r>
            <a:endParaRPr sz="2200">
              <a:solidFill>
                <a:schemeClr val="dk1"/>
              </a:solidFill>
              <a:latin typeface="Lato"/>
              <a:ea typeface="Lato"/>
              <a:cs typeface="Lato"/>
              <a:sym typeface="Lato"/>
            </a:endParaRPr>
          </a:p>
        </p:txBody>
      </p:sp>
      <p:sp>
        <p:nvSpPr>
          <p:cNvPr id="92" name="Google Shape;92;p16"/>
          <p:cNvSpPr txBox="1"/>
          <p:nvPr/>
        </p:nvSpPr>
        <p:spPr>
          <a:xfrm>
            <a:off x="458575" y="2484100"/>
            <a:ext cx="8440200" cy="523200"/>
          </a:xfrm>
          <a:prstGeom prst="rect">
            <a:avLst/>
          </a:prstGeom>
          <a:noFill/>
          <a:ln>
            <a:noFill/>
          </a:ln>
        </p:spPr>
        <p:txBody>
          <a:bodyPr anchorCtr="0" anchor="t" bIns="91425" lIns="91425" spcFirstLastPara="1" rIns="91425" wrap="square" tIns="91425">
            <a:spAutoFit/>
          </a:bodyPr>
          <a:lstStyle/>
          <a:p>
            <a:pPr indent="-368300" lvl="0" marL="457200" rtl="0" algn="l">
              <a:spcBef>
                <a:spcPts val="0"/>
              </a:spcBef>
              <a:spcAft>
                <a:spcPts val="0"/>
              </a:spcAft>
              <a:buClr>
                <a:schemeClr val="dk1"/>
              </a:buClr>
              <a:buSzPts val="2200"/>
              <a:buFont typeface="Lato"/>
              <a:buChar char="❖"/>
            </a:pPr>
            <a:r>
              <a:rPr lang="en" sz="2200">
                <a:solidFill>
                  <a:schemeClr val="dk1"/>
                </a:solidFill>
                <a:latin typeface="Lato"/>
                <a:ea typeface="Lato"/>
                <a:cs typeface="Lato"/>
                <a:sym typeface="Lato"/>
              </a:rPr>
              <a:t>A clear statement that </a:t>
            </a:r>
            <a:r>
              <a:rPr lang="en" sz="2200">
                <a:solidFill>
                  <a:schemeClr val="dk1"/>
                </a:solidFill>
                <a:latin typeface="Lato"/>
                <a:ea typeface="Lato"/>
                <a:cs typeface="Lato"/>
                <a:sym typeface="Lato"/>
              </a:rPr>
              <a:t>answers</a:t>
            </a:r>
            <a:r>
              <a:rPr lang="en" sz="2200">
                <a:solidFill>
                  <a:schemeClr val="dk1"/>
                </a:solidFill>
                <a:latin typeface="Lato"/>
                <a:ea typeface="Lato"/>
                <a:cs typeface="Lato"/>
                <a:sym typeface="Lato"/>
              </a:rPr>
              <a:t> the original question</a:t>
            </a:r>
            <a:endParaRPr sz="2200">
              <a:solidFill>
                <a:schemeClr val="dk1"/>
              </a:solidFill>
              <a:latin typeface="Lato"/>
              <a:ea typeface="Lato"/>
              <a:cs typeface="Lato"/>
              <a:sym typeface="Lato"/>
            </a:endParaRPr>
          </a:p>
        </p:txBody>
      </p:sp>
      <p:sp>
        <p:nvSpPr>
          <p:cNvPr id="93" name="Google Shape;93;p16"/>
          <p:cNvSpPr txBox="1"/>
          <p:nvPr/>
        </p:nvSpPr>
        <p:spPr>
          <a:xfrm>
            <a:off x="458575" y="3007300"/>
            <a:ext cx="8440200" cy="523200"/>
          </a:xfrm>
          <a:prstGeom prst="rect">
            <a:avLst/>
          </a:prstGeom>
          <a:noFill/>
          <a:ln>
            <a:noFill/>
          </a:ln>
        </p:spPr>
        <p:txBody>
          <a:bodyPr anchorCtr="0" anchor="t" bIns="91425" lIns="91425" spcFirstLastPara="1" rIns="91425" wrap="square" tIns="91425">
            <a:spAutoFit/>
          </a:bodyPr>
          <a:lstStyle/>
          <a:p>
            <a:pPr indent="-368300" lvl="0" marL="457200" rtl="0" algn="l">
              <a:spcBef>
                <a:spcPts val="0"/>
              </a:spcBef>
              <a:spcAft>
                <a:spcPts val="0"/>
              </a:spcAft>
              <a:buClr>
                <a:schemeClr val="dk1"/>
              </a:buClr>
              <a:buSzPts val="2200"/>
              <a:buFont typeface="Lato"/>
              <a:buChar char="❖"/>
            </a:pPr>
            <a:r>
              <a:rPr lang="en" sz="2200">
                <a:solidFill>
                  <a:schemeClr val="dk1"/>
                </a:solidFill>
                <a:latin typeface="Lato"/>
                <a:ea typeface="Lato"/>
                <a:cs typeface="Lato"/>
                <a:sym typeface="Lato"/>
              </a:rPr>
              <a:t>Uses specific language</a:t>
            </a:r>
            <a:endParaRPr sz="2200">
              <a:solidFill>
                <a:schemeClr val="dk1"/>
              </a:solidFill>
              <a:latin typeface="Lato"/>
              <a:ea typeface="Lato"/>
              <a:cs typeface="Lato"/>
              <a:sym typeface="Lato"/>
            </a:endParaRPr>
          </a:p>
        </p:txBody>
      </p:sp>
      <p:sp>
        <p:nvSpPr>
          <p:cNvPr id="94" name="Google Shape;94;p16"/>
          <p:cNvSpPr txBox="1"/>
          <p:nvPr/>
        </p:nvSpPr>
        <p:spPr>
          <a:xfrm>
            <a:off x="458575" y="3584150"/>
            <a:ext cx="8440200" cy="523200"/>
          </a:xfrm>
          <a:prstGeom prst="rect">
            <a:avLst/>
          </a:prstGeom>
          <a:noFill/>
          <a:ln>
            <a:noFill/>
          </a:ln>
        </p:spPr>
        <p:txBody>
          <a:bodyPr anchorCtr="0" anchor="t" bIns="91425" lIns="91425" spcFirstLastPara="1" rIns="91425" wrap="square" tIns="91425">
            <a:spAutoFit/>
          </a:bodyPr>
          <a:lstStyle/>
          <a:p>
            <a:pPr indent="-368300" lvl="0" marL="457200" rtl="0" algn="l">
              <a:spcBef>
                <a:spcPts val="0"/>
              </a:spcBef>
              <a:spcAft>
                <a:spcPts val="0"/>
              </a:spcAft>
              <a:buClr>
                <a:schemeClr val="dk1"/>
              </a:buClr>
              <a:buSzPts val="2200"/>
              <a:buFont typeface="Lato"/>
              <a:buChar char="❖"/>
            </a:pPr>
            <a:r>
              <a:rPr lang="en" sz="2200">
                <a:solidFill>
                  <a:schemeClr val="dk1"/>
                </a:solidFill>
                <a:latin typeface="Lato"/>
                <a:ea typeface="Lato"/>
                <a:cs typeface="Lato"/>
                <a:sym typeface="Lato"/>
              </a:rPr>
              <a:t>Does not include reasoning</a:t>
            </a:r>
            <a:endParaRPr sz="2200">
              <a:solidFill>
                <a:schemeClr val="dk1"/>
              </a:solidFill>
              <a:latin typeface="Lato"/>
              <a:ea typeface="Lato"/>
              <a:cs typeface="Lato"/>
              <a:sym typeface="La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
                                        </p:tgtEl>
                                        <p:attrNameLst>
                                          <p:attrName>style.visibility</p:attrName>
                                        </p:attrNameLst>
                                      </p:cBhvr>
                                      <p:to>
                                        <p:strVal val="visible"/>
                                      </p:to>
                                    </p:set>
                                    <p:animEffect filter="fade" transition="in">
                                      <p:cBhvr>
                                        <p:cTn dur="1000"/>
                                        <p:tgtEl>
                                          <p:spTgt spid="9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
                                        </p:tgtEl>
                                        <p:attrNameLst>
                                          <p:attrName>style.visibility</p:attrName>
                                        </p:attrNameLst>
                                      </p:cBhvr>
                                      <p:to>
                                        <p:strVal val="visible"/>
                                      </p:to>
                                    </p:set>
                                    <p:animEffect filter="fade" transition="in">
                                      <p:cBhvr>
                                        <p:cTn dur="1000"/>
                                        <p:tgtEl>
                                          <p:spTgt spid="9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2"/>
                                        </p:tgtEl>
                                        <p:attrNameLst>
                                          <p:attrName>style.visibility</p:attrName>
                                        </p:attrNameLst>
                                      </p:cBhvr>
                                      <p:to>
                                        <p:strVal val="visible"/>
                                      </p:to>
                                    </p:set>
                                    <p:animEffect filter="fade" transition="in">
                                      <p:cBhvr>
                                        <p:cTn dur="1000"/>
                                        <p:tgtEl>
                                          <p:spTgt spid="9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3"/>
                                        </p:tgtEl>
                                        <p:attrNameLst>
                                          <p:attrName>style.visibility</p:attrName>
                                        </p:attrNameLst>
                                      </p:cBhvr>
                                      <p:to>
                                        <p:strVal val="visible"/>
                                      </p:to>
                                    </p:set>
                                    <p:animEffect filter="fade" transition="in">
                                      <p:cBhvr>
                                        <p:cTn dur="1000"/>
                                        <p:tgtEl>
                                          <p:spTgt spid="9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
                                        </p:tgtEl>
                                        <p:attrNameLst>
                                          <p:attrName>style.visibility</p:attrName>
                                        </p:attrNameLst>
                                      </p:cBhvr>
                                      <p:to>
                                        <p:strVal val="visible"/>
                                      </p:to>
                                    </p:set>
                                    <p:animEffect filter="fade" transition="in">
                                      <p:cBhvr>
                                        <p:cTn dur="1000"/>
                                        <p:tgtEl>
                                          <p:spTgt spid="9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7"/>
          <p:cNvSpPr txBox="1"/>
          <p:nvPr>
            <p:ph type="title"/>
          </p:nvPr>
        </p:nvSpPr>
        <p:spPr>
          <a:xfrm>
            <a:off x="311700" y="372725"/>
            <a:ext cx="8520600" cy="645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Make a claim based on this question...</a:t>
            </a:r>
            <a:endParaRPr/>
          </a:p>
        </p:txBody>
      </p:sp>
      <p:sp>
        <p:nvSpPr>
          <p:cNvPr id="100" name="Google Shape;100;p17"/>
          <p:cNvSpPr txBox="1"/>
          <p:nvPr>
            <p:ph idx="1" type="body"/>
          </p:nvPr>
        </p:nvSpPr>
        <p:spPr>
          <a:xfrm>
            <a:off x="311700" y="1417800"/>
            <a:ext cx="8520600" cy="3150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3600">
                <a:solidFill>
                  <a:srgbClr val="FFFF00"/>
                </a:solidFill>
              </a:rPr>
              <a:t>Which professional sport is the most exciting to watch?</a:t>
            </a:r>
            <a:endParaRPr sz="3600">
              <a:solidFill>
                <a:srgbClr val="FFFF00"/>
              </a:solidFill>
            </a:endParaRPr>
          </a:p>
          <a:p>
            <a:pPr indent="0" lvl="0" marL="0" rtl="0" algn="l">
              <a:spcBef>
                <a:spcPts val="1200"/>
              </a:spcBef>
              <a:spcAft>
                <a:spcPts val="1200"/>
              </a:spcAft>
              <a:buNone/>
            </a:pPr>
            <a:r>
              <a:t/>
            </a:r>
            <a:endParaRPr sz="3600">
              <a:solidFill>
                <a:srgbClr val="FFFF00"/>
              </a:solidFill>
            </a:endParaRPr>
          </a:p>
        </p:txBody>
      </p:sp>
      <p:sp>
        <p:nvSpPr>
          <p:cNvPr id="101" name="Google Shape;101;p17"/>
          <p:cNvSpPr txBox="1"/>
          <p:nvPr/>
        </p:nvSpPr>
        <p:spPr>
          <a:xfrm>
            <a:off x="421375" y="3003400"/>
            <a:ext cx="58872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400">
                <a:solidFill>
                  <a:schemeClr val="dk1"/>
                </a:solidFill>
                <a:latin typeface="Lato"/>
                <a:ea typeface="Lato"/>
                <a:cs typeface="Lato"/>
                <a:sym typeface="Lato"/>
              </a:rPr>
              <a:t>Practice making a claim on your notes </a:t>
            </a:r>
            <a:endParaRPr sz="2400">
              <a:solidFill>
                <a:schemeClr val="dk1"/>
              </a:solidFill>
              <a:latin typeface="Lato"/>
              <a:ea typeface="Lato"/>
              <a:cs typeface="Lato"/>
              <a:sym typeface="La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0"/>
                                        </p:tgtEl>
                                        <p:attrNameLst>
                                          <p:attrName>style.visibility</p:attrName>
                                        </p:attrNameLst>
                                      </p:cBhvr>
                                      <p:to>
                                        <p:strVal val="visible"/>
                                      </p:to>
                                    </p:set>
                                    <p:animEffect filter="fade" transition="in">
                                      <p:cBhvr>
                                        <p:cTn dur="1000"/>
                                        <p:tgtEl>
                                          <p:spTgt spid="10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
                                        </p:tgtEl>
                                        <p:attrNameLst>
                                          <p:attrName>style.visibility</p:attrName>
                                        </p:attrNameLst>
                                      </p:cBhvr>
                                      <p:to>
                                        <p:strVal val="visible"/>
                                      </p:to>
                                    </p:set>
                                    <p:animEffect filter="fade" transition="in">
                                      <p:cBhvr>
                                        <p:cTn dur="1000"/>
                                        <p:tgtEl>
                                          <p:spTgt spid="10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18"/>
          <p:cNvSpPr txBox="1"/>
          <p:nvPr>
            <p:ph type="title"/>
          </p:nvPr>
        </p:nvSpPr>
        <p:spPr>
          <a:xfrm>
            <a:off x="311700" y="112450"/>
            <a:ext cx="8520600" cy="645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6000">
                <a:solidFill>
                  <a:srgbClr val="FFFF00"/>
                </a:solidFill>
              </a:rPr>
              <a:t>CE</a:t>
            </a:r>
            <a:r>
              <a:rPr lang="en" sz="6000"/>
              <a:t>R</a:t>
            </a:r>
            <a:endParaRPr sz="6000"/>
          </a:p>
        </p:txBody>
      </p:sp>
      <p:sp>
        <p:nvSpPr>
          <p:cNvPr id="107" name="Google Shape;107;p18"/>
          <p:cNvSpPr txBox="1"/>
          <p:nvPr/>
        </p:nvSpPr>
        <p:spPr>
          <a:xfrm>
            <a:off x="311700" y="1412900"/>
            <a:ext cx="8180100" cy="692700"/>
          </a:xfrm>
          <a:prstGeom prst="rect">
            <a:avLst/>
          </a:prstGeom>
          <a:noFill/>
          <a:ln>
            <a:noFill/>
          </a:ln>
        </p:spPr>
        <p:txBody>
          <a:bodyPr anchorCtr="0" anchor="t" bIns="91425" lIns="91425" spcFirstLastPara="1" rIns="91425" wrap="square" tIns="91425">
            <a:spAutoFit/>
          </a:bodyPr>
          <a:lstStyle/>
          <a:p>
            <a:pPr indent="-438150" lvl="0" marL="457200" rtl="0" algn="l">
              <a:spcBef>
                <a:spcPts val="0"/>
              </a:spcBef>
              <a:spcAft>
                <a:spcPts val="0"/>
              </a:spcAft>
              <a:buClr>
                <a:schemeClr val="dk1"/>
              </a:buClr>
              <a:buSzPts val="3300"/>
              <a:buFont typeface="Lato"/>
              <a:buChar char="❖"/>
            </a:pPr>
            <a:r>
              <a:rPr lang="en" sz="3300">
                <a:solidFill>
                  <a:srgbClr val="FFFF00"/>
                </a:solidFill>
                <a:latin typeface="Lato"/>
                <a:ea typeface="Lato"/>
                <a:cs typeface="Lato"/>
                <a:sym typeface="Lato"/>
              </a:rPr>
              <a:t>Claims </a:t>
            </a:r>
            <a:r>
              <a:rPr lang="en" sz="3300">
                <a:solidFill>
                  <a:schemeClr val="dk1"/>
                </a:solidFill>
                <a:latin typeface="Lato"/>
                <a:ea typeface="Lato"/>
                <a:cs typeface="Lato"/>
                <a:sym typeface="Lato"/>
              </a:rPr>
              <a:t>are made after analyzing </a:t>
            </a:r>
            <a:r>
              <a:rPr lang="en" sz="3300">
                <a:solidFill>
                  <a:srgbClr val="FFFF00"/>
                </a:solidFill>
                <a:latin typeface="Lato"/>
                <a:ea typeface="Lato"/>
                <a:cs typeface="Lato"/>
                <a:sym typeface="Lato"/>
              </a:rPr>
              <a:t>evidence</a:t>
            </a:r>
            <a:endParaRPr sz="3300">
              <a:solidFill>
                <a:srgbClr val="FFFF00"/>
              </a:solidFill>
              <a:latin typeface="Lato"/>
              <a:ea typeface="Lato"/>
              <a:cs typeface="Lato"/>
              <a:sym typeface="Lato"/>
            </a:endParaRPr>
          </a:p>
        </p:txBody>
      </p:sp>
      <p:sp>
        <p:nvSpPr>
          <p:cNvPr id="108" name="Google Shape;108;p18"/>
          <p:cNvSpPr txBox="1"/>
          <p:nvPr/>
        </p:nvSpPr>
        <p:spPr>
          <a:xfrm>
            <a:off x="311700" y="2308925"/>
            <a:ext cx="8180100" cy="1200600"/>
          </a:xfrm>
          <a:prstGeom prst="rect">
            <a:avLst/>
          </a:prstGeom>
          <a:noFill/>
          <a:ln>
            <a:noFill/>
          </a:ln>
        </p:spPr>
        <p:txBody>
          <a:bodyPr anchorCtr="0" anchor="t" bIns="91425" lIns="91425" spcFirstLastPara="1" rIns="91425" wrap="square" tIns="91425">
            <a:spAutoFit/>
          </a:bodyPr>
          <a:lstStyle/>
          <a:p>
            <a:pPr indent="-438150" lvl="0" marL="457200" rtl="0" algn="l">
              <a:spcBef>
                <a:spcPts val="0"/>
              </a:spcBef>
              <a:spcAft>
                <a:spcPts val="0"/>
              </a:spcAft>
              <a:buClr>
                <a:schemeClr val="dk1"/>
              </a:buClr>
              <a:buSzPts val="3300"/>
              <a:buFont typeface="Lato"/>
              <a:buChar char="❖"/>
            </a:pPr>
            <a:r>
              <a:rPr lang="en" sz="3300">
                <a:solidFill>
                  <a:srgbClr val="FFFF00"/>
                </a:solidFill>
                <a:latin typeface="Lato"/>
                <a:ea typeface="Lato"/>
                <a:cs typeface="Lato"/>
                <a:sym typeface="Lato"/>
              </a:rPr>
              <a:t>Evidence = observations, measurements, data (from tables, graphs), etc.</a:t>
            </a:r>
            <a:endParaRPr sz="3300">
              <a:solidFill>
                <a:srgbClr val="FFFF00"/>
              </a:solidFill>
              <a:latin typeface="Lato"/>
              <a:ea typeface="Lato"/>
              <a:cs typeface="Lato"/>
              <a:sym typeface="La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7"/>
                                        </p:tgtEl>
                                        <p:attrNameLst>
                                          <p:attrName>style.visibility</p:attrName>
                                        </p:attrNameLst>
                                      </p:cBhvr>
                                      <p:to>
                                        <p:strVal val="visible"/>
                                      </p:to>
                                    </p:set>
                                    <p:animEffect filter="fade" transition="in">
                                      <p:cBhvr>
                                        <p:cTn dur="1000"/>
                                        <p:tgtEl>
                                          <p:spTgt spid="10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8"/>
                                        </p:tgtEl>
                                        <p:attrNameLst>
                                          <p:attrName>style.visibility</p:attrName>
                                        </p:attrNameLst>
                                      </p:cBhvr>
                                      <p:to>
                                        <p:strVal val="visible"/>
                                      </p:to>
                                    </p:set>
                                    <p:animEffect filter="fade" transition="in">
                                      <p:cBhvr>
                                        <p:cTn dur="1000"/>
                                        <p:tgtEl>
                                          <p:spTgt spid="10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19"/>
          <p:cNvSpPr txBox="1"/>
          <p:nvPr>
            <p:ph type="title"/>
          </p:nvPr>
        </p:nvSpPr>
        <p:spPr>
          <a:xfrm>
            <a:off x="311700" y="372725"/>
            <a:ext cx="8520600" cy="645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is </a:t>
            </a:r>
            <a:r>
              <a:rPr lang="en">
                <a:solidFill>
                  <a:srgbClr val="FFFF00"/>
                </a:solidFill>
              </a:rPr>
              <a:t>E</a:t>
            </a:r>
            <a:r>
              <a:rPr lang="en"/>
              <a:t>vidence?</a:t>
            </a:r>
            <a:endParaRPr/>
          </a:p>
        </p:txBody>
      </p:sp>
      <p:sp>
        <p:nvSpPr>
          <p:cNvPr id="114" name="Google Shape;114;p19"/>
          <p:cNvSpPr txBox="1"/>
          <p:nvPr/>
        </p:nvSpPr>
        <p:spPr>
          <a:xfrm>
            <a:off x="354150" y="1326150"/>
            <a:ext cx="8435700" cy="523200"/>
          </a:xfrm>
          <a:prstGeom prst="rect">
            <a:avLst/>
          </a:prstGeom>
          <a:noFill/>
          <a:ln>
            <a:noFill/>
          </a:ln>
        </p:spPr>
        <p:txBody>
          <a:bodyPr anchorCtr="0" anchor="t" bIns="91425" lIns="91425" spcFirstLastPara="1" rIns="91425" wrap="square" tIns="91425">
            <a:spAutoFit/>
          </a:bodyPr>
          <a:lstStyle/>
          <a:p>
            <a:pPr indent="-368300" lvl="0" marL="457200" rtl="0" algn="l">
              <a:spcBef>
                <a:spcPts val="0"/>
              </a:spcBef>
              <a:spcAft>
                <a:spcPts val="0"/>
              </a:spcAft>
              <a:buClr>
                <a:schemeClr val="dk1"/>
              </a:buClr>
              <a:buSzPts val="2200"/>
              <a:buFont typeface="Lato"/>
              <a:buChar char="❖"/>
            </a:pPr>
            <a:r>
              <a:rPr lang="en" sz="2200">
                <a:solidFill>
                  <a:schemeClr val="dk1"/>
                </a:solidFill>
                <a:latin typeface="Lato"/>
                <a:ea typeface="Lato"/>
                <a:cs typeface="Lato"/>
                <a:sym typeface="Lato"/>
              </a:rPr>
              <a:t>Scientific data that supports the claim</a:t>
            </a:r>
            <a:endParaRPr sz="2200">
              <a:solidFill>
                <a:schemeClr val="dk1"/>
              </a:solidFill>
              <a:latin typeface="Lato"/>
              <a:ea typeface="Lato"/>
              <a:cs typeface="Lato"/>
              <a:sym typeface="Lato"/>
            </a:endParaRPr>
          </a:p>
        </p:txBody>
      </p:sp>
      <p:sp>
        <p:nvSpPr>
          <p:cNvPr id="115" name="Google Shape;115;p19"/>
          <p:cNvSpPr txBox="1"/>
          <p:nvPr/>
        </p:nvSpPr>
        <p:spPr>
          <a:xfrm>
            <a:off x="354150" y="1849350"/>
            <a:ext cx="8435700" cy="523200"/>
          </a:xfrm>
          <a:prstGeom prst="rect">
            <a:avLst/>
          </a:prstGeom>
          <a:noFill/>
          <a:ln>
            <a:noFill/>
          </a:ln>
        </p:spPr>
        <p:txBody>
          <a:bodyPr anchorCtr="0" anchor="t" bIns="91425" lIns="91425" spcFirstLastPara="1" rIns="91425" wrap="square" tIns="91425">
            <a:spAutoFit/>
          </a:bodyPr>
          <a:lstStyle/>
          <a:p>
            <a:pPr indent="-368300" lvl="0" marL="457200" rtl="0" algn="l">
              <a:spcBef>
                <a:spcPts val="0"/>
              </a:spcBef>
              <a:spcAft>
                <a:spcPts val="0"/>
              </a:spcAft>
              <a:buClr>
                <a:schemeClr val="dk1"/>
              </a:buClr>
              <a:buSzPts val="2200"/>
              <a:buFont typeface="Lato"/>
              <a:buChar char="❖"/>
            </a:pPr>
            <a:r>
              <a:rPr lang="en" sz="2200">
                <a:solidFill>
                  <a:schemeClr val="dk1"/>
                </a:solidFill>
                <a:latin typeface="Lato"/>
                <a:ea typeface="Lato"/>
                <a:cs typeface="Lato"/>
                <a:sym typeface="Lato"/>
              </a:rPr>
              <a:t>Relevant (directly related) to the claim</a:t>
            </a:r>
            <a:endParaRPr sz="2200">
              <a:solidFill>
                <a:schemeClr val="dk1"/>
              </a:solidFill>
              <a:latin typeface="Lato"/>
              <a:ea typeface="Lato"/>
              <a:cs typeface="Lato"/>
              <a:sym typeface="Lato"/>
            </a:endParaRPr>
          </a:p>
        </p:txBody>
      </p:sp>
      <p:sp>
        <p:nvSpPr>
          <p:cNvPr id="116" name="Google Shape;116;p19"/>
          <p:cNvSpPr txBox="1"/>
          <p:nvPr/>
        </p:nvSpPr>
        <p:spPr>
          <a:xfrm>
            <a:off x="354150" y="2310150"/>
            <a:ext cx="8435700" cy="861900"/>
          </a:xfrm>
          <a:prstGeom prst="rect">
            <a:avLst/>
          </a:prstGeom>
          <a:noFill/>
          <a:ln>
            <a:noFill/>
          </a:ln>
        </p:spPr>
        <p:txBody>
          <a:bodyPr anchorCtr="0" anchor="t" bIns="91425" lIns="91425" spcFirstLastPara="1" rIns="91425" wrap="square" tIns="91425">
            <a:spAutoFit/>
          </a:bodyPr>
          <a:lstStyle/>
          <a:p>
            <a:pPr indent="-368300" lvl="0" marL="457200" rtl="0" algn="l">
              <a:spcBef>
                <a:spcPts val="0"/>
              </a:spcBef>
              <a:spcAft>
                <a:spcPts val="0"/>
              </a:spcAft>
              <a:buClr>
                <a:schemeClr val="dk1"/>
              </a:buClr>
              <a:buSzPts val="2200"/>
              <a:buFont typeface="Lato"/>
              <a:buChar char="❖"/>
            </a:pPr>
            <a:r>
              <a:rPr lang="en" sz="2200">
                <a:solidFill>
                  <a:schemeClr val="dk1"/>
                </a:solidFill>
                <a:latin typeface="Lato"/>
                <a:ea typeface="Lato"/>
                <a:cs typeface="Lato"/>
                <a:sym typeface="Lato"/>
              </a:rPr>
              <a:t>Cites specific data, </a:t>
            </a:r>
            <a:r>
              <a:rPr lang="en" sz="2200">
                <a:solidFill>
                  <a:schemeClr val="dk1"/>
                </a:solidFill>
                <a:latin typeface="Lato"/>
                <a:ea typeface="Lato"/>
                <a:cs typeface="Lato"/>
                <a:sym typeface="Lato"/>
              </a:rPr>
              <a:t>describes</a:t>
            </a:r>
            <a:r>
              <a:rPr lang="en" sz="2200">
                <a:solidFill>
                  <a:schemeClr val="dk1"/>
                </a:solidFill>
                <a:latin typeface="Lato"/>
                <a:ea typeface="Lato"/>
                <a:cs typeface="Lato"/>
                <a:sym typeface="Lato"/>
              </a:rPr>
              <a:t> trends in data, or compares &amp; contrasts data </a:t>
            </a:r>
            <a:endParaRPr sz="2200">
              <a:solidFill>
                <a:schemeClr val="dk1"/>
              </a:solidFill>
              <a:latin typeface="Lato"/>
              <a:ea typeface="Lato"/>
              <a:cs typeface="Lato"/>
              <a:sym typeface="Lato"/>
            </a:endParaRPr>
          </a:p>
        </p:txBody>
      </p:sp>
      <p:pic>
        <p:nvPicPr>
          <p:cNvPr id="117" name="Google Shape;117;p19"/>
          <p:cNvPicPr preferRelativeResize="0"/>
          <p:nvPr/>
        </p:nvPicPr>
        <p:blipFill>
          <a:blip r:embed="rId3">
            <a:alphaModFix/>
          </a:blip>
          <a:stretch>
            <a:fillRect/>
          </a:stretch>
        </p:blipFill>
        <p:spPr>
          <a:xfrm>
            <a:off x="5568575" y="3064175"/>
            <a:ext cx="2674173" cy="16666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
                                        </p:tgtEl>
                                        <p:attrNameLst>
                                          <p:attrName>style.visibility</p:attrName>
                                        </p:attrNameLst>
                                      </p:cBhvr>
                                      <p:to>
                                        <p:strVal val="visible"/>
                                      </p:to>
                                    </p:set>
                                    <p:animEffect filter="fade" transition="in">
                                      <p:cBhvr>
                                        <p:cTn dur="1000"/>
                                        <p:tgtEl>
                                          <p:spTgt spid="11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5"/>
                                        </p:tgtEl>
                                        <p:attrNameLst>
                                          <p:attrName>style.visibility</p:attrName>
                                        </p:attrNameLst>
                                      </p:cBhvr>
                                      <p:to>
                                        <p:strVal val="visible"/>
                                      </p:to>
                                    </p:set>
                                    <p:animEffect filter="fade" transition="in">
                                      <p:cBhvr>
                                        <p:cTn dur="1000"/>
                                        <p:tgtEl>
                                          <p:spTgt spid="11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6"/>
                                        </p:tgtEl>
                                        <p:attrNameLst>
                                          <p:attrName>style.visibility</p:attrName>
                                        </p:attrNameLst>
                                      </p:cBhvr>
                                      <p:to>
                                        <p:strVal val="visible"/>
                                      </p:to>
                                    </p:set>
                                    <p:animEffect filter="fade" transition="in">
                                      <p:cBhvr>
                                        <p:cTn dur="1000"/>
                                        <p:tgtEl>
                                          <p:spTgt spid="11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0"/>
          <p:cNvSpPr txBox="1"/>
          <p:nvPr>
            <p:ph type="title"/>
          </p:nvPr>
        </p:nvSpPr>
        <p:spPr>
          <a:xfrm>
            <a:off x="311700" y="0"/>
            <a:ext cx="8520600" cy="6450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How does age affect traffic fatalities?</a:t>
            </a:r>
            <a:endParaRPr/>
          </a:p>
        </p:txBody>
      </p:sp>
      <p:sp>
        <p:nvSpPr>
          <p:cNvPr id="123" name="Google Shape;123;p20"/>
          <p:cNvSpPr txBox="1"/>
          <p:nvPr/>
        </p:nvSpPr>
        <p:spPr>
          <a:xfrm>
            <a:off x="627600" y="4362700"/>
            <a:ext cx="82047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000">
                <a:solidFill>
                  <a:schemeClr val="dk1"/>
                </a:solidFill>
                <a:latin typeface="Lato"/>
                <a:ea typeface="Lato"/>
                <a:cs typeface="Lato"/>
                <a:sym typeface="Lato"/>
              </a:rPr>
              <a:t>Analyze the data, select your evidence, and write a claim on your notes</a:t>
            </a:r>
            <a:endParaRPr sz="1100">
              <a:solidFill>
                <a:schemeClr val="dk1"/>
              </a:solidFill>
              <a:latin typeface="Lato"/>
              <a:ea typeface="Lato"/>
              <a:cs typeface="Lato"/>
              <a:sym typeface="Lato"/>
            </a:endParaRPr>
          </a:p>
        </p:txBody>
      </p:sp>
      <p:pic>
        <p:nvPicPr>
          <p:cNvPr id="124" name="Google Shape;124;p20"/>
          <p:cNvPicPr preferRelativeResize="0"/>
          <p:nvPr/>
        </p:nvPicPr>
        <p:blipFill>
          <a:blip r:embed="rId3">
            <a:alphaModFix/>
          </a:blip>
          <a:stretch>
            <a:fillRect/>
          </a:stretch>
        </p:blipFill>
        <p:spPr>
          <a:xfrm>
            <a:off x="2309613" y="715788"/>
            <a:ext cx="4524775" cy="37119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1"/>
          <p:cNvSpPr txBox="1"/>
          <p:nvPr>
            <p:ph type="title"/>
          </p:nvPr>
        </p:nvSpPr>
        <p:spPr>
          <a:xfrm>
            <a:off x="311700" y="247875"/>
            <a:ext cx="8520600" cy="645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How does age affect traffic fatalities?</a:t>
            </a:r>
            <a:endParaRPr/>
          </a:p>
        </p:txBody>
      </p:sp>
      <p:sp>
        <p:nvSpPr>
          <p:cNvPr id="130" name="Google Shape;130;p21"/>
          <p:cNvSpPr txBox="1"/>
          <p:nvPr/>
        </p:nvSpPr>
        <p:spPr>
          <a:xfrm>
            <a:off x="432450" y="1301375"/>
            <a:ext cx="8279100" cy="1139100"/>
          </a:xfrm>
          <a:prstGeom prst="rect">
            <a:avLst/>
          </a:prstGeom>
          <a:noFill/>
          <a:ln>
            <a:noFill/>
          </a:ln>
        </p:spPr>
        <p:txBody>
          <a:bodyPr anchorCtr="0" anchor="t" bIns="91425" lIns="91425" spcFirstLastPara="1" rIns="91425" wrap="square" tIns="91425">
            <a:spAutoFit/>
          </a:bodyPr>
          <a:lstStyle/>
          <a:p>
            <a:pPr indent="-355600" lvl="0" marL="457200" rtl="0" algn="l">
              <a:spcBef>
                <a:spcPts val="0"/>
              </a:spcBef>
              <a:spcAft>
                <a:spcPts val="0"/>
              </a:spcAft>
              <a:buClr>
                <a:srgbClr val="FFFF00"/>
              </a:buClr>
              <a:buSzPts val="2000"/>
              <a:buFont typeface="Lato"/>
              <a:buChar char="❖"/>
            </a:pPr>
            <a:r>
              <a:rPr lang="en" sz="2200">
                <a:solidFill>
                  <a:srgbClr val="FFFF00"/>
                </a:solidFill>
                <a:latin typeface="Lato"/>
                <a:ea typeface="Lato"/>
                <a:cs typeface="Lato"/>
                <a:sym typeface="Lato"/>
              </a:rPr>
              <a:t>Evidence:</a:t>
            </a:r>
            <a:r>
              <a:rPr lang="en" sz="2000">
                <a:solidFill>
                  <a:srgbClr val="FFFF00"/>
                </a:solidFill>
                <a:latin typeface="Lato"/>
                <a:ea typeface="Lato"/>
                <a:cs typeface="Lato"/>
                <a:sym typeface="Lato"/>
              </a:rPr>
              <a:t> </a:t>
            </a:r>
            <a:endParaRPr sz="2000">
              <a:solidFill>
                <a:srgbClr val="FFFF00"/>
              </a:solidFill>
              <a:latin typeface="Lato"/>
              <a:ea typeface="Lato"/>
              <a:cs typeface="Lato"/>
              <a:sym typeface="Lato"/>
            </a:endParaRPr>
          </a:p>
          <a:p>
            <a:pPr indent="-355600" lvl="1" marL="914400" rtl="0" algn="l">
              <a:spcBef>
                <a:spcPts val="0"/>
              </a:spcBef>
              <a:spcAft>
                <a:spcPts val="0"/>
              </a:spcAft>
              <a:buClr>
                <a:schemeClr val="dk1"/>
              </a:buClr>
              <a:buSzPts val="2000"/>
              <a:buFont typeface="Lato"/>
              <a:buChar char="➢"/>
            </a:pPr>
            <a:r>
              <a:rPr lang="en" sz="2000">
                <a:solidFill>
                  <a:schemeClr val="dk1"/>
                </a:solidFill>
                <a:latin typeface="Lato"/>
                <a:ea typeface="Lato"/>
                <a:cs typeface="Lato"/>
                <a:sym typeface="Lato"/>
              </a:rPr>
              <a:t>Ages 5-9 = 353 deaths</a:t>
            </a:r>
            <a:endParaRPr sz="2000">
              <a:solidFill>
                <a:schemeClr val="dk1"/>
              </a:solidFill>
              <a:latin typeface="Lato"/>
              <a:ea typeface="Lato"/>
              <a:cs typeface="Lato"/>
              <a:sym typeface="Lato"/>
            </a:endParaRPr>
          </a:p>
          <a:p>
            <a:pPr indent="-355600" lvl="1" marL="914400" rtl="0" algn="l">
              <a:spcBef>
                <a:spcPts val="0"/>
              </a:spcBef>
              <a:spcAft>
                <a:spcPts val="0"/>
              </a:spcAft>
              <a:buClr>
                <a:schemeClr val="dk1"/>
              </a:buClr>
              <a:buSzPts val="2000"/>
              <a:buFont typeface="Lato"/>
              <a:buChar char="➢"/>
            </a:pPr>
            <a:r>
              <a:rPr lang="en" sz="2000">
                <a:solidFill>
                  <a:schemeClr val="dk1"/>
                </a:solidFill>
                <a:latin typeface="Lato"/>
                <a:ea typeface="Lato"/>
                <a:cs typeface="Lato"/>
                <a:sym typeface="Lato"/>
              </a:rPr>
              <a:t>All other known age groups &gt; 353 deaths</a:t>
            </a:r>
            <a:endParaRPr sz="2000">
              <a:solidFill>
                <a:schemeClr val="dk1"/>
              </a:solidFill>
              <a:latin typeface="Lato"/>
              <a:ea typeface="Lato"/>
              <a:cs typeface="Lato"/>
              <a:sym typeface="Lato"/>
            </a:endParaRPr>
          </a:p>
        </p:txBody>
      </p:sp>
      <p:sp>
        <p:nvSpPr>
          <p:cNvPr id="131" name="Google Shape;131;p21"/>
          <p:cNvSpPr txBox="1"/>
          <p:nvPr/>
        </p:nvSpPr>
        <p:spPr>
          <a:xfrm>
            <a:off x="432450" y="2440475"/>
            <a:ext cx="8279100" cy="831300"/>
          </a:xfrm>
          <a:prstGeom prst="rect">
            <a:avLst/>
          </a:prstGeom>
          <a:noFill/>
          <a:ln>
            <a:noFill/>
          </a:ln>
        </p:spPr>
        <p:txBody>
          <a:bodyPr anchorCtr="0" anchor="t" bIns="91425" lIns="91425" spcFirstLastPara="1" rIns="91425" wrap="square" tIns="91425">
            <a:spAutoFit/>
          </a:bodyPr>
          <a:lstStyle/>
          <a:p>
            <a:pPr indent="-355600" lvl="0" marL="457200" rtl="0" algn="l">
              <a:spcBef>
                <a:spcPts val="0"/>
              </a:spcBef>
              <a:spcAft>
                <a:spcPts val="0"/>
              </a:spcAft>
              <a:buClr>
                <a:srgbClr val="FFFF00"/>
              </a:buClr>
              <a:buSzPts val="2000"/>
              <a:buFont typeface="Lato"/>
              <a:buChar char="❖"/>
            </a:pPr>
            <a:r>
              <a:rPr lang="en" sz="2200">
                <a:solidFill>
                  <a:srgbClr val="FFFF00"/>
                </a:solidFill>
                <a:latin typeface="Lato"/>
                <a:ea typeface="Lato"/>
                <a:cs typeface="Lato"/>
                <a:sym typeface="Lato"/>
              </a:rPr>
              <a:t>Claim</a:t>
            </a:r>
            <a:endParaRPr sz="2000">
              <a:solidFill>
                <a:srgbClr val="FFFF00"/>
              </a:solidFill>
              <a:latin typeface="Lato"/>
              <a:ea typeface="Lato"/>
              <a:cs typeface="Lato"/>
              <a:sym typeface="Lato"/>
            </a:endParaRPr>
          </a:p>
          <a:p>
            <a:pPr indent="-355600" lvl="1" marL="914400" rtl="0" algn="l">
              <a:spcBef>
                <a:spcPts val="0"/>
              </a:spcBef>
              <a:spcAft>
                <a:spcPts val="0"/>
              </a:spcAft>
              <a:buClr>
                <a:schemeClr val="dk1"/>
              </a:buClr>
              <a:buSzPts val="2000"/>
              <a:buFont typeface="Lato"/>
              <a:buChar char="➢"/>
            </a:pPr>
            <a:r>
              <a:rPr lang="en" sz="2000">
                <a:solidFill>
                  <a:schemeClr val="dk1"/>
                </a:solidFill>
                <a:latin typeface="Lato"/>
                <a:ea typeface="Lato"/>
                <a:cs typeface="Lato"/>
                <a:sym typeface="Lato"/>
              </a:rPr>
              <a:t>People ages 5-9 are least likely to die from auto accidents.</a:t>
            </a:r>
            <a:endParaRPr sz="2000">
              <a:solidFill>
                <a:schemeClr val="dk1"/>
              </a:solidFill>
              <a:latin typeface="Lato"/>
              <a:ea typeface="Lato"/>
              <a:cs typeface="Lato"/>
              <a:sym typeface="La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0"/>
                                        </p:tgtEl>
                                        <p:attrNameLst>
                                          <p:attrName>style.visibility</p:attrName>
                                        </p:attrNameLst>
                                      </p:cBhvr>
                                      <p:to>
                                        <p:strVal val="visible"/>
                                      </p:to>
                                    </p:set>
                                    <p:animEffect filter="fade" transition="in">
                                      <p:cBhvr>
                                        <p:cTn dur="1000"/>
                                        <p:tgtEl>
                                          <p:spTgt spid="13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
                                        </p:tgtEl>
                                        <p:attrNameLst>
                                          <p:attrName>style.visibility</p:attrName>
                                        </p:attrNameLst>
                                      </p:cBhvr>
                                      <p:to>
                                        <p:strVal val="visible"/>
                                      </p:to>
                                    </p:set>
                                    <p:animEffect filter="fade" transition="in">
                                      <p:cBhvr>
                                        <p:cTn dur="1000"/>
                                        <p:tgtEl>
                                          <p:spTgt spid="13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2"/>
          <p:cNvSpPr txBox="1"/>
          <p:nvPr>
            <p:ph type="title"/>
          </p:nvPr>
        </p:nvSpPr>
        <p:spPr>
          <a:xfrm>
            <a:off x="311700" y="372725"/>
            <a:ext cx="8520600" cy="645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makes good </a:t>
            </a:r>
            <a:r>
              <a:rPr lang="en">
                <a:solidFill>
                  <a:srgbClr val="FFFF00"/>
                </a:solidFill>
              </a:rPr>
              <a:t>R</a:t>
            </a:r>
            <a:r>
              <a:rPr lang="en"/>
              <a:t>EASONING</a:t>
            </a:r>
            <a:r>
              <a:rPr lang="en"/>
              <a:t>?</a:t>
            </a:r>
            <a:endParaRPr/>
          </a:p>
        </p:txBody>
      </p:sp>
      <p:sp>
        <p:nvSpPr>
          <p:cNvPr id="137" name="Google Shape;137;p22"/>
          <p:cNvSpPr txBox="1"/>
          <p:nvPr/>
        </p:nvSpPr>
        <p:spPr>
          <a:xfrm>
            <a:off x="432450" y="1386975"/>
            <a:ext cx="8279100" cy="523200"/>
          </a:xfrm>
          <a:prstGeom prst="rect">
            <a:avLst/>
          </a:prstGeom>
          <a:noFill/>
          <a:ln>
            <a:noFill/>
          </a:ln>
        </p:spPr>
        <p:txBody>
          <a:bodyPr anchorCtr="0" anchor="t" bIns="91425" lIns="91425" spcFirstLastPara="1" rIns="91425" wrap="square" tIns="91425">
            <a:spAutoFit/>
          </a:bodyPr>
          <a:lstStyle/>
          <a:p>
            <a:pPr indent="-355600" lvl="0" marL="457200" rtl="0" algn="l">
              <a:spcBef>
                <a:spcPts val="0"/>
              </a:spcBef>
              <a:spcAft>
                <a:spcPts val="0"/>
              </a:spcAft>
              <a:buClr>
                <a:schemeClr val="dk1"/>
              </a:buClr>
              <a:buSzPts val="2000"/>
              <a:buFont typeface="Lato"/>
              <a:buChar char="❖"/>
            </a:pPr>
            <a:r>
              <a:rPr lang="en" sz="2200">
                <a:solidFill>
                  <a:schemeClr val="dk1"/>
                </a:solidFill>
                <a:latin typeface="Lato"/>
                <a:ea typeface="Lato"/>
                <a:cs typeface="Lato"/>
                <a:sym typeface="Lato"/>
              </a:rPr>
              <a:t>Your </a:t>
            </a:r>
            <a:r>
              <a:rPr lang="en" sz="2200">
                <a:solidFill>
                  <a:schemeClr val="dk1"/>
                </a:solidFill>
                <a:latin typeface="Lato"/>
                <a:ea typeface="Lato"/>
                <a:cs typeface="Lato"/>
                <a:sym typeface="Lato"/>
              </a:rPr>
              <a:t>justification</a:t>
            </a:r>
            <a:r>
              <a:rPr lang="en" sz="2200">
                <a:solidFill>
                  <a:schemeClr val="dk1"/>
                </a:solidFill>
                <a:latin typeface="Lato"/>
                <a:ea typeface="Lato"/>
                <a:cs typeface="Lato"/>
                <a:sym typeface="Lato"/>
              </a:rPr>
              <a:t> for the claim</a:t>
            </a:r>
            <a:endParaRPr sz="2000">
              <a:solidFill>
                <a:schemeClr val="dk1"/>
              </a:solidFill>
              <a:latin typeface="Lato"/>
              <a:ea typeface="Lato"/>
              <a:cs typeface="Lato"/>
              <a:sym typeface="Lato"/>
            </a:endParaRPr>
          </a:p>
        </p:txBody>
      </p:sp>
      <p:sp>
        <p:nvSpPr>
          <p:cNvPr id="138" name="Google Shape;138;p22"/>
          <p:cNvSpPr txBox="1"/>
          <p:nvPr/>
        </p:nvSpPr>
        <p:spPr>
          <a:xfrm>
            <a:off x="432450" y="1974200"/>
            <a:ext cx="8279100" cy="523200"/>
          </a:xfrm>
          <a:prstGeom prst="rect">
            <a:avLst/>
          </a:prstGeom>
          <a:noFill/>
          <a:ln>
            <a:noFill/>
          </a:ln>
        </p:spPr>
        <p:txBody>
          <a:bodyPr anchorCtr="0" anchor="t" bIns="91425" lIns="91425" spcFirstLastPara="1" rIns="91425" wrap="square" tIns="91425">
            <a:spAutoFit/>
          </a:bodyPr>
          <a:lstStyle/>
          <a:p>
            <a:pPr indent="-355600" lvl="0" marL="457200" rtl="0" algn="l">
              <a:spcBef>
                <a:spcPts val="0"/>
              </a:spcBef>
              <a:spcAft>
                <a:spcPts val="0"/>
              </a:spcAft>
              <a:buClr>
                <a:schemeClr val="dk1"/>
              </a:buClr>
              <a:buSzPts val="2000"/>
              <a:buFont typeface="Lato"/>
              <a:buChar char="❖"/>
            </a:pPr>
            <a:r>
              <a:rPr lang="en" sz="2200">
                <a:solidFill>
                  <a:schemeClr val="dk1"/>
                </a:solidFill>
                <a:latin typeface="Lato"/>
                <a:ea typeface="Lato"/>
                <a:cs typeface="Lato"/>
                <a:sym typeface="Lato"/>
              </a:rPr>
              <a:t>Connects the </a:t>
            </a:r>
            <a:r>
              <a:rPr lang="en" sz="2200">
                <a:solidFill>
                  <a:srgbClr val="FFFF00"/>
                </a:solidFill>
                <a:latin typeface="Lato"/>
                <a:ea typeface="Lato"/>
                <a:cs typeface="Lato"/>
                <a:sym typeface="Lato"/>
              </a:rPr>
              <a:t>E</a:t>
            </a:r>
            <a:r>
              <a:rPr lang="en" sz="2200">
                <a:solidFill>
                  <a:schemeClr val="dk1"/>
                </a:solidFill>
                <a:latin typeface="Lato"/>
                <a:ea typeface="Lato"/>
                <a:cs typeface="Lato"/>
                <a:sym typeface="Lato"/>
              </a:rPr>
              <a:t>vidence to the </a:t>
            </a:r>
            <a:r>
              <a:rPr lang="en" sz="2200">
                <a:solidFill>
                  <a:srgbClr val="FFFF00"/>
                </a:solidFill>
                <a:latin typeface="Lato"/>
                <a:ea typeface="Lato"/>
                <a:cs typeface="Lato"/>
                <a:sym typeface="Lato"/>
              </a:rPr>
              <a:t>C</a:t>
            </a:r>
            <a:r>
              <a:rPr lang="en" sz="2200">
                <a:solidFill>
                  <a:schemeClr val="dk1"/>
                </a:solidFill>
                <a:latin typeface="Lato"/>
                <a:ea typeface="Lato"/>
                <a:cs typeface="Lato"/>
                <a:sym typeface="Lato"/>
              </a:rPr>
              <a:t>laim</a:t>
            </a:r>
            <a:endParaRPr sz="2000">
              <a:solidFill>
                <a:schemeClr val="dk1"/>
              </a:solidFill>
              <a:latin typeface="Lato"/>
              <a:ea typeface="Lato"/>
              <a:cs typeface="Lato"/>
              <a:sym typeface="Lato"/>
            </a:endParaRPr>
          </a:p>
        </p:txBody>
      </p:sp>
      <p:sp>
        <p:nvSpPr>
          <p:cNvPr id="139" name="Google Shape;139;p22"/>
          <p:cNvSpPr txBox="1"/>
          <p:nvPr/>
        </p:nvSpPr>
        <p:spPr>
          <a:xfrm>
            <a:off x="432450" y="2497400"/>
            <a:ext cx="8279100" cy="523200"/>
          </a:xfrm>
          <a:prstGeom prst="rect">
            <a:avLst/>
          </a:prstGeom>
          <a:noFill/>
          <a:ln>
            <a:noFill/>
          </a:ln>
        </p:spPr>
        <p:txBody>
          <a:bodyPr anchorCtr="0" anchor="t" bIns="91425" lIns="91425" spcFirstLastPara="1" rIns="91425" wrap="square" tIns="91425">
            <a:spAutoFit/>
          </a:bodyPr>
          <a:lstStyle/>
          <a:p>
            <a:pPr indent="-355600" lvl="0" marL="457200" rtl="0" algn="l">
              <a:spcBef>
                <a:spcPts val="0"/>
              </a:spcBef>
              <a:spcAft>
                <a:spcPts val="0"/>
              </a:spcAft>
              <a:buClr>
                <a:schemeClr val="dk1"/>
              </a:buClr>
              <a:buSzPts val="2000"/>
              <a:buFont typeface="Lato"/>
              <a:buChar char="❖"/>
            </a:pPr>
            <a:r>
              <a:rPr lang="en" sz="2200">
                <a:solidFill>
                  <a:schemeClr val="dk1"/>
                </a:solidFill>
                <a:latin typeface="Lato"/>
                <a:ea typeface="Lato"/>
                <a:cs typeface="Lato"/>
                <a:sym typeface="Lato"/>
              </a:rPr>
              <a:t>Uses scientific principles</a:t>
            </a:r>
            <a:endParaRPr sz="2000">
              <a:solidFill>
                <a:schemeClr val="dk1"/>
              </a:solidFill>
              <a:latin typeface="Lato"/>
              <a:ea typeface="Lato"/>
              <a:cs typeface="Lato"/>
              <a:sym typeface="Lato"/>
            </a:endParaRPr>
          </a:p>
        </p:txBody>
      </p:sp>
      <p:sp>
        <p:nvSpPr>
          <p:cNvPr id="140" name="Google Shape;140;p22"/>
          <p:cNvSpPr txBox="1"/>
          <p:nvPr/>
        </p:nvSpPr>
        <p:spPr>
          <a:xfrm>
            <a:off x="432450" y="3020600"/>
            <a:ext cx="8279100" cy="523200"/>
          </a:xfrm>
          <a:prstGeom prst="rect">
            <a:avLst/>
          </a:prstGeom>
          <a:noFill/>
          <a:ln>
            <a:noFill/>
          </a:ln>
        </p:spPr>
        <p:txBody>
          <a:bodyPr anchorCtr="0" anchor="t" bIns="91425" lIns="91425" spcFirstLastPara="1" rIns="91425" wrap="square" tIns="91425">
            <a:spAutoFit/>
          </a:bodyPr>
          <a:lstStyle/>
          <a:p>
            <a:pPr indent="-355600" lvl="0" marL="457200" rtl="0" algn="l">
              <a:spcBef>
                <a:spcPts val="0"/>
              </a:spcBef>
              <a:spcAft>
                <a:spcPts val="0"/>
              </a:spcAft>
              <a:buClr>
                <a:schemeClr val="dk1"/>
              </a:buClr>
              <a:buSzPts val="2000"/>
              <a:buFont typeface="Lato"/>
              <a:buChar char="❖"/>
            </a:pPr>
            <a:r>
              <a:rPr lang="en" sz="2200">
                <a:solidFill>
                  <a:schemeClr val="dk1"/>
                </a:solidFill>
                <a:latin typeface="Lato"/>
                <a:ea typeface="Lato"/>
                <a:cs typeface="Lato"/>
                <a:sym typeface="Lato"/>
              </a:rPr>
              <a:t>Incorporates previous knowledge</a:t>
            </a:r>
            <a:endParaRPr sz="2000">
              <a:solidFill>
                <a:schemeClr val="dk1"/>
              </a:solidFill>
              <a:latin typeface="Lato"/>
              <a:ea typeface="Lato"/>
              <a:cs typeface="Lato"/>
              <a:sym typeface="La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7"/>
                                        </p:tgtEl>
                                        <p:attrNameLst>
                                          <p:attrName>style.visibility</p:attrName>
                                        </p:attrNameLst>
                                      </p:cBhvr>
                                      <p:to>
                                        <p:strVal val="visible"/>
                                      </p:to>
                                    </p:set>
                                    <p:animEffect filter="fade" transition="in">
                                      <p:cBhvr>
                                        <p:cTn dur="1000"/>
                                        <p:tgtEl>
                                          <p:spTgt spid="13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
                                        </p:tgtEl>
                                        <p:attrNameLst>
                                          <p:attrName>style.visibility</p:attrName>
                                        </p:attrNameLst>
                                      </p:cBhvr>
                                      <p:to>
                                        <p:strVal val="visible"/>
                                      </p:to>
                                    </p:set>
                                    <p:animEffect filter="fade" transition="in">
                                      <p:cBhvr>
                                        <p:cTn dur="1000"/>
                                        <p:tgtEl>
                                          <p:spTgt spid="13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9"/>
                                        </p:tgtEl>
                                        <p:attrNameLst>
                                          <p:attrName>style.visibility</p:attrName>
                                        </p:attrNameLst>
                                      </p:cBhvr>
                                      <p:to>
                                        <p:strVal val="visible"/>
                                      </p:to>
                                    </p:set>
                                    <p:animEffect filter="fade" transition="in">
                                      <p:cBhvr>
                                        <p:cTn dur="1000"/>
                                        <p:tgtEl>
                                          <p:spTgt spid="13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0"/>
                                        </p:tgtEl>
                                        <p:attrNameLst>
                                          <p:attrName>style.visibility</p:attrName>
                                        </p:attrNameLst>
                                      </p:cBhvr>
                                      <p:to>
                                        <p:strVal val="visible"/>
                                      </p:to>
                                    </p:set>
                                    <p:animEffect filter="fade" transition="in">
                                      <p:cBhvr>
                                        <p:cTn dur="1000"/>
                                        <p:tgtEl>
                                          <p:spTgt spid="14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graphicFrame>
        <p:nvGraphicFramePr>
          <p:cNvPr id="145" name="Google Shape;145;p23"/>
          <p:cNvGraphicFramePr/>
          <p:nvPr/>
        </p:nvGraphicFramePr>
        <p:xfrm>
          <a:off x="0" y="36233"/>
          <a:ext cx="3000000" cy="3000000"/>
        </p:xfrm>
        <a:graphic>
          <a:graphicData uri="http://schemas.openxmlformats.org/drawingml/2006/table">
            <a:tbl>
              <a:tblPr>
                <a:noFill/>
                <a:tableStyleId>{643EB9FE-CD6C-4BD3-94C3-14745B7CB376}</a:tableStyleId>
              </a:tblPr>
              <a:tblGrid>
                <a:gridCol w="2586400"/>
                <a:gridCol w="6557600"/>
              </a:tblGrid>
              <a:tr h="542500">
                <a:tc gridSpan="2">
                  <a:txBody>
                    <a:bodyPr/>
                    <a:lstStyle/>
                    <a:p>
                      <a:pPr indent="0" lvl="0" marL="0" rtl="0" algn="l">
                        <a:spcBef>
                          <a:spcPts val="0"/>
                        </a:spcBef>
                        <a:spcAft>
                          <a:spcPts val="0"/>
                        </a:spcAft>
                        <a:buNone/>
                      </a:pPr>
                      <a:r>
                        <a:rPr b="1" lang="en" sz="2300">
                          <a:latin typeface="Lato"/>
                          <a:ea typeface="Lato"/>
                          <a:cs typeface="Lato"/>
                          <a:sym typeface="Lato"/>
                        </a:rPr>
                        <a:t>Question</a:t>
                      </a:r>
                      <a:r>
                        <a:rPr lang="en" sz="2500">
                          <a:latin typeface="Lato"/>
                          <a:ea typeface="Lato"/>
                          <a:cs typeface="Lato"/>
                          <a:sym typeface="Lato"/>
                        </a:rPr>
                        <a:t>: </a:t>
                      </a:r>
                      <a:r>
                        <a:rPr lang="en" sz="2000">
                          <a:latin typeface="Lato"/>
                          <a:ea typeface="Lato"/>
                          <a:cs typeface="Lato"/>
                          <a:sym typeface="Lato"/>
                        </a:rPr>
                        <a:t>How does age affect traffic fatalities?  </a:t>
                      </a:r>
                      <a:endParaRPr sz="2000">
                        <a:latin typeface="Lato"/>
                        <a:ea typeface="Lato"/>
                        <a:cs typeface="Lato"/>
                        <a:sym typeface="Lato"/>
                      </a:endParaRPr>
                    </a:p>
                  </a:txBody>
                  <a:tcPr marT="91425" marB="91425" marR="91425" marL="91425">
                    <a:solidFill>
                      <a:srgbClr val="FFE599"/>
                    </a:solidFill>
                  </a:tcPr>
                </a:tc>
                <a:tc hMerge="1"/>
              </a:tr>
              <a:tr h="835750">
                <a:tc gridSpan="2">
                  <a:txBody>
                    <a:bodyPr/>
                    <a:lstStyle/>
                    <a:p>
                      <a:pPr indent="0" lvl="0" marL="0" rtl="0" algn="l">
                        <a:spcBef>
                          <a:spcPts val="0"/>
                        </a:spcBef>
                        <a:spcAft>
                          <a:spcPts val="0"/>
                        </a:spcAft>
                        <a:buNone/>
                      </a:pPr>
                      <a:r>
                        <a:rPr b="1" lang="en" sz="2300">
                          <a:latin typeface="Lato"/>
                          <a:ea typeface="Lato"/>
                          <a:cs typeface="Lato"/>
                          <a:sym typeface="Lato"/>
                        </a:rPr>
                        <a:t>Claim</a:t>
                      </a:r>
                      <a:r>
                        <a:rPr lang="en" sz="2500">
                          <a:latin typeface="Lato"/>
                          <a:ea typeface="Lato"/>
                          <a:cs typeface="Lato"/>
                          <a:sym typeface="Lato"/>
                        </a:rPr>
                        <a:t>:</a:t>
                      </a:r>
                      <a:r>
                        <a:rPr lang="en">
                          <a:latin typeface="Lato"/>
                          <a:ea typeface="Lato"/>
                          <a:cs typeface="Lato"/>
                          <a:sym typeface="Lato"/>
                        </a:rPr>
                        <a:t> </a:t>
                      </a:r>
                      <a:r>
                        <a:rPr lang="en" sz="2000">
                          <a:latin typeface="Lato"/>
                          <a:ea typeface="Lato"/>
                          <a:cs typeface="Lato"/>
                          <a:sym typeface="Lato"/>
                        </a:rPr>
                        <a:t>People between the ages of 25-34 are the most likely to get in a fatal traffic accident.</a:t>
                      </a:r>
                      <a:endParaRPr sz="2000">
                        <a:latin typeface="Lato"/>
                        <a:ea typeface="Lato"/>
                        <a:cs typeface="Lato"/>
                        <a:sym typeface="Lato"/>
                      </a:endParaRPr>
                    </a:p>
                  </a:txBody>
                  <a:tcPr marT="91425" marB="91425" marR="91425" marL="91425">
                    <a:solidFill>
                      <a:srgbClr val="F3F3F3"/>
                    </a:solidFill>
                  </a:tcPr>
                </a:tc>
                <a:tc hMerge="1"/>
              </a:tr>
              <a:tr h="3500675">
                <a:tc>
                  <a:txBody>
                    <a:bodyPr/>
                    <a:lstStyle/>
                    <a:p>
                      <a:pPr indent="0" lvl="0" marL="0" rtl="0" algn="l">
                        <a:lnSpc>
                          <a:spcPct val="115000"/>
                        </a:lnSpc>
                        <a:spcBef>
                          <a:spcPts val="0"/>
                        </a:spcBef>
                        <a:spcAft>
                          <a:spcPts val="0"/>
                        </a:spcAft>
                        <a:buNone/>
                      </a:pPr>
                      <a:r>
                        <a:rPr b="1" lang="en" sz="2300">
                          <a:latin typeface="Lato"/>
                          <a:ea typeface="Lato"/>
                          <a:cs typeface="Lato"/>
                          <a:sym typeface="Lato"/>
                        </a:rPr>
                        <a:t>Evidence</a:t>
                      </a:r>
                      <a:r>
                        <a:rPr lang="en" sz="2500">
                          <a:latin typeface="Lato"/>
                          <a:ea typeface="Lato"/>
                          <a:cs typeface="Lato"/>
                          <a:sym typeface="Lato"/>
                        </a:rPr>
                        <a:t>:</a:t>
                      </a:r>
                      <a:endParaRPr sz="2500">
                        <a:latin typeface="Lato"/>
                        <a:ea typeface="Lato"/>
                        <a:cs typeface="Lato"/>
                        <a:sym typeface="Lato"/>
                      </a:endParaRPr>
                    </a:p>
                    <a:p>
                      <a:pPr indent="0" lvl="0" marL="0" rtl="0" algn="l">
                        <a:lnSpc>
                          <a:spcPct val="115000"/>
                        </a:lnSpc>
                        <a:spcBef>
                          <a:spcPts val="0"/>
                        </a:spcBef>
                        <a:spcAft>
                          <a:spcPts val="0"/>
                        </a:spcAft>
                        <a:buNone/>
                      </a:pPr>
                      <a:r>
                        <a:rPr lang="en" sz="2000">
                          <a:latin typeface="Lato"/>
                          <a:ea typeface="Lato"/>
                          <a:cs typeface="Lato"/>
                          <a:sym typeface="Lato"/>
                        </a:rPr>
                        <a:t>Age 25-34 = 5,538</a:t>
                      </a:r>
                      <a:endParaRPr sz="2000">
                        <a:latin typeface="Lato"/>
                        <a:ea typeface="Lato"/>
                        <a:cs typeface="Lato"/>
                        <a:sym typeface="Lato"/>
                      </a:endParaRPr>
                    </a:p>
                    <a:p>
                      <a:pPr indent="0" lvl="0" marL="0" rtl="0" algn="l">
                        <a:lnSpc>
                          <a:spcPct val="115000"/>
                        </a:lnSpc>
                        <a:spcBef>
                          <a:spcPts val="0"/>
                        </a:spcBef>
                        <a:spcAft>
                          <a:spcPts val="0"/>
                        </a:spcAft>
                        <a:buNone/>
                      </a:pPr>
                      <a:r>
                        <a:rPr lang="en" sz="2000">
                          <a:latin typeface="Lato"/>
                          <a:ea typeface="Lato"/>
                          <a:cs typeface="Lato"/>
                          <a:sym typeface="Lato"/>
                        </a:rPr>
                        <a:t>All other ages &lt; 5,538</a:t>
                      </a:r>
                      <a:endParaRPr sz="2000">
                        <a:latin typeface="Lato"/>
                        <a:ea typeface="Lato"/>
                        <a:cs typeface="Lato"/>
                        <a:sym typeface="Lato"/>
                      </a:endParaRPr>
                    </a:p>
                    <a:p>
                      <a:pPr indent="0" lvl="0" marL="0" rtl="0" algn="l">
                        <a:spcBef>
                          <a:spcPts val="0"/>
                        </a:spcBef>
                        <a:spcAft>
                          <a:spcPts val="0"/>
                        </a:spcAft>
                        <a:buNone/>
                      </a:pPr>
                      <a:r>
                        <a:t/>
                      </a:r>
                      <a:endParaRPr/>
                    </a:p>
                  </a:txBody>
                  <a:tcPr marT="91425" marB="91425" marR="91425" marL="91425">
                    <a:solidFill>
                      <a:srgbClr val="9FC5E8"/>
                    </a:solidFill>
                  </a:tcPr>
                </a:tc>
                <a:tc>
                  <a:txBody>
                    <a:bodyPr/>
                    <a:lstStyle/>
                    <a:p>
                      <a:pPr indent="0" lvl="0" marL="0" rtl="0" algn="l">
                        <a:lnSpc>
                          <a:spcPct val="115000"/>
                        </a:lnSpc>
                        <a:spcBef>
                          <a:spcPts val="0"/>
                        </a:spcBef>
                        <a:spcAft>
                          <a:spcPts val="0"/>
                        </a:spcAft>
                        <a:buNone/>
                      </a:pPr>
                      <a:r>
                        <a:rPr b="1" lang="en" sz="2300">
                          <a:latin typeface="Lato"/>
                          <a:ea typeface="Lato"/>
                          <a:cs typeface="Lato"/>
                          <a:sym typeface="Lato"/>
                        </a:rPr>
                        <a:t>Reasoning</a:t>
                      </a:r>
                      <a:r>
                        <a:rPr lang="en" sz="1800">
                          <a:latin typeface="Lato"/>
                          <a:ea typeface="Lato"/>
                          <a:cs typeface="Lato"/>
                          <a:sym typeface="Lato"/>
                        </a:rPr>
                        <a:t>: People between the ages of 25-34 are more likely to get in fatal car accidents than any other age group because people between the ages of 25-34 are more likely to be in a car and commuting than the younger age groups. They are also less likely to have a child in the car with them than older people, which means they engage in riskier driving behavior than those in groups older than them. All of these factors lead to this group having the highest rate of traffic fatalities.  This is backed up by the data in the graph which show that the age 25-34 group had the highest rate of traffic fatalities (5,538) over one year.  </a:t>
                      </a:r>
                      <a:endParaRPr sz="1800">
                        <a:latin typeface="Lato"/>
                        <a:ea typeface="Lato"/>
                        <a:cs typeface="Lato"/>
                        <a:sym typeface="Lato"/>
                      </a:endParaRPr>
                    </a:p>
                    <a:p>
                      <a:pPr indent="0" lvl="0" marL="0" rtl="0" algn="l">
                        <a:spcBef>
                          <a:spcPts val="0"/>
                        </a:spcBef>
                        <a:spcAft>
                          <a:spcPts val="0"/>
                        </a:spcAft>
                        <a:buNone/>
                      </a:pPr>
                      <a:r>
                        <a:t/>
                      </a:r>
                      <a:endParaRPr/>
                    </a:p>
                  </a:txBody>
                  <a:tcPr marT="91425" marB="91425" marR="91425" marL="91425"/>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4"/>
          <p:cNvSpPr txBox="1"/>
          <p:nvPr>
            <p:ph type="title"/>
          </p:nvPr>
        </p:nvSpPr>
        <p:spPr>
          <a:xfrm>
            <a:off x="311700" y="372725"/>
            <a:ext cx="8520600" cy="645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51" name="Google Shape;151;p24"/>
          <p:cNvSpPr txBox="1"/>
          <p:nvPr>
            <p:ph idx="1" type="body"/>
          </p:nvPr>
        </p:nvSpPr>
        <p:spPr>
          <a:xfrm>
            <a:off x="311700" y="1417800"/>
            <a:ext cx="8520600" cy="31509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52" name="Google Shape;152;p24"/>
          <p:cNvPicPr preferRelativeResize="0"/>
          <p:nvPr/>
        </p:nvPicPr>
        <p:blipFill rotWithShape="1">
          <a:blip r:embed="rId3">
            <a:alphaModFix/>
          </a:blip>
          <a:srcRect b="14605" l="32310" r="36554" t="41511"/>
          <a:stretch/>
        </p:blipFill>
        <p:spPr>
          <a:xfrm>
            <a:off x="1759250" y="157625"/>
            <a:ext cx="5908998" cy="46826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5"/>
          <p:cNvSpPr txBox="1"/>
          <p:nvPr>
            <p:ph type="title"/>
          </p:nvPr>
        </p:nvSpPr>
        <p:spPr>
          <a:xfrm>
            <a:off x="96825" y="372725"/>
            <a:ext cx="8520600" cy="645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Alien video</a:t>
            </a:r>
            <a:endParaRPr/>
          </a:p>
        </p:txBody>
      </p:sp>
      <p:sp>
        <p:nvSpPr>
          <p:cNvPr id="158" name="Google Shape;158;p25"/>
          <p:cNvSpPr txBox="1"/>
          <p:nvPr>
            <p:ph idx="1" type="body"/>
          </p:nvPr>
        </p:nvSpPr>
        <p:spPr>
          <a:xfrm>
            <a:off x="311700" y="1417800"/>
            <a:ext cx="8520600" cy="31509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descr="Full blog here: http://www.businesscarmanager.co.uk/audi-spaceship/&#10;&#10;&#10;My dad's an alien | Business Car Manager | Business Car Blog&#10;&#10;&#10;This is a classic and quirky advert from Audi in the US for the new Audi A6. It's clever and witty. &#10;&#10;&#10;My dad's an alien | Business Car Manager | Blog&#10;&#10;&#10;I love this ad -- 'My dad's an alien'.&#10;&#10;&#10;My dad's an alien | Business Car Manager | Blog&#10;&#10;&#10;The quirky dialogue, the world weary look of the child at the baffling antics of her father...and the car!&#10;&#10;My dad's an alien | Business Car Manager | Blog&#10;&#10;A spaceship is a good way to sum up the Audi A6. It's a huge executive car -- much bigger than my predecessor A6 TDIe -- providing acres of space inside.&#10;&#10;&#10;My dad's an alien | Business Car Manager | Blog&#10;&#10;&#10;More blogs by Business Car Manager editor, Ralph Morton, here: http://www.businesscarmanager.co.uk/category/blog/" id="159" name="Google Shape;159;p25" title="My dad's an alien | Business Car Manager | Blog">
            <a:hlinkClick r:id="rId3"/>
          </p:cNvPr>
          <p:cNvPicPr preferRelativeResize="0"/>
          <p:nvPr/>
        </p:nvPicPr>
        <p:blipFill>
          <a:blip r:embed="rId4">
            <a:alphaModFix/>
          </a:blip>
          <a:stretch>
            <a:fillRect/>
          </a:stretch>
        </p:blipFill>
        <p:spPr>
          <a:xfrm>
            <a:off x="2334443" y="36300"/>
            <a:ext cx="6809557" cy="51072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9"/>
                                        </p:tgtEl>
                                        <p:attrNameLst>
                                          <p:attrName>style.visibility</p:attrName>
                                        </p:attrNameLst>
                                      </p:cBhvr>
                                      <p:to>
                                        <p:strVal val="visible"/>
                                      </p:to>
                                    </p:set>
                                    <p:animEffect filter="fade" transition="in">
                                      <p:cBhvr>
                                        <p:cTn dur="1000"/>
                                        <p:tgtEl>
                                          <p:spTgt spid="15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6"/>
          <p:cNvSpPr txBox="1"/>
          <p:nvPr>
            <p:ph type="title"/>
          </p:nvPr>
        </p:nvSpPr>
        <p:spPr>
          <a:xfrm>
            <a:off x="311700" y="131175"/>
            <a:ext cx="8520600" cy="6450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0" lang="en" sz="2000" u="sng">
                <a:latin typeface="Lato"/>
                <a:ea typeface="Lato"/>
                <a:cs typeface="Lato"/>
                <a:sym typeface="Lato"/>
              </a:rPr>
              <a:t>Directions:</a:t>
            </a:r>
            <a:r>
              <a:rPr b="0" lang="en" sz="2000">
                <a:latin typeface="Lato"/>
                <a:ea typeface="Lato"/>
                <a:cs typeface="Lato"/>
                <a:sym typeface="Lato"/>
              </a:rPr>
              <a:t> Classify each statement below as either the </a:t>
            </a:r>
            <a:r>
              <a:rPr lang="en" sz="2000">
                <a:latin typeface="Lato"/>
                <a:ea typeface="Lato"/>
                <a:cs typeface="Lato"/>
                <a:sym typeface="Lato"/>
              </a:rPr>
              <a:t>claim, the evidence, or the reasoning</a:t>
            </a:r>
            <a:r>
              <a:rPr b="0" lang="en" sz="2000">
                <a:latin typeface="Lato"/>
                <a:ea typeface="Lato"/>
                <a:cs typeface="Lato"/>
                <a:sym typeface="Lato"/>
              </a:rPr>
              <a:t> </a:t>
            </a:r>
            <a:r>
              <a:rPr b="0" i="1" lang="en" sz="2000">
                <a:latin typeface="Lato"/>
                <a:ea typeface="Lato"/>
                <a:cs typeface="Lato"/>
                <a:sym typeface="Lato"/>
              </a:rPr>
              <a:t>(one for each scenario).</a:t>
            </a:r>
            <a:endParaRPr sz="4000">
              <a:latin typeface="Lato"/>
              <a:ea typeface="Lato"/>
              <a:cs typeface="Lato"/>
              <a:sym typeface="Lato"/>
            </a:endParaRPr>
          </a:p>
        </p:txBody>
      </p:sp>
      <p:sp>
        <p:nvSpPr>
          <p:cNvPr id="165" name="Google Shape;165;p26"/>
          <p:cNvSpPr txBox="1"/>
          <p:nvPr>
            <p:ph idx="1" type="body"/>
          </p:nvPr>
        </p:nvSpPr>
        <p:spPr>
          <a:xfrm>
            <a:off x="311700" y="1616725"/>
            <a:ext cx="8520600" cy="3150900"/>
          </a:xfrm>
          <a:prstGeom prst="rect">
            <a:avLst/>
          </a:prstGeom>
        </p:spPr>
        <p:txBody>
          <a:bodyPr anchorCtr="0" anchor="t" bIns="91425" lIns="91425" spcFirstLastPara="1" rIns="91425" wrap="square" tIns="91425">
            <a:normAutofit/>
          </a:bodyPr>
          <a:lstStyle/>
          <a:p>
            <a:pPr indent="-381000" lvl="0" marL="457200" rtl="0" algn="l">
              <a:spcBef>
                <a:spcPts val="0"/>
              </a:spcBef>
              <a:spcAft>
                <a:spcPts val="0"/>
              </a:spcAft>
              <a:buSzPts val="2400"/>
              <a:buAutoNum type="alphaUcPeriod"/>
            </a:pPr>
            <a:r>
              <a:rPr lang="en">
                <a:latin typeface="Arial"/>
                <a:ea typeface="Arial"/>
                <a:cs typeface="Arial"/>
                <a:sym typeface="Arial"/>
              </a:rPr>
              <a:t>According to Elizabeth Eisentein's article, “Video Games and Violence," 85% of kids that play violent video games are more aggressive.</a:t>
            </a:r>
            <a:endParaRPr>
              <a:latin typeface="Arial"/>
              <a:ea typeface="Arial"/>
              <a:cs typeface="Arial"/>
              <a:sym typeface="Arial"/>
            </a:endParaRPr>
          </a:p>
          <a:p>
            <a:pPr indent="0" lvl="0" marL="457200" rtl="0" algn="l">
              <a:spcBef>
                <a:spcPts val="0"/>
              </a:spcBef>
              <a:spcAft>
                <a:spcPts val="0"/>
              </a:spcAft>
              <a:buNone/>
            </a:pPr>
            <a:r>
              <a:t/>
            </a:r>
            <a:endParaRPr sz="1000">
              <a:latin typeface="Arial"/>
              <a:ea typeface="Arial"/>
              <a:cs typeface="Arial"/>
              <a:sym typeface="Arial"/>
            </a:endParaRPr>
          </a:p>
          <a:p>
            <a:pPr indent="-381000" lvl="0" marL="457200" rtl="0" algn="l">
              <a:spcBef>
                <a:spcPts val="0"/>
              </a:spcBef>
              <a:spcAft>
                <a:spcPts val="0"/>
              </a:spcAft>
              <a:buSzPts val="2400"/>
              <a:buAutoNum type="alphaUcPeriod"/>
            </a:pPr>
            <a:r>
              <a:rPr lang="en">
                <a:latin typeface="Arial"/>
                <a:ea typeface="Arial"/>
                <a:cs typeface="Arial"/>
                <a:sym typeface="Arial"/>
              </a:rPr>
              <a:t>Video games contribute to youth violence</a:t>
            </a:r>
            <a:endParaRPr>
              <a:latin typeface="Arial"/>
              <a:ea typeface="Arial"/>
              <a:cs typeface="Arial"/>
              <a:sym typeface="Arial"/>
            </a:endParaRPr>
          </a:p>
          <a:p>
            <a:pPr indent="0" lvl="0" marL="457200" rtl="0" algn="l">
              <a:spcBef>
                <a:spcPts val="0"/>
              </a:spcBef>
              <a:spcAft>
                <a:spcPts val="0"/>
              </a:spcAft>
              <a:buNone/>
            </a:pPr>
            <a:r>
              <a:t/>
            </a:r>
            <a:endParaRPr sz="1000">
              <a:latin typeface="Arial"/>
              <a:ea typeface="Arial"/>
              <a:cs typeface="Arial"/>
              <a:sym typeface="Arial"/>
            </a:endParaRPr>
          </a:p>
          <a:p>
            <a:pPr indent="-381000" lvl="0" marL="457200" rtl="0" algn="l">
              <a:spcBef>
                <a:spcPts val="0"/>
              </a:spcBef>
              <a:spcAft>
                <a:spcPts val="0"/>
              </a:spcAft>
              <a:buSzPts val="2400"/>
              <a:buAutoNum type="alphaUcPeriod"/>
            </a:pPr>
            <a:r>
              <a:rPr lang="en">
                <a:latin typeface="Arial"/>
                <a:ea typeface="Arial"/>
                <a:cs typeface="Arial"/>
                <a:sym typeface="Arial"/>
              </a:rPr>
              <a:t>Kids that play violent video games become more aggressive. This can lead to more hostility directed toward their peers, such as bullying, verbal abuse, and even physical abuse.</a:t>
            </a:r>
            <a:endParaRPr sz="2400">
              <a:latin typeface="Arial"/>
              <a:ea typeface="Arial"/>
              <a:cs typeface="Arial"/>
              <a:sym typeface="Arial"/>
            </a:endParaRPr>
          </a:p>
        </p:txBody>
      </p:sp>
      <p:sp>
        <p:nvSpPr>
          <p:cNvPr id="166" name="Google Shape;166;p26"/>
          <p:cNvSpPr txBox="1"/>
          <p:nvPr/>
        </p:nvSpPr>
        <p:spPr>
          <a:xfrm>
            <a:off x="1804500" y="1082800"/>
            <a:ext cx="5172000" cy="397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solidFill>
                  <a:srgbClr val="FFEB38"/>
                </a:solidFill>
                <a:latin typeface="Lato"/>
                <a:ea typeface="Lato"/>
                <a:cs typeface="Lato"/>
                <a:sym typeface="Lato"/>
              </a:rPr>
              <a:t>Video Games and Violence</a:t>
            </a:r>
            <a:endParaRPr b="1" sz="1800">
              <a:solidFill>
                <a:srgbClr val="FFEB38"/>
              </a:solidFill>
              <a:latin typeface="Lato"/>
              <a:ea typeface="Lato"/>
              <a:cs typeface="Lato"/>
              <a:sym typeface="Lato"/>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27"/>
          <p:cNvSpPr txBox="1"/>
          <p:nvPr>
            <p:ph type="title"/>
          </p:nvPr>
        </p:nvSpPr>
        <p:spPr>
          <a:xfrm>
            <a:off x="311700" y="372725"/>
            <a:ext cx="8520600" cy="645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FFEB38"/>
                </a:solidFill>
              </a:rPr>
              <a:t>Plant Growth &amp; Fertilizer</a:t>
            </a:r>
            <a:endParaRPr>
              <a:solidFill>
                <a:srgbClr val="FFEB38"/>
              </a:solidFill>
            </a:endParaRPr>
          </a:p>
        </p:txBody>
      </p:sp>
      <p:sp>
        <p:nvSpPr>
          <p:cNvPr id="172" name="Google Shape;172;p27"/>
          <p:cNvSpPr txBox="1"/>
          <p:nvPr>
            <p:ph idx="1" type="body"/>
          </p:nvPr>
        </p:nvSpPr>
        <p:spPr>
          <a:xfrm>
            <a:off x="311700" y="1417800"/>
            <a:ext cx="8520600" cy="31509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Font typeface="Arial"/>
              <a:buAutoNum type="alphaUcPeriod"/>
            </a:pPr>
            <a:r>
              <a:rPr lang="en">
                <a:latin typeface="Arial"/>
                <a:ea typeface="Arial"/>
                <a:cs typeface="Arial"/>
                <a:sym typeface="Arial"/>
              </a:rPr>
              <a:t>Plants grow better with fertilizer</a:t>
            </a:r>
            <a:endParaRPr>
              <a:latin typeface="Arial"/>
              <a:ea typeface="Arial"/>
              <a:cs typeface="Arial"/>
              <a:sym typeface="Arial"/>
            </a:endParaRPr>
          </a:p>
          <a:p>
            <a:pPr indent="0" lvl="0" marL="457200" rtl="0" algn="l">
              <a:spcBef>
                <a:spcPts val="0"/>
              </a:spcBef>
              <a:spcAft>
                <a:spcPts val="0"/>
              </a:spcAft>
              <a:buNone/>
            </a:pPr>
            <a:r>
              <a:t/>
            </a:r>
            <a:endParaRPr sz="1000">
              <a:latin typeface="Arial"/>
              <a:ea typeface="Arial"/>
              <a:cs typeface="Arial"/>
              <a:sym typeface="Arial"/>
            </a:endParaRPr>
          </a:p>
          <a:p>
            <a:pPr indent="-342900" lvl="0" marL="457200" rtl="0" algn="l">
              <a:spcBef>
                <a:spcPts val="0"/>
              </a:spcBef>
              <a:spcAft>
                <a:spcPts val="0"/>
              </a:spcAft>
              <a:buSzPts val="1800"/>
              <a:buFont typeface="Arial"/>
              <a:buAutoNum type="alphaUcPeriod"/>
            </a:pPr>
            <a:r>
              <a:rPr lang="en">
                <a:latin typeface="Arial"/>
                <a:ea typeface="Arial"/>
                <a:cs typeface="Arial"/>
                <a:sym typeface="Arial"/>
              </a:rPr>
              <a:t>Fertilizer is full of nutrients like nitrogen that give plants the energy they need to grow and reproduce</a:t>
            </a:r>
            <a:endParaRPr>
              <a:latin typeface="Arial"/>
              <a:ea typeface="Arial"/>
              <a:cs typeface="Arial"/>
              <a:sym typeface="Arial"/>
            </a:endParaRPr>
          </a:p>
          <a:p>
            <a:pPr indent="0" lvl="0" marL="457200" rtl="0" algn="l">
              <a:spcBef>
                <a:spcPts val="0"/>
              </a:spcBef>
              <a:spcAft>
                <a:spcPts val="0"/>
              </a:spcAft>
              <a:buNone/>
            </a:pPr>
            <a:r>
              <a:t/>
            </a:r>
            <a:endParaRPr sz="1000">
              <a:latin typeface="Arial"/>
              <a:ea typeface="Arial"/>
              <a:cs typeface="Arial"/>
              <a:sym typeface="Arial"/>
            </a:endParaRPr>
          </a:p>
          <a:p>
            <a:pPr indent="-342900" lvl="0" marL="457200" rtl="0" algn="l">
              <a:spcBef>
                <a:spcPts val="0"/>
              </a:spcBef>
              <a:spcAft>
                <a:spcPts val="0"/>
              </a:spcAft>
              <a:buSzPts val="1800"/>
              <a:buFont typeface="Arial"/>
              <a:buAutoNum type="alphaUcPeriod"/>
            </a:pPr>
            <a:r>
              <a:rPr lang="en">
                <a:latin typeface="Arial"/>
                <a:ea typeface="Arial"/>
                <a:cs typeface="Arial"/>
                <a:sym typeface="Arial"/>
              </a:rPr>
              <a:t>The group of plants that was given a supplemental diet of fertilizer was an average 7.5 cm taller than the control group plants after 2 weeks. </a:t>
            </a:r>
            <a:endParaRPr>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28"/>
          <p:cNvSpPr txBox="1"/>
          <p:nvPr>
            <p:ph type="title"/>
          </p:nvPr>
        </p:nvSpPr>
        <p:spPr>
          <a:xfrm>
            <a:off x="311700" y="202225"/>
            <a:ext cx="8520600" cy="645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FFEB38"/>
                </a:solidFill>
              </a:rPr>
              <a:t>Is bottled water worth the cost of plastic </a:t>
            </a:r>
            <a:r>
              <a:rPr lang="en">
                <a:solidFill>
                  <a:srgbClr val="FFEB38"/>
                </a:solidFill>
              </a:rPr>
              <a:t>pollution</a:t>
            </a:r>
            <a:r>
              <a:rPr lang="en">
                <a:solidFill>
                  <a:srgbClr val="FFEB38"/>
                </a:solidFill>
              </a:rPr>
              <a:t>?</a:t>
            </a:r>
            <a:r>
              <a:rPr lang="en"/>
              <a:t> </a:t>
            </a:r>
            <a:endParaRPr/>
          </a:p>
        </p:txBody>
      </p:sp>
      <p:sp>
        <p:nvSpPr>
          <p:cNvPr id="178" name="Google Shape;178;p28"/>
          <p:cNvSpPr txBox="1"/>
          <p:nvPr>
            <p:ph idx="1" type="body"/>
          </p:nvPr>
        </p:nvSpPr>
        <p:spPr>
          <a:xfrm>
            <a:off x="311700" y="1417800"/>
            <a:ext cx="8520600" cy="31509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AutoNum type="alphaUcPeriod"/>
            </a:pPr>
            <a:r>
              <a:rPr lang="en"/>
              <a:t>Many areas of the world need bottled water to survive. If they don’t have bottled water, then they won’t have clean water to drink from or to use for taking baths. Therefore, communities should not ban bottled water.</a:t>
            </a:r>
            <a:endParaRPr/>
          </a:p>
          <a:p>
            <a:pPr indent="0" lvl="0" marL="457200" rtl="0" algn="l">
              <a:spcBef>
                <a:spcPts val="0"/>
              </a:spcBef>
              <a:spcAft>
                <a:spcPts val="0"/>
              </a:spcAft>
              <a:buNone/>
            </a:pPr>
            <a:r>
              <a:t/>
            </a:r>
            <a:endParaRPr/>
          </a:p>
          <a:p>
            <a:pPr indent="-342900" lvl="0" marL="457200" rtl="0" algn="l">
              <a:spcBef>
                <a:spcPts val="0"/>
              </a:spcBef>
              <a:spcAft>
                <a:spcPts val="0"/>
              </a:spcAft>
              <a:buSzPts val="1800"/>
              <a:buAutoNum type="alphaUcPeriod"/>
            </a:pPr>
            <a:r>
              <a:rPr lang="en"/>
              <a:t>According to the article “ Around the world, 780 million people do not have access to safe water; if they drink tap water, they can get sick.”</a:t>
            </a:r>
            <a:endParaRPr/>
          </a:p>
          <a:p>
            <a:pPr indent="0" lvl="0" marL="457200" rtl="0" algn="l">
              <a:spcBef>
                <a:spcPts val="0"/>
              </a:spcBef>
              <a:spcAft>
                <a:spcPts val="0"/>
              </a:spcAft>
              <a:buNone/>
            </a:pPr>
            <a:r>
              <a:t/>
            </a:r>
            <a:endParaRPr/>
          </a:p>
          <a:p>
            <a:pPr indent="-342900" lvl="0" marL="457200" rtl="0" algn="l">
              <a:spcBef>
                <a:spcPts val="0"/>
              </a:spcBef>
              <a:spcAft>
                <a:spcPts val="0"/>
              </a:spcAft>
              <a:buSzPts val="1800"/>
              <a:buAutoNum type="alphaUcPeriod"/>
            </a:pPr>
            <a:r>
              <a:rPr lang="en"/>
              <a:t>Communities should not ban bottled water. </a:t>
            </a:r>
            <a:endParaRPr sz="24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9"/>
          <p:cNvSpPr txBox="1"/>
          <p:nvPr>
            <p:ph type="title"/>
          </p:nvPr>
        </p:nvSpPr>
        <p:spPr>
          <a:xfrm>
            <a:off x="311700" y="372725"/>
            <a:ext cx="8520600" cy="645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FFEB38"/>
                </a:solidFill>
              </a:rPr>
              <a:t>Carbon Dioxide &amp; Human Actions</a:t>
            </a:r>
            <a:endParaRPr>
              <a:solidFill>
                <a:srgbClr val="FFEB38"/>
              </a:solidFill>
            </a:endParaRPr>
          </a:p>
        </p:txBody>
      </p:sp>
      <p:sp>
        <p:nvSpPr>
          <p:cNvPr id="184" name="Google Shape;184;p29"/>
          <p:cNvSpPr txBox="1"/>
          <p:nvPr>
            <p:ph idx="1" type="body"/>
          </p:nvPr>
        </p:nvSpPr>
        <p:spPr>
          <a:xfrm>
            <a:off x="311700" y="1417800"/>
            <a:ext cx="8520600" cy="31509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AutoNum type="alphaUcPeriod"/>
            </a:pPr>
            <a:r>
              <a:rPr lang="en"/>
              <a:t>Cars, trucks, and airplanes are the leading sources of pollution in the United States producing over 44 tons of carbon annually</a:t>
            </a:r>
            <a:endParaRPr/>
          </a:p>
          <a:p>
            <a:pPr indent="0" lvl="0" marL="457200" rtl="0" algn="l">
              <a:spcBef>
                <a:spcPts val="0"/>
              </a:spcBef>
              <a:spcAft>
                <a:spcPts val="0"/>
              </a:spcAft>
              <a:buNone/>
            </a:pPr>
            <a:r>
              <a:t/>
            </a:r>
            <a:endParaRPr/>
          </a:p>
          <a:p>
            <a:pPr indent="-342900" lvl="0" marL="457200" rtl="0" algn="l">
              <a:spcBef>
                <a:spcPts val="0"/>
              </a:spcBef>
              <a:spcAft>
                <a:spcPts val="0"/>
              </a:spcAft>
              <a:buSzPts val="1800"/>
              <a:buAutoNum type="alphaUcPeriod"/>
            </a:pPr>
            <a:r>
              <a:rPr lang="en"/>
              <a:t>Scientists state that there is more carbon in the atmosphere now than any other time in Earth’s history</a:t>
            </a:r>
            <a:endParaRPr/>
          </a:p>
          <a:p>
            <a:pPr indent="0" lvl="0" marL="457200" rtl="0" algn="l">
              <a:spcBef>
                <a:spcPts val="0"/>
              </a:spcBef>
              <a:spcAft>
                <a:spcPts val="0"/>
              </a:spcAft>
              <a:buNone/>
            </a:pPr>
            <a:r>
              <a:t/>
            </a:r>
            <a:endParaRPr/>
          </a:p>
          <a:p>
            <a:pPr indent="-342900" lvl="0" marL="457200" rtl="0" algn="l">
              <a:spcBef>
                <a:spcPts val="0"/>
              </a:spcBef>
              <a:spcAft>
                <a:spcPts val="0"/>
              </a:spcAft>
              <a:buSzPts val="1800"/>
              <a:buAutoNum type="alphaUcPeriod"/>
            </a:pPr>
            <a:r>
              <a:rPr lang="en"/>
              <a:t>Humans are the primary offenders responsible for increasing the amount of carbon dioxide in the atmosphere</a:t>
            </a:r>
            <a:endParaRPr sz="24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30"/>
          <p:cNvSpPr txBox="1"/>
          <p:nvPr>
            <p:ph type="title"/>
          </p:nvPr>
        </p:nvSpPr>
        <p:spPr>
          <a:xfrm>
            <a:off x="311700" y="372725"/>
            <a:ext cx="8520600" cy="645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FFEB38"/>
                </a:solidFill>
              </a:rPr>
              <a:t>Water in Space</a:t>
            </a:r>
            <a:endParaRPr>
              <a:solidFill>
                <a:srgbClr val="FFEB38"/>
              </a:solidFill>
            </a:endParaRPr>
          </a:p>
        </p:txBody>
      </p:sp>
      <p:sp>
        <p:nvSpPr>
          <p:cNvPr id="190" name="Google Shape;190;p30"/>
          <p:cNvSpPr txBox="1"/>
          <p:nvPr>
            <p:ph idx="1" type="body"/>
          </p:nvPr>
        </p:nvSpPr>
        <p:spPr>
          <a:xfrm>
            <a:off x="311700" y="1417800"/>
            <a:ext cx="8520600" cy="31509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AutoNum type="alphaUcPeriod"/>
            </a:pPr>
            <a:r>
              <a:rPr lang="en"/>
              <a:t>Water in space will form into a sphere (circular) shape.</a:t>
            </a:r>
            <a:endParaRPr/>
          </a:p>
          <a:p>
            <a:pPr indent="0" lvl="0" marL="457200" rtl="0" algn="l">
              <a:spcBef>
                <a:spcPts val="0"/>
              </a:spcBef>
              <a:spcAft>
                <a:spcPts val="0"/>
              </a:spcAft>
              <a:buNone/>
            </a:pPr>
            <a:r>
              <a:t/>
            </a:r>
            <a:endParaRPr/>
          </a:p>
          <a:p>
            <a:pPr indent="-342900" lvl="0" marL="457200" rtl="0" algn="l">
              <a:spcBef>
                <a:spcPts val="0"/>
              </a:spcBef>
              <a:spcAft>
                <a:spcPts val="0"/>
              </a:spcAft>
              <a:buSzPts val="1800"/>
              <a:buAutoNum type="alphaUcPeriod"/>
            </a:pPr>
            <a:r>
              <a:rPr lang="en"/>
              <a:t>Therefore, the claim that water will form into a sphere in a weightless environment is correct because of surface tension. A force pulls on each water molecule with an equal amount of force from all sides to the center, which creates a perfect circle. </a:t>
            </a:r>
            <a:endParaRPr/>
          </a:p>
          <a:p>
            <a:pPr indent="0" lvl="0" marL="457200" rtl="0" algn="l">
              <a:spcBef>
                <a:spcPts val="0"/>
              </a:spcBef>
              <a:spcAft>
                <a:spcPts val="0"/>
              </a:spcAft>
              <a:buNone/>
            </a:pPr>
            <a:r>
              <a:t/>
            </a:r>
            <a:endParaRPr/>
          </a:p>
          <a:p>
            <a:pPr indent="-342900" lvl="0" marL="457200" rtl="0" algn="l">
              <a:spcBef>
                <a:spcPts val="0"/>
              </a:spcBef>
              <a:spcAft>
                <a:spcPts val="0"/>
              </a:spcAft>
              <a:buSzPts val="1800"/>
              <a:buAutoNum type="alphaUcPeriod"/>
            </a:pPr>
            <a:r>
              <a:rPr lang="en"/>
              <a:t>The video shows that water particles cling to each other when they are released from the container. This reaction formed a spherical shape which remained intact even when the surface of the water was broken. </a:t>
            </a:r>
            <a:endParaRPr sz="24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Blue &amp; Gold">
  <a:themeElements>
    <a:clrScheme name="Blue &amp; Gold">
      <a:dk1>
        <a:srgbClr val="FFFFFF"/>
      </a:dk1>
      <a:lt1>
        <a:srgbClr val="01AFD1"/>
      </a:lt1>
      <a:dk2>
        <a:srgbClr val="1E2D31"/>
      </a:dk2>
      <a:lt2>
        <a:srgbClr val="BFC7CA"/>
      </a:lt2>
      <a:accent1>
        <a:srgbClr val="006F85"/>
      </a:accent1>
      <a:accent2>
        <a:srgbClr val="AF4345"/>
      </a:accent2>
      <a:accent3>
        <a:srgbClr val="47D06A"/>
      </a:accent3>
      <a:accent4>
        <a:srgbClr val="F58F8F"/>
      </a:accent4>
      <a:accent5>
        <a:srgbClr val="F6CD4C"/>
      </a:accent5>
      <a:accent6>
        <a:srgbClr val="F8E71C"/>
      </a:accent6>
      <a:hlink>
        <a:srgbClr val="F6CD4C"/>
      </a:hlink>
      <a:folHlink>
        <a:srgbClr val="F6CD4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