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24" r:id="rId3"/>
    <p:sldMasterId id="2147483825" r:id="rId4"/>
    <p:sldMasterId id="2147483826" r:id="rId5"/>
    <p:sldMasterId id="2147483827" r:id="rId6"/>
    <p:sldMasterId id="2147483828" r:id="rId7"/>
    <p:sldMasterId id="2147483829" r:id="rId8"/>
  </p:sldMasterIdLst>
  <p:notesMasterIdLst>
    <p:notesMasterId r:id="rId9"/>
  </p:notesMasterIdLst>
  <p:sldIdLst>
    <p:sldId id="256" r:id="rId10"/>
    <p:sldId id="257" r:id="rId11"/>
    <p:sldId id="258" r:id="rId12"/>
    <p:sldId id="259" r:id="rId13"/>
    <p:sldId id="260" r:id="rId14"/>
    <p:sldId id="261" r:id="rId15"/>
    <p:sldId id="262" r:id="rId16"/>
    <p:sldId id="263" r:id="rId17"/>
  </p:sldIdLst>
  <p:sldSz cy="5143500" cx="9144000"/>
  <p:notesSz cx="6858000" cy="9144000"/>
  <p:embeddedFontLst>
    <p:embeddedFont>
      <p:font typeface="Roboto"/>
      <p:regular r:id="rId18"/>
      <p:bold r:id="rId19"/>
      <p:italic r:id="rId20"/>
      <p:boldItalic r:id="rId21"/>
    </p:embeddedFont>
    <p:embeddedFont>
      <p:font typeface="Lexend Deca"/>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LexendDeca-regular.fntdata"/><Relationship Id="rId21" Type="http://schemas.openxmlformats.org/officeDocument/2006/relationships/font" Target="fonts/Roboto-boldItalic.fntdata"/><Relationship Id="rId23" Type="http://schemas.openxmlformats.org/officeDocument/2006/relationships/font" Target="fonts/LexendDeca-bold.fntdata"/><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notesMaster" Target="notesMasters/notesMaster1.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slideMaster" Target="slideMasters/slideMaster6.xml"/><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0" name="Shape 2800"/>
        <p:cNvGrpSpPr/>
        <p:nvPr/>
      </p:nvGrpSpPr>
      <p:grpSpPr>
        <a:xfrm>
          <a:off x="0" y="0"/>
          <a:ext cx="0" cy="0"/>
          <a:chOff x="0" y="0"/>
          <a:chExt cx="0" cy="0"/>
        </a:xfrm>
      </p:grpSpPr>
      <p:sp>
        <p:nvSpPr>
          <p:cNvPr id="2801" name="Google Shape;2801;g278fe5b723d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2" name="Google Shape;2802;g278fe5b723d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2" name="Shape 2852"/>
        <p:cNvGrpSpPr/>
        <p:nvPr/>
      </p:nvGrpSpPr>
      <p:grpSpPr>
        <a:xfrm>
          <a:off x="0" y="0"/>
          <a:ext cx="0" cy="0"/>
          <a:chOff x="0" y="0"/>
          <a:chExt cx="0" cy="0"/>
        </a:xfrm>
      </p:grpSpPr>
      <p:sp>
        <p:nvSpPr>
          <p:cNvPr id="2853" name="Google Shape;2853;g278fe5b723d_0_4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4" name="Google Shape;2854;g278fe5b723d_0_4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5" name="Shape 2865"/>
        <p:cNvGrpSpPr/>
        <p:nvPr/>
      </p:nvGrpSpPr>
      <p:grpSpPr>
        <a:xfrm>
          <a:off x="0" y="0"/>
          <a:ext cx="0" cy="0"/>
          <a:chOff x="0" y="0"/>
          <a:chExt cx="0" cy="0"/>
        </a:xfrm>
      </p:grpSpPr>
      <p:sp>
        <p:nvSpPr>
          <p:cNvPr id="2866" name="Google Shape;2866;g278fe5b723d_0_5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7" name="Google Shape;2867;g278fe5b723d_0_5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9" name="Shape 2879"/>
        <p:cNvGrpSpPr/>
        <p:nvPr/>
      </p:nvGrpSpPr>
      <p:grpSpPr>
        <a:xfrm>
          <a:off x="0" y="0"/>
          <a:ext cx="0" cy="0"/>
          <a:chOff x="0" y="0"/>
          <a:chExt cx="0" cy="0"/>
        </a:xfrm>
      </p:grpSpPr>
      <p:sp>
        <p:nvSpPr>
          <p:cNvPr id="2880" name="Google Shape;2880;g278fe5b723d_0_6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1" name="Google Shape;2881;g278fe5b723d_0_6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6" name="Shape 2896"/>
        <p:cNvGrpSpPr/>
        <p:nvPr/>
      </p:nvGrpSpPr>
      <p:grpSpPr>
        <a:xfrm>
          <a:off x="0" y="0"/>
          <a:ext cx="0" cy="0"/>
          <a:chOff x="0" y="0"/>
          <a:chExt cx="0" cy="0"/>
        </a:xfrm>
      </p:grpSpPr>
      <p:sp>
        <p:nvSpPr>
          <p:cNvPr id="2897" name="Google Shape;2897;g278fe5b723d_0_6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8" name="Google Shape;2898;g278fe5b723d_0_6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9" name="Shape 2909"/>
        <p:cNvGrpSpPr/>
        <p:nvPr/>
      </p:nvGrpSpPr>
      <p:grpSpPr>
        <a:xfrm>
          <a:off x="0" y="0"/>
          <a:ext cx="0" cy="0"/>
          <a:chOff x="0" y="0"/>
          <a:chExt cx="0" cy="0"/>
        </a:xfrm>
      </p:grpSpPr>
      <p:sp>
        <p:nvSpPr>
          <p:cNvPr id="2910" name="Google Shape;2910;g278fe5b723d_0_6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1" name="Google Shape;2911;g278fe5b723d_0_6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6" name="Shape 2916"/>
        <p:cNvGrpSpPr/>
        <p:nvPr/>
      </p:nvGrpSpPr>
      <p:grpSpPr>
        <a:xfrm>
          <a:off x="0" y="0"/>
          <a:ext cx="0" cy="0"/>
          <a:chOff x="0" y="0"/>
          <a:chExt cx="0" cy="0"/>
        </a:xfrm>
      </p:grpSpPr>
      <p:sp>
        <p:nvSpPr>
          <p:cNvPr id="2917" name="Google Shape;2917;g278fe5b723d_0_7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8" name="Google Shape;2918;g278fe5b723d_0_7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2" name="Shape 2922"/>
        <p:cNvGrpSpPr/>
        <p:nvPr/>
      </p:nvGrpSpPr>
      <p:grpSpPr>
        <a:xfrm>
          <a:off x="0" y="0"/>
          <a:ext cx="0" cy="0"/>
          <a:chOff x="0" y="0"/>
          <a:chExt cx="0" cy="0"/>
        </a:xfrm>
      </p:grpSpPr>
      <p:sp>
        <p:nvSpPr>
          <p:cNvPr id="2923" name="Google Shape;2923;g240a47e0d82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4" name="Google Shape;2924;g240a47e0d82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p:nvPr/>
        </p:nvSpPr>
        <p:spPr>
          <a:xfrm flipH="1">
            <a:off x="6154100" y="3667856"/>
            <a:ext cx="3212922"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idx="1" type="subTitle"/>
          </p:nvPr>
        </p:nvSpPr>
        <p:spPr>
          <a:xfrm>
            <a:off x="4135975" y="3436975"/>
            <a:ext cx="2644500" cy="6771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6" name="Google Shape;56;p14"/>
          <p:cNvSpPr txBox="1"/>
          <p:nvPr>
            <p:ph type="ctrTitle"/>
          </p:nvPr>
        </p:nvSpPr>
        <p:spPr>
          <a:xfrm>
            <a:off x="4135975" y="1035775"/>
            <a:ext cx="4293300" cy="2401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7200"/>
              <a:buNone/>
              <a:defRPr sz="4800"/>
            </a:lvl1pPr>
            <a:lvl2pPr lvl="1" rtl="0" algn="ctr">
              <a:lnSpc>
                <a:spcPct val="100000"/>
              </a:lnSpc>
              <a:spcBef>
                <a:spcPts val="0"/>
              </a:spcBef>
              <a:spcAft>
                <a:spcPts val="0"/>
              </a:spcAft>
              <a:buSzPts val="7200"/>
              <a:buNone/>
              <a:defRPr sz="7200"/>
            </a:lvl2pPr>
            <a:lvl3pPr lvl="2" rtl="0" algn="ctr">
              <a:lnSpc>
                <a:spcPct val="100000"/>
              </a:lnSpc>
              <a:spcBef>
                <a:spcPts val="0"/>
              </a:spcBef>
              <a:spcAft>
                <a:spcPts val="0"/>
              </a:spcAft>
              <a:buSzPts val="7200"/>
              <a:buNone/>
              <a:defRPr sz="7200"/>
            </a:lvl3pPr>
            <a:lvl4pPr lvl="3" rtl="0" algn="ctr">
              <a:lnSpc>
                <a:spcPct val="100000"/>
              </a:lnSpc>
              <a:spcBef>
                <a:spcPts val="0"/>
              </a:spcBef>
              <a:spcAft>
                <a:spcPts val="0"/>
              </a:spcAft>
              <a:buSzPts val="7200"/>
              <a:buNone/>
              <a:defRPr sz="7200"/>
            </a:lvl4pPr>
            <a:lvl5pPr lvl="4" rtl="0" algn="ctr">
              <a:lnSpc>
                <a:spcPct val="100000"/>
              </a:lnSpc>
              <a:spcBef>
                <a:spcPts val="0"/>
              </a:spcBef>
              <a:spcAft>
                <a:spcPts val="0"/>
              </a:spcAft>
              <a:buSzPts val="7200"/>
              <a:buNone/>
              <a:defRPr sz="7200"/>
            </a:lvl5pPr>
            <a:lvl6pPr lvl="5" rtl="0" algn="ctr">
              <a:lnSpc>
                <a:spcPct val="100000"/>
              </a:lnSpc>
              <a:spcBef>
                <a:spcPts val="0"/>
              </a:spcBef>
              <a:spcAft>
                <a:spcPts val="0"/>
              </a:spcAft>
              <a:buSzPts val="7200"/>
              <a:buNone/>
              <a:defRPr sz="7200"/>
            </a:lvl6pPr>
            <a:lvl7pPr lvl="6" rtl="0" algn="ctr">
              <a:lnSpc>
                <a:spcPct val="100000"/>
              </a:lnSpc>
              <a:spcBef>
                <a:spcPts val="0"/>
              </a:spcBef>
              <a:spcAft>
                <a:spcPts val="0"/>
              </a:spcAft>
              <a:buSzPts val="7200"/>
              <a:buNone/>
              <a:defRPr sz="7200"/>
            </a:lvl7pPr>
            <a:lvl8pPr lvl="7" rtl="0" algn="ctr">
              <a:lnSpc>
                <a:spcPct val="100000"/>
              </a:lnSpc>
              <a:spcBef>
                <a:spcPts val="0"/>
              </a:spcBef>
              <a:spcAft>
                <a:spcPts val="0"/>
              </a:spcAft>
              <a:buSzPts val="7200"/>
              <a:buNone/>
              <a:defRPr sz="7200"/>
            </a:lvl8pPr>
            <a:lvl9pPr lvl="8" rtl="0" algn="ctr">
              <a:lnSpc>
                <a:spcPct val="100000"/>
              </a:lnSpc>
              <a:spcBef>
                <a:spcPts val="0"/>
              </a:spcBef>
              <a:spcAft>
                <a:spcPts val="0"/>
              </a:spcAft>
              <a:buSzPts val="7200"/>
              <a:buNone/>
              <a:defRPr sz="7200"/>
            </a:lvl9pPr>
          </a:lstStyle>
          <a:p/>
        </p:txBody>
      </p:sp>
      <p:sp>
        <p:nvSpPr>
          <p:cNvPr id="57" name="Google Shape;57;p14"/>
          <p:cNvSpPr/>
          <p:nvPr/>
        </p:nvSpPr>
        <p:spPr>
          <a:xfrm>
            <a:off x="5736975" y="4353281"/>
            <a:ext cx="1215300" cy="12153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899999">
            <a:off x="4821272" y="280788"/>
            <a:ext cx="596232" cy="51718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rot="301025">
            <a:off x="8392867" y="2061425"/>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rot="10800000">
            <a:off x="-5489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txBox="1"/>
          <p:nvPr>
            <p:ph hasCustomPrompt="1" type="title"/>
          </p:nvPr>
        </p:nvSpPr>
        <p:spPr>
          <a:xfrm>
            <a:off x="3379072" y="109215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63" name="Google Shape;63;p15"/>
          <p:cNvSpPr txBox="1"/>
          <p:nvPr>
            <p:ph idx="1" type="subTitle"/>
          </p:nvPr>
        </p:nvSpPr>
        <p:spPr>
          <a:xfrm>
            <a:off x="4128325" y="3269563"/>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64" name="Google Shape;64;p15"/>
          <p:cNvSpPr txBox="1"/>
          <p:nvPr>
            <p:ph idx="2" type="title"/>
          </p:nvPr>
        </p:nvSpPr>
        <p:spPr>
          <a:xfrm>
            <a:off x="4128325" y="1976575"/>
            <a:ext cx="43023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65" name="Google Shape;65;p15"/>
          <p:cNvSpPr/>
          <p:nvPr/>
        </p:nvSpPr>
        <p:spPr>
          <a:xfrm rot="301025">
            <a:off x="8519867" y="2297050"/>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flipH="1">
            <a:off x="5517534" y="3667850"/>
            <a:ext cx="4068217"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7" name="Shape 67"/>
        <p:cNvGrpSpPr/>
        <p:nvPr/>
      </p:nvGrpSpPr>
      <p:grpSpPr>
        <a:xfrm>
          <a:off x="0" y="0"/>
          <a:ext cx="0" cy="0"/>
          <a:chOff x="0" y="0"/>
          <a:chExt cx="0" cy="0"/>
        </a:xfrm>
      </p:grpSpPr>
      <p:sp>
        <p:nvSpPr>
          <p:cNvPr id="68" name="Google Shape;68;p16"/>
          <p:cNvSpPr txBox="1"/>
          <p:nvPr>
            <p:ph idx="1" type="body"/>
          </p:nvPr>
        </p:nvSpPr>
        <p:spPr>
          <a:xfrm>
            <a:off x="713100" y="1200150"/>
            <a:ext cx="7717800" cy="3404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AutoNum type="arabicPeriod"/>
              <a:defRPr sz="1200"/>
            </a:lvl1pPr>
            <a:lvl2pPr indent="-304800" lvl="1" marL="914400" rtl="0">
              <a:spcBef>
                <a:spcPts val="0"/>
              </a:spcBef>
              <a:spcAft>
                <a:spcPts val="0"/>
              </a:spcAft>
              <a:buSzPts val="1200"/>
              <a:buAutoNum type="alphaLcPeriod"/>
              <a:defRPr sz="1200"/>
            </a:lvl2pPr>
            <a:lvl3pPr indent="-304800" lvl="2" marL="1371600" rtl="0">
              <a:spcBef>
                <a:spcPts val="0"/>
              </a:spcBef>
              <a:spcAft>
                <a:spcPts val="0"/>
              </a:spcAft>
              <a:buSzPts val="1200"/>
              <a:buAutoNum type="romanLcPeriod"/>
              <a:defRPr sz="1200"/>
            </a:lvl3pPr>
            <a:lvl4pPr indent="-304800" lvl="3" marL="1828800" rtl="0">
              <a:spcBef>
                <a:spcPts val="0"/>
              </a:spcBef>
              <a:spcAft>
                <a:spcPts val="0"/>
              </a:spcAft>
              <a:buSzPts val="1200"/>
              <a:buAutoNum type="arabicPeriod"/>
              <a:defRPr sz="1200"/>
            </a:lvl4pPr>
            <a:lvl5pPr indent="-304800" lvl="4" marL="2286000" rtl="0">
              <a:spcBef>
                <a:spcPts val="0"/>
              </a:spcBef>
              <a:spcAft>
                <a:spcPts val="0"/>
              </a:spcAft>
              <a:buSzPts val="1200"/>
              <a:buAutoNum type="alphaLcPeriod"/>
              <a:defRPr sz="1200"/>
            </a:lvl5pPr>
            <a:lvl6pPr indent="-304800" lvl="5" marL="2743200" rtl="0">
              <a:spcBef>
                <a:spcPts val="0"/>
              </a:spcBef>
              <a:spcAft>
                <a:spcPts val="0"/>
              </a:spcAft>
              <a:buSzPts val="1200"/>
              <a:buAutoNum type="romanLcPeriod"/>
              <a:defRPr sz="1200"/>
            </a:lvl6pPr>
            <a:lvl7pPr indent="-304800" lvl="6" marL="3200400" rtl="0">
              <a:spcBef>
                <a:spcPts val="0"/>
              </a:spcBef>
              <a:spcAft>
                <a:spcPts val="0"/>
              </a:spcAft>
              <a:buSzPts val="1200"/>
              <a:buAutoNum type="arabicPeriod"/>
              <a:defRPr sz="1200"/>
            </a:lvl7pPr>
            <a:lvl8pPr indent="-304800" lvl="7" marL="3657600" rtl="0">
              <a:spcBef>
                <a:spcPts val="0"/>
              </a:spcBef>
              <a:spcAft>
                <a:spcPts val="0"/>
              </a:spcAft>
              <a:buSzPts val="1200"/>
              <a:buAutoNum type="alphaLcPeriod"/>
              <a:defRPr sz="1200"/>
            </a:lvl8pPr>
            <a:lvl9pPr indent="-304800" lvl="8" marL="4114800" rtl="0">
              <a:spcBef>
                <a:spcPts val="0"/>
              </a:spcBef>
              <a:spcAft>
                <a:spcPts val="0"/>
              </a:spcAft>
              <a:buSzPts val="1200"/>
              <a:buAutoNum type="romanLcPeriod"/>
              <a:defRPr sz="1200"/>
            </a:lvl9pPr>
          </a:lstStyle>
          <a:p/>
        </p:txBody>
      </p:sp>
      <p:sp>
        <p:nvSpPr>
          <p:cNvPr id="69" name="Google Shape;69;p16"/>
          <p:cNvSpPr txBox="1"/>
          <p:nvPr>
            <p:ph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70" name="Google Shape;70;p16"/>
          <p:cNvSpPr/>
          <p:nvPr/>
        </p:nvSpPr>
        <p:spPr>
          <a:xfrm rot="301033">
            <a:off x="318889" y="-265259"/>
            <a:ext cx="789020" cy="68439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6"/>
          <p:cNvSpPr/>
          <p:nvPr/>
        </p:nvSpPr>
        <p:spPr>
          <a:xfrm>
            <a:off x="-416475" y="131026"/>
            <a:ext cx="1026000" cy="1026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rot="301053">
            <a:off x="1237580" y="4938577"/>
            <a:ext cx="437515" cy="379513"/>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p:nvPr/>
        </p:nvSpPr>
        <p:spPr>
          <a:xfrm flipH="1">
            <a:off x="7649620" y="4353278"/>
            <a:ext cx="1720458" cy="790182"/>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 name="Google Shape;74;p16"/>
          <p:cNvGrpSpPr/>
          <p:nvPr/>
        </p:nvGrpSpPr>
        <p:grpSpPr>
          <a:xfrm>
            <a:off x="8777542" y="3288374"/>
            <a:ext cx="547954" cy="547954"/>
            <a:chOff x="3796125" y="-35750"/>
            <a:chExt cx="773400" cy="773400"/>
          </a:xfrm>
        </p:grpSpPr>
        <p:sp>
          <p:nvSpPr>
            <p:cNvPr id="75" name="Google Shape;75;p1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7" name="Shape 77"/>
        <p:cNvGrpSpPr/>
        <p:nvPr/>
      </p:nvGrpSpPr>
      <p:grpSpPr>
        <a:xfrm>
          <a:off x="0" y="0"/>
          <a:ext cx="0" cy="0"/>
          <a:chOff x="0" y="0"/>
          <a:chExt cx="0" cy="0"/>
        </a:xfrm>
      </p:grpSpPr>
      <p:sp>
        <p:nvSpPr>
          <p:cNvPr id="78" name="Google Shape;78;p17"/>
          <p:cNvSpPr txBox="1"/>
          <p:nvPr>
            <p:ph idx="1" type="subTitle"/>
          </p:nvPr>
        </p:nvSpPr>
        <p:spPr>
          <a:xfrm>
            <a:off x="1433113" y="2554911"/>
            <a:ext cx="23049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79" name="Google Shape;79;p17"/>
          <p:cNvSpPr txBox="1"/>
          <p:nvPr>
            <p:ph idx="2" type="subTitle"/>
          </p:nvPr>
        </p:nvSpPr>
        <p:spPr>
          <a:xfrm>
            <a:off x="5300073" y="2554914"/>
            <a:ext cx="23016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80" name="Google Shape;80;p17"/>
          <p:cNvSpPr txBox="1"/>
          <p:nvPr>
            <p:ph type="title"/>
          </p:nvPr>
        </p:nvSpPr>
        <p:spPr>
          <a:xfrm>
            <a:off x="1433038" y="2104375"/>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81" name="Google Shape;81;p17"/>
          <p:cNvSpPr txBox="1"/>
          <p:nvPr>
            <p:ph idx="3" type="title"/>
          </p:nvPr>
        </p:nvSpPr>
        <p:spPr>
          <a:xfrm>
            <a:off x="5299537" y="2104388"/>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82" name="Google Shape;82;p17"/>
          <p:cNvSpPr txBox="1"/>
          <p:nvPr>
            <p:ph idx="4"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83" name="Google Shape;83;p17"/>
          <p:cNvGrpSpPr/>
          <p:nvPr/>
        </p:nvGrpSpPr>
        <p:grpSpPr>
          <a:xfrm flipH="1" rot="10800000">
            <a:off x="-110852" y="3990045"/>
            <a:ext cx="760318" cy="1338746"/>
            <a:chOff x="5664675" y="3001250"/>
            <a:chExt cx="332525" cy="585500"/>
          </a:xfrm>
        </p:grpSpPr>
        <p:sp>
          <p:nvSpPr>
            <p:cNvPr id="84" name="Google Shape;84;p17"/>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17"/>
          <p:cNvGrpSpPr/>
          <p:nvPr/>
        </p:nvGrpSpPr>
        <p:grpSpPr>
          <a:xfrm>
            <a:off x="7944315" y="-158168"/>
            <a:ext cx="1340175" cy="1793702"/>
            <a:chOff x="5556925" y="2802275"/>
            <a:chExt cx="586125" cy="784475"/>
          </a:xfrm>
        </p:grpSpPr>
        <p:sp>
          <p:nvSpPr>
            <p:cNvPr id="88" name="Google Shape;88;p17"/>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7"/>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7"/>
          <p:cNvSpPr/>
          <p:nvPr/>
        </p:nvSpPr>
        <p:spPr>
          <a:xfrm>
            <a:off x="-239896" y="-853452"/>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7"/>
          <p:cNvSpPr/>
          <p:nvPr/>
        </p:nvSpPr>
        <p:spPr>
          <a:xfrm>
            <a:off x="337851" y="4471670"/>
            <a:ext cx="1017600" cy="10173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7"/>
          <p:cNvSpPr/>
          <p:nvPr/>
        </p:nvSpPr>
        <p:spPr>
          <a:xfrm>
            <a:off x="7830954" y="2208373"/>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18"/>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02" name="Google Shape;102;p18"/>
          <p:cNvSpPr/>
          <p:nvPr/>
        </p:nvSpPr>
        <p:spPr>
          <a:xfrm>
            <a:off x="8541752" y="4017174"/>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8"/>
          <p:cNvSpPr/>
          <p:nvPr/>
        </p:nvSpPr>
        <p:spPr>
          <a:xfrm>
            <a:off x="-922398" y="-635351"/>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 name="Google Shape;104;p18"/>
          <p:cNvGrpSpPr/>
          <p:nvPr/>
        </p:nvGrpSpPr>
        <p:grpSpPr>
          <a:xfrm>
            <a:off x="415747" y="200236"/>
            <a:ext cx="436739" cy="436739"/>
            <a:chOff x="3796125" y="-35750"/>
            <a:chExt cx="773400" cy="773400"/>
          </a:xfrm>
        </p:grpSpPr>
        <p:sp>
          <p:nvSpPr>
            <p:cNvPr id="105" name="Google Shape;105;p1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 name="Google Shape;107;p18"/>
          <p:cNvGrpSpPr/>
          <p:nvPr/>
        </p:nvGrpSpPr>
        <p:grpSpPr>
          <a:xfrm>
            <a:off x="7831044" y="4962597"/>
            <a:ext cx="272005" cy="272005"/>
            <a:chOff x="3796125" y="-35750"/>
            <a:chExt cx="773400" cy="773400"/>
          </a:xfrm>
        </p:grpSpPr>
        <p:sp>
          <p:nvSpPr>
            <p:cNvPr id="108" name="Google Shape;108;p1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0" name="Shape 110"/>
        <p:cNvGrpSpPr/>
        <p:nvPr/>
      </p:nvGrpSpPr>
      <p:grpSpPr>
        <a:xfrm>
          <a:off x="0" y="0"/>
          <a:ext cx="0" cy="0"/>
          <a:chOff x="0" y="0"/>
          <a:chExt cx="0" cy="0"/>
        </a:xfrm>
      </p:grpSpPr>
      <p:sp>
        <p:nvSpPr>
          <p:cNvPr id="111" name="Google Shape;111;p19"/>
          <p:cNvSpPr/>
          <p:nvPr/>
        </p:nvSpPr>
        <p:spPr>
          <a:xfrm rot="-177409">
            <a:off x="1047241" y="453943"/>
            <a:ext cx="7037169" cy="4235665"/>
          </a:xfrm>
          <a:prstGeom prst="roundRect">
            <a:avLst>
              <a:gd fmla="val 2931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idx="1" type="body"/>
          </p:nvPr>
        </p:nvSpPr>
        <p:spPr>
          <a:xfrm>
            <a:off x="1894800" y="1826350"/>
            <a:ext cx="5354400" cy="2124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Font typeface="Karla"/>
              <a:buChar char="●"/>
              <a:defRPr/>
            </a:lvl1pPr>
            <a:lvl2pPr indent="-317500" lvl="1" marL="914400" rtl="0">
              <a:spcBef>
                <a:spcPts val="0"/>
              </a:spcBef>
              <a:spcAft>
                <a:spcPts val="0"/>
              </a:spcAft>
              <a:buClr>
                <a:srgbClr val="211F1F"/>
              </a:buClr>
              <a:buSzPts val="1400"/>
              <a:buFont typeface="Karla"/>
              <a:buChar char="○"/>
              <a:defRPr/>
            </a:lvl2pPr>
            <a:lvl3pPr indent="-317500" lvl="2" marL="1371600" rtl="0">
              <a:spcBef>
                <a:spcPts val="0"/>
              </a:spcBef>
              <a:spcAft>
                <a:spcPts val="0"/>
              </a:spcAft>
              <a:buClr>
                <a:srgbClr val="211F1F"/>
              </a:buClr>
              <a:buSzPts val="1400"/>
              <a:buFont typeface="Karla"/>
              <a:buChar char="■"/>
              <a:defRPr/>
            </a:lvl3pPr>
            <a:lvl4pPr indent="-317500" lvl="3" marL="1828800" rtl="0">
              <a:spcBef>
                <a:spcPts val="0"/>
              </a:spcBef>
              <a:spcAft>
                <a:spcPts val="0"/>
              </a:spcAft>
              <a:buClr>
                <a:srgbClr val="211F1F"/>
              </a:buClr>
              <a:buSzPts val="1400"/>
              <a:buFont typeface="Karla"/>
              <a:buChar char="●"/>
              <a:defRPr/>
            </a:lvl4pPr>
            <a:lvl5pPr indent="-317500" lvl="4" marL="2286000" rtl="0">
              <a:spcBef>
                <a:spcPts val="0"/>
              </a:spcBef>
              <a:spcAft>
                <a:spcPts val="0"/>
              </a:spcAft>
              <a:buClr>
                <a:srgbClr val="211F1F"/>
              </a:buClr>
              <a:buSzPts val="1400"/>
              <a:buFont typeface="Karla"/>
              <a:buChar char="○"/>
              <a:defRPr/>
            </a:lvl5pPr>
            <a:lvl6pPr indent="-317500" lvl="5" marL="2743200" rtl="0">
              <a:spcBef>
                <a:spcPts val="0"/>
              </a:spcBef>
              <a:spcAft>
                <a:spcPts val="0"/>
              </a:spcAft>
              <a:buClr>
                <a:srgbClr val="211F1F"/>
              </a:buClr>
              <a:buSzPts val="1400"/>
              <a:buFont typeface="Karla"/>
              <a:buChar char="■"/>
              <a:defRPr/>
            </a:lvl6pPr>
            <a:lvl7pPr indent="-317500" lvl="6" marL="3200400" rtl="0">
              <a:spcBef>
                <a:spcPts val="0"/>
              </a:spcBef>
              <a:spcAft>
                <a:spcPts val="0"/>
              </a:spcAft>
              <a:buClr>
                <a:srgbClr val="211F1F"/>
              </a:buClr>
              <a:buSzPts val="1400"/>
              <a:buFont typeface="Karla"/>
              <a:buChar char="●"/>
              <a:defRPr/>
            </a:lvl7pPr>
            <a:lvl8pPr indent="-317500" lvl="7" marL="3657600" rtl="0">
              <a:spcBef>
                <a:spcPts val="0"/>
              </a:spcBef>
              <a:spcAft>
                <a:spcPts val="0"/>
              </a:spcAft>
              <a:buClr>
                <a:srgbClr val="211F1F"/>
              </a:buClr>
              <a:buSzPts val="1400"/>
              <a:buFont typeface="Karla"/>
              <a:buChar char="○"/>
              <a:defRPr/>
            </a:lvl8pPr>
            <a:lvl9pPr indent="-317500" lvl="8" marL="4114800" rtl="0">
              <a:spcBef>
                <a:spcPts val="0"/>
              </a:spcBef>
              <a:spcAft>
                <a:spcPts val="0"/>
              </a:spcAft>
              <a:buClr>
                <a:srgbClr val="211F1F"/>
              </a:buClr>
              <a:buSzPts val="1400"/>
              <a:buFont typeface="Karla"/>
              <a:buChar char="■"/>
              <a:defRPr/>
            </a:lvl9pPr>
          </a:lstStyle>
          <a:p/>
        </p:txBody>
      </p:sp>
      <p:sp>
        <p:nvSpPr>
          <p:cNvPr id="113" name="Google Shape;113;p19"/>
          <p:cNvSpPr txBox="1"/>
          <p:nvPr>
            <p:ph type="title"/>
          </p:nvPr>
        </p:nvSpPr>
        <p:spPr>
          <a:xfrm>
            <a:off x="1894800" y="1087450"/>
            <a:ext cx="53544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sp>
        <p:nvSpPr>
          <p:cNvPr id="115" name="Google Shape;115;p20"/>
          <p:cNvSpPr/>
          <p:nvPr/>
        </p:nvSpPr>
        <p:spPr>
          <a:xfrm rot="1183069">
            <a:off x="-125892" y="570955"/>
            <a:ext cx="9909784" cy="427643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type="title"/>
          </p:nvPr>
        </p:nvSpPr>
        <p:spPr>
          <a:xfrm>
            <a:off x="713275" y="1833000"/>
            <a:ext cx="7717500" cy="147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6000"/>
              <a:buNone/>
              <a:defRPr sz="4000"/>
            </a:lvl1pPr>
            <a:lvl2pPr lvl="1" rtl="0" algn="ctr">
              <a:lnSpc>
                <a:spcPct val="100000"/>
              </a:lnSpc>
              <a:spcBef>
                <a:spcPts val="0"/>
              </a:spcBef>
              <a:spcAft>
                <a:spcPts val="0"/>
              </a:spcAft>
              <a:buSzPts val="6000"/>
              <a:buNone/>
              <a:defRPr sz="6000"/>
            </a:lvl2pPr>
            <a:lvl3pPr lvl="2" rtl="0" algn="ctr">
              <a:lnSpc>
                <a:spcPct val="100000"/>
              </a:lnSpc>
              <a:spcBef>
                <a:spcPts val="0"/>
              </a:spcBef>
              <a:spcAft>
                <a:spcPts val="0"/>
              </a:spcAft>
              <a:buSzPts val="6000"/>
              <a:buNone/>
              <a:defRPr sz="6000"/>
            </a:lvl3pPr>
            <a:lvl4pPr lvl="3" rtl="0" algn="ctr">
              <a:lnSpc>
                <a:spcPct val="100000"/>
              </a:lnSpc>
              <a:spcBef>
                <a:spcPts val="0"/>
              </a:spcBef>
              <a:spcAft>
                <a:spcPts val="0"/>
              </a:spcAft>
              <a:buSzPts val="6000"/>
              <a:buNone/>
              <a:defRPr sz="6000"/>
            </a:lvl4pPr>
            <a:lvl5pPr lvl="4" rtl="0" algn="ctr">
              <a:lnSpc>
                <a:spcPct val="100000"/>
              </a:lnSpc>
              <a:spcBef>
                <a:spcPts val="0"/>
              </a:spcBef>
              <a:spcAft>
                <a:spcPts val="0"/>
              </a:spcAft>
              <a:buSzPts val="6000"/>
              <a:buNone/>
              <a:defRPr sz="6000"/>
            </a:lvl5pPr>
            <a:lvl6pPr lvl="5" rtl="0" algn="ctr">
              <a:lnSpc>
                <a:spcPct val="100000"/>
              </a:lnSpc>
              <a:spcBef>
                <a:spcPts val="0"/>
              </a:spcBef>
              <a:spcAft>
                <a:spcPts val="0"/>
              </a:spcAft>
              <a:buSzPts val="6000"/>
              <a:buNone/>
              <a:defRPr sz="6000"/>
            </a:lvl6pPr>
            <a:lvl7pPr lvl="6" rtl="0" algn="ctr">
              <a:lnSpc>
                <a:spcPct val="100000"/>
              </a:lnSpc>
              <a:spcBef>
                <a:spcPts val="0"/>
              </a:spcBef>
              <a:spcAft>
                <a:spcPts val="0"/>
              </a:spcAft>
              <a:buSzPts val="6000"/>
              <a:buNone/>
              <a:defRPr sz="6000"/>
            </a:lvl7pPr>
            <a:lvl8pPr lvl="7" rtl="0" algn="ctr">
              <a:lnSpc>
                <a:spcPct val="100000"/>
              </a:lnSpc>
              <a:spcBef>
                <a:spcPts val="0"/>
              </a:spcBef>
              <a:spcAft>
                <a:spcPts val="0"/>
              </a:spcAft>
              <a:buSzPts val="6000"/>
              <a:buNone/>
              <a:defRPr sz="6000"/>
            </a:lvl8pPr>
            <a:lvl9pPr lvl="8" rtl="0" algn="ctr">
              <a:lnSpc>
                <a:spcPct val="100000"/>
              </a:lnSpc>
              <a:spcBef>
                <a:spcPts val="0"/>
              </a:spcBef>
              <a:spcAft>
                <a:spcPts val="0"/>
              </a:spcAft>
              <a:buSzPts val="6000"/>
              <a:buNone/>
              <a:defRPr sz="6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sp>
        <p:nvSpPr>
          <p:cNvPr id="118" name="Google Shape;118;p21"/>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1"/>
          <p:cNvSpPr txBox="1"/>
          <p:nvPr>
            <p:ph type="title"/>
          </p:nvPr>
        </p:nvSpPr>
        <p:spPr>
          <a:xfrm>
            <a:off x="2371700" y="1356525"/>
            <a:ext cx="44004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120" name="Google Shape;120;p21"/>
          <p:cNvSpPr txBox="1"/>
          <p:nvPr>
            <p:ph idx="1" type="subTitle"/>
          </p:nvPr>
        </p:nvSpPr>
        <p:spPr>
          <a:xfrm>
            <a:off x="2372317" y="2217075"/>
            <a:ext cx="4400100" cy="156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grpSp>
        <p:nvGrpSpPr>
          <p:cNvPr id="121" name="Google Shape;121;p21"/>
          <p:cNvGrpSpPr/>
          <p:nvPr/>
        </p:nvGrpSpPr>
        <p:grpSpPr>
          <a:xfrm rot="544898">
            <a:off x="7445424" y="2480334"/>
            <a:ext cx="1480057" cy="2886420"/>
            <a:chOff x="6945350" y="145425"/>
            <a:chExt cx="317325" cy="618850"/>
          </a:xfrm>
        </p:grpSpPr>
        <p:sp>
          <p:nvSpPr>
            <p:cNvPr id="122" name="Google Shape;122;p21"/>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1"/>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21"/>
          <p:cNvGrpSpPr/>
          <p:nvPr/>
        </p:nvGrpSpPr>
        <p:grpSpPr>
          <a:xfrm rot="-2019428">
            <a:off x="173931" y="276323"/>
            <a:ext cx="1078938" cy="1614954"/>
            <a:chOff x="7166500" y="-57275"/>
            <a:chExt cx="414050" cy="619750"/>
          </a:xfrm>
        </p:grpSpPr>
        <p:sp>
          <p:nvSpPr>
            <p:cNvPr id="127" name="Google Shape;127;p21"/>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1"/>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21"/>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21"/>
          <p:cNvGrpSpPr/>
          <p:nvPr/>
        </p:nvGrpSpPr>
        <p:grpSpPr>
          <a:xfrm>
            <a:off x="6882210" y="4033046"/>
            <a:ext cx="609207" cy="609207"/>
            <a:chOff x="3796125" y="-35750"/>
            <a:chExt cx="773400" cy="773400"/>
          </a:xfrm>
        </p:grpSpPr>
        <p:sp>
          <p:nvSpPr>
            <p:cNvPr id="133" name="Google Shape;133;p21"/>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1"/>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 name="Google Shape;135;p21"/>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 name="Shape 136"/>
        <p:cNvGrpSpPr/>
        <p:nvPr/>
      </p:nvGrpSpPr>
      <p:grpSpPr>
        <a:xfrm>
          <a:off x="0" y="0"/>
          <a:ext cx="0" cy="0"/>
          <a:chOff x="0" y="0"/>
          <a:chExt cx="0" cy="0"/>
        </a:xfrm>
      </p:grpSpPr>
      <p:sp>
        <p:nvSpPr>
          <p:cNvPr id="137" name="Google Shape;137;p22"/>
          <p:cNvSpPr txBox="1"/>
          <p:nvPr>
            <p:ph type="title"/>
          </p:nvPr>
        </p:nvSpPr>
        <p:spPr>
          <a:xfrm>
            <a:off x="713400" y="426536"/>
            <a:ext cx="2496600" cy="2031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sz="3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23"/>
          <p:cNvSpPr txBox="1"/>
          <p:nvPr>
            <p:ph hasCustomPrompt="1" type="title"/>
          </p:nvPr>
        </p:nvSpPr>
        <p:spPr>
          <a:xfrm>
            <a:off x="2493475" y="1733875"/>
            <a:ext cx="4157100" cy="113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200"/>
              <a:buNone/>
              <a:defRPr sz="7200"/>
            </a:lvl1pPr>
            <a:lvl2pPr lvl="1" rtl="0" algn="ctr">
              <a:spcBef>
                <a:spcPts val="0"/>
              </a:spcBef>
              <a:spcAft>
                <a:spcPts val="0"/>
              </a:spcAft>
              <a:buSzPts val="8200"/>
              <a:buNone/>
              <a:defRPr sz="8200"/>
            </a:lvl2pPr>
            <a:lvl3pPr lvl="2" rtl="0" algn="ctr">
              <a:spcBef>
                <a:spcPts val="0"/>
              </a:spcBef>
              <a:spcAft>
                <a:spcPts val="0"/>
              </a:spcAft>
              <a:buSzPts val="8200"/>
              <a:buNone/>
              <a:defRPr sz="8200"/>
            </a:lvl3pPr>
            <a:lvl4pPr lvl="3" rtl="0" algn="ctr">
              <a:spcBef>
                <a:spcPts val="0"/>
              </a:spcBef>
              <a:spcAft>
                <a:spcPts val="0"/>
              </a:spcAft>
              <a:buSzPts val="8200"/>
              <a:buNone/>
              <a:defRPr sz="8200"/>
            </a:lvl4pPr>
            <a:lvl5pPr lvl="4" rtl="0" algn="ctr">
              <a:spcBef>
                <a:spcPts val="0"/>
              </a:spcBef>
              <a:spcAft>
                <a:spcPts val="0"/>
              </a:spcAft>
              <a:buSzPts val="8200"/>
              <a:buNone/>
              <a:defRPr sz="8200"/>
            </a:lvl5pPr>
            <a:lvl6pPr lvl="5" rtl="0" algn="ctr">
              <a:spcBef>
                <a:spcPts val="0"/>
              </a:spcBef>
              <a:spcAft>
                <a:spcPts val="0"/>
              </a:spcAft>
              <a:buSzPts val="8200"/>
              <a:buNone/>
              <a:defRPr sz="8200"/>
            </a:lvl6pPr>
            <a:lvl7pPr lvl="6" rtl="0" algn="ctr">
              <a:spcBef>
                <a:spcPts val="0"/>
              </a:spcBef>
              <a:spcAft>
                <a:spcPts val="0"/>
              </a:spcAft>
              <a:buSzPts val="8200"/>
              <a:buNone/>
              <a:defRPr sz="8200"/>
            </a:lvl7pPr>
            <a:lvl8pPr lvl="7" rtl="0" algn="ctr">
              <a:spcBef>
                <a:spcPts val="0"/>
              </a:spcBef>
              <a:spcAft>
                <a:spcPts val="0"/>
              </a:spcAft>
              <a:buSzPts val="8200"/>
              <a:buNone/>
              <a:defRPr sz="8200"/>
            </a:lvl8pPr>
            <a:lvl9pPr lvl="8" rtl="0" algn="ctr">
              <a:spcBef>
                <a:spcPts val="0"/>
              </a:spcBef>
              <a:spcAft>
                <a:spcPts val="0"/>
              </a:spcAft>
              <a:buSzPts val="8200"/>
              <a:buNone/>
              <a:defRPr sz="8200"/>
            </a:lvl9pPr>
          </a:lstStyle>
          <a:p>
            <a:r>
              <a:t>xx%</a:t>
            </a:r>
          </a:p>
        </p:txBody>
      </p:sp>
      <p:sp>
        <p:nvSpPr>
          <p:cNvPr id="140" name="Google Shape;140;p23"/>
          <p:cNvSpPr txBox="1"/>
          <p:nvPr>
            <p:ph idx="1" type="subTitle"/>
          </p:nvPr>
        </p:nvSpPr>
        <p:spPr>
          <a:xfrm>
            <a:off x="2846875" y="2794050"/>
            <a:ext cx="3450000" cy="7389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b="1" sz="1800"/>
            </a:lvl2pPr>
            <a:lvl3pPr lvl="2" rtl="0" algn="ctr">
              <a:spcBef>
                <a:spcPts val="0"/>
              </a:spcBef>
              <a:spcAft>
                <a:spcPts val="0"/>
              </a:spcAft>
              <a:buNone/>
              <a:defRPr b="1" sz="1800"/>
            </a:lvl3pPr>
            <a:lvl4pPr lvl="3" rtl="0" algn="ctr">
              <a:spcBef>
                <a:spcPts val="0"/>
              </a:spcBef>
              <a:spcAft>
                <a:spcPts val="0"/>
              </a:spcAft>
              <a:buNone/>
              <a:defRPr b="1" sz="1800"/>
            </a:lvl4pPr>
            <a:lvl5pPr lvl="4" rtl="0" algn="ctr">
              <a:spcBef>
                <a:spcPts val="0"/>
              </a:spcBef>
              <a:spcAft>
                <a:spcPts val="0"/>
              </a:spcAft>
              <a:buNone/>
              <a:defRPr b="1" sz="1800"/>
            </a:lvl5pPr>
            <a:lvl6pPr lvl="5" rtl="0" algn="ctr">
              <a:spcBef>
                <a:spcPts val="0"/>
              </a:spcBef>
              <a:spcAft>
                <a:spcPts val="0"/>
              </a:spcAft>
              <a:buNone/>
              <a:defRPr b="1" sz="1800"/>
            </a:lvl6pPr>
            <a:lvl7pPr lvl="6" rtl="0" algn="ctr">
              <a:spcBef>
                <a:spcPts val="0"/>
              </a:spcBef>
              <a:spcAft>
                <a:spcPts val="0"/>
              </a:spcAft>
              <a:buNone/>
              <a:defRPr b="1" sz="1800"/>
            </a:lvl7pPr>
            <a:lvl8pPr lvl="7" rtl="0" algn="ctr">
              <a:spcBef>
                <a:spcPts val="0"/>
              </a:spcBef>
              <a:spcAft>
                <a:spcPts val="0"/>
              </a:spcAft>
              <a:buNone/>
              <a:defRPr b="1" sz="1800"/>
            </a:lvl8pPr>
            <a:lvl9pPr lvl="8" rtl="0" algn="ctr">
              <a:spcBef>
                <a:spcPts val="0"/>
              </a:spcBef>
              <a:spcAft>
                <a:spcPts val="0"/>
              </a:spcAft>
              <a:buNone/>
              <a:defRPr b="1" sz="1800"/>
            </a:lvl9pPr>
          </a:lstStyle>
          <a:p/>
        </p:txBody>
      </p:sp>
      <p:sp>
        <p:nvSpPr>
          <p:cNvPr id="141" name="Google Shape;141;p23"/>
          <p:cNvSpPr/>
          <p:nvPr/>
        </p:nvSpPr>
        <p:spPr>
          <a:xfrm>
            <a:off x="135078" y="1158431"/>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3"/>
          <p:cNvSpPr/>
          <p:nvPr/>
        </p:nvSpPr>
        <p:spPr>
          <a:xfrm flipH="1">
            <a:off x="7183578" y="3848356"/>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3"/>
          <p:cNvSpPr/>
          <p:nvPr/>
        </p:nvSpPr>
        <p:spPr>
          <a:xfrm>
            <a:off x="-841766" y="-142767"/>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3"/>
          <p:cNvSpPr/>
          <p:nvPr/>
        </p:nvSpPr>
        <p:spPr>
          <a:xfrm>
            <a:off x="7956534" y="3982408"/>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 name="Google Shape;145;p23"/>
          <p:cNvGrpSpPr/>
          <p:nvPr/>
        </p:nvGrpSpPr>
        <p:grpSpPr>
          <a:xfrm>
            <a:off x="-702494" y="2003298"/>
            <a:ext cx="3425319" cy="3934103"/>
            <a:chOff x="-702494" y="2003298"/>
            <a:chExt cx="3425319" cy="3934103"/>
          </a:xfrm>
        </p:grpSpPr>
        <p:grpSp>
          <p:nvGrpSpPr>
            <p:cNvPr id="146" name="Google Shape;146;p23"/>
            <p:cNvGrpSpPr/>
            <p:nvPr/>
          </p:nvGrpSpPr>
          <p:grpSpPr>
            <a:xfrm rot="1756180">
              <a:off x="-9676" y="2287004"/>
              <a:ext cx="2039685" cy="3366690"/>
              <a:chOff x="839075" y="2285650"/>
              <a:chExt cx="692675" cy="1143325"/>
            </a:xfrm>
          </p:grpSpPr>
          <p:sp>
            <p:nvSpPr>
              <p:cNvPr id="147" name="Google Shape;147;p23"/>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3"/>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3"/>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3"/>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3"/>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3"/>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 name="Google Shape;155;p23"/>
            <p:cNvSpPr/>
            <p:nvPr/>
          </p:nvSpPr>
          <p:spPr>
            <a:xfrm rot="301042">
              <a:off x="814248" y="32897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rot="301042">
              <a:off x="4748" y="427047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3"/>
            <p:cNvSpPr/>
            <p:nvPr/>
          </p:nvSpPr>
          <p:spPr>
            <a:xfrm rot="301042">
              <a:off x="1916798" y="37201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rot="301042">
              <a:off x="647473" y="529352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23"/>
          <p:cNvGrpSpPr/>
          <p:nvPr/>
        </p:nvGrpSpPr>
        <p:grpSpPr>
          <a:xfrm>
            <a:off x="6478194" y="-430877"/>
            <a:ext cx="3425319" cy="3934103"/>
            <a:chOff x="6478194" y="-430877"/>
            <a:chExt cx="3425319" cy="3934103"/>
          </a:xfrm>
        </p:grpSpPr>
        <p:grpSp>
          <p:nvGrpSpPr>
            <p:cNvPr id="160" name="Google Shape;160;p23"/>
            <p:cNvGrpSpPr/>
            <p:nvPr/>
          </p:nvGrpSpPr>
          <p:grpSpPr>
            <a:xfrm flipH="1" rot="9043820">
              <a:off x="7171011" y="-147171"/>
              <a:ext cx="2039685" cy="3366690"/>
              <a:chOff x="839075" y="2285650"/>
              <a:chExt cx="692675" cy="1143325"/>
            </a:xfrm>
          </p:grpSpPr>
          <p:sp>
            <p:nvSpPr>
              <p:cNvPr id="161" name="Google Shape;161;p23"/>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23"/>
            <p:cNvSpPr/>
            <p:nvPr/>
          </p:nvSpPr>
          <p:spPr>
            <a:xfrm rot="301094">
              <a:off x="7804366" y="-97593"/>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3"/>
            <p:cNvSpPr/>
            <p:nvPr/>
          </p:nvSpPr>
          <p:spPr>
            <a:xfrm rot="301094">
              <a:off x="7162316" y="96780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3"/>
            <p:cNvSpPr/>
            <p:nvPr/>
          </p:nvSpPr>
          <p:spPr>
            <a:xfrm rot="301094">
              <a:off x="9102616" y="154635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72" name="Shape 172"/>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
    <p:spTree>
      <p:nvGrpSpPr>
        <p:cNvPr id="173" name="Shape 173"/>
        <p:cNvGrpSpPr/>
        <p:nvPr/>
      </p:nvGrpSpPr>
      <p:grpSpPr>
        <a:xfrm>
          <a:off x="0" y="0"/>
          <a:ext cx="0" cy="0"/>
          <a:chOff x="0" y="0"/>
          <a:chExt cx="0" cy="0"/>
        </a:xfrm>
      </p:grpSpPr>
      <p:sp>
        <p:nvSpPr>
          <p:cNvPr id="174" name="Google Shape;174;p25"/>
          <p:cNvSpPr/>
          <p:nvPr/>
        </p:nvSpPr>
        <p:spPr>
          <a:xfrm flipH="1">
            <a:off x="6421171" y="-339547"/>
            <a:ext cx="2322776" cy="106681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25"/>
          <p:cNvGrpSpPr/>
          <p:nvPr/>
        </p:nvGrpSpPr>
        <p:grpSpPr>
          <a:xfrm>
            <a:off x="5997322" y="-282391"/>
            <a:ext cx="1424653" cy="1474656"/>
            <a:chOff x="5556925" y="2802275"/>
            <a:chExt cx="757875" cy="784475"/>
          </a:xfrm>
        </p:grpSpPr>
        <p:sp>
          <p:nvSpPr>
            <p:cNvPr id="176" name="Google Shape;176;p25"/>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5"/>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5"/>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5"/>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5"/>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5"/>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5"/>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5"/>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5"/>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5"/>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5"/>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5"/>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5"/>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5"/>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5"/>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5"/>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5"/>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5"/>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5"/>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5"/>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25"/>
          <p:cNvSpPr txBox="1"/>
          <p:nvPr>
            <p:ph idx="1" type="subTitle"/>
          </p:nvPr>
        </p:nvSpPr>
        <p:spPr>
          <a:xfrm>
            <a:off x="1769358" y="2146325"/>
            <a:ext cx="26709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8" name="Google Shape;198;p25"/>
          <p:cNvSpPr txBox="1"/>
          <p:nvPr>
            <p:ph idx="2" type="subTitle"/>
          </p:nvPr>
        </p:nvSpPr>
        <p:spPr>
          <a:xfrm>
            <a:off x="5761834" y="21463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9" name="Google Shape;199;p25"/>
          <p:cNvSpPr txBox="1"/>
          <p:nvPr>
            <p:ph idx="3" type="subTitle"/>
          </p:nvPr>
        </p:nvSpPr>
        <p:spPr>
          <a:xfrm>
            <a:off x="1771412" y="3816325"/>
            <a:ext cx="26718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00" name="Google Shape;200;p25"/>
          <p:cNvSpPr txBox="1"/>
          <p:nvPr>
            <p:ph idx="4" type="subTitle"/>
          </p:nvPr>
        </p:nvSpPr>
        <p:spPr>
          <a:xfrm>
            <a:off x="5761750" y="38369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01" name="Google Shape;201;p25"/>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02" name="Google Shape;202;p25"/>
          <p:cNvSpPr txBox="1"/>
          <p:nvPr>
            <p:ph idx="5" type="title"/>
          </p:nvPr>
        </p:nvSpPr>
        <p:spPr>
          <a:xfrm>
            <a:off x="1768063" y="1448125"/>
            <a:ext cx="26694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3" name="Google Shape;203;p25"/>
          <p:cNvSpPr txBox="1"/>
          <p:nvPr>
            <p:ph idx="6" type="title"/>
          </p:nvPr>
        </p:nvSpPr>
        <p:spPr>
          <a:xfrm>
            <a:off x="5760537" y="14481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5"/>
          <p:cNvSpPr txBox="1"/>
          <p:nvPr>
            <p:ph idx="7" type="title"/>
          </p:nvPr>
        </p:nvSpPr>
        <p:spPr>
          <a:xfrm>
            <a:off x="1771649" y="3116125"/>
            <a:ext cx="26709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5" name="Google Shape;205;p25"/>
          <p:cNvSpPr txBox="1"/>
          <p:nvPr>
            <p:ph idx="8" type="title"/>
          </p:nvPr>
        </p:nvSpPr>
        <p:spPr>
          <a:xfrm>
            <a:off x="5761973" y="31367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6" name="Google Shape;206;p25"/>
          <p:cNvSpPr txBox="1"/>
          <p:nvPr>
            <p:ph hasCustomPrompt="1" idx="9" type="title"/>
          </p:nvPr>
        </p:nvSpPr>
        <p:spPr>
          <a:xfrm>
            <a:off x="864512"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07" name="Google Shape;207;p25"/>
          <p:cNvSpPr txBox="1"/>
          <p:nvPr>
            <p:ph hasCustomPrompt="1" idx="13" type="title"/>
          </p:nvPr>
        </p:nvSpPr>
        <p:spPr>
          <a:xfrm>
            <a:off x="4856987"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08" name="Google Shape;208;p25"/>
          <p:cNvSpPr txBox="1"/>
          <p:nvPr>
            <p:ph hasCustomPrompt="1" idx="14" type="title"/>
          </p:nvPr>
        </p:nvSpPr>
        <p:spPr>
          <a:xfrm>
            <a:off x="864512"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09" name="Google Shape;209;p25"/>
          <p:cNvSpPr txBox="1"/>
          <p:nvPr>
            <p:ph hasCustomPrompt="1" idx="15" type="title"/>
          </p:nvPr>
        </p:nvSpPr>
        <p:spPr>
          <a:xfrm>
            <a:off x="4856987"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cxnSp>
        <p:nvCxnSpPr>
          <p:cNvPr id="210" name="Google Shape;210;p25"/>
          <p:cNvCxnSpPr/>
          <p:nvPr/>
        </p:nvCxnSpPr>
        <p:spPr>
          <a:xfrm flipH="1" rot="10800000">
            <a:off x="-133350" y="1514625"/>
            <a:ext cx="495300" cy="361800"/>
          </a:xfrm>
          <a:prstGeom prst="straightConnector1">
            <a:avLst/>
          </a:prstGeom>
          <a:noFill/>
          <a:ln cap="rnd" cmpd="sng" w="38100">
            <a:solidFill>
              <a:schemeClr val="accent3"/>
            </a:solidFill>
            <a:prstDash val="solid"/>
            <a:round/>
            <a:headEnd len="med" w="med" type="none"/>
            <a:tailEnd len="med" w="med" type="none"/>
          </a:ln>
        </p:spPr>
      </p:cxnSp>
      <p:sp>
        <p:nvSpPr>
          <p:cNvPr id="211" name="Google Shape;211;p25"/>
          <p:cNvSpPr/>
          <p:nvPr/>
        </p:nvSpPr>
        <p:spPr>
          <a:xfrm>
            <a:off x="176517" y="134486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5"/>
          <p:cNvSpPr/>
          <p:nvPr/>
        </p:nvSpPr>
        <p:spPr>
          <a:xfrm>
            <a:off x="7929192" y="6819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5"/>
          <p:cNvSpPr/>
          <p:nvPr/>
        </p:nvSpPr>
        <p:spPr>
          <a:xfrm>
            <a:off x="8568042" y="44373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4" name="Google Shape;214;p25"/>
          <p:cNvCxnSpPr/>
          <p:nvPr/>
        </p:nvCxnSpPr>
        <p:spPr>
          <a:xfrm>
            <a:off x="8743950" y="4667250"/>
            <a:ext cx="114300" cy="552600"/>
          </a:xfrm>
          <a:prstGeom prst="straightConnector1">
            <a:avLst/>
          </a:prstGeom>
          <a:noFill/>
          <a:ln cap="rnd" cmpd="sng" w="38100">
            <a:solidFill>
              <a:schemeClr val="accent3"/>
            </a:solidFill>
            <a:prstDash val="solid"/>
            <a:round/>
            <a:headEnd len="med" w="med" type="none"/>
            <a:tailEnd len="med" w="med" type="none"/>
          </a:ln>
        </p:spPr>
      </p:cxnSp>
      <p:sp>
        <p:nvSpPr>
          <p:cNvPr id="215" name="Google Shape;215;p25"/>
          <p:cNvSpPr/>
          <p:nvPr/>
        </p:nvSpPr>
        <p:spPr>
          <a:xfrm>
            <a:off x="3732025" y="4434922"/>
            <a:ext cx="1679940" cy="77157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
          <p:cNvSpPr/>
          <p:nvPr/>
        </p:nvSpPr>
        <p:spPr>
          <a:xfrm>
            <a:off x="-338654" y="4070374"/>
            <a:ext cx="1203166" cy="55259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 name="Google Shape;217;p25"/>
          <p:cNvGrpSpPr/>
          <p:nvPr/>
        </p:nvGrpSpPr>
        <p:grpSpPr>
          <a:xfrm flipH="1">
            <a:off x="-457210" y="4457782"/>
            <a:ext cx="1732881" cy="1793702"/>
            <a:chOff x="5556925" y="2802275"/>
            <a:chExt cx="757875" cy="784475"/>
          </a:xfrm>
        </p:grpSpPr>
        <p:sp>
          <p:nvSpPr>
            <p:cNvPr id="218" name="Google Shape;218;p25"/>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5"/>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5"/>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5"/>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5"/>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5"/>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5"/>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5"/>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5"/>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5"/>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5"/>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5"/>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5"/>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5"/>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39" name="Google Shape;239;p25"/>
          <p:cNvCxnSpPr/>
          <p:nvPr/>
        </p:nvCxnSpPr>
        <p:spPr>
          <a:xfrm>
            <a:off x="8115300" y="866725"/>
            <a:ext cx="1124100" cy="904800"/>
          </a:xfrm>
          <a:prstGeom prst="straightConnector1">
            <a:avLst/>
          </a:prstGeom>
          <a:noFill/>
          <a:ln cap="rnd" cmpd="sng" w="38100">
            <a:solidFill>
              <a:schemeClr val="accent3"/>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_1">
    <p:spTree>
      <p:nvGrpSpPr>
        <p:cNvPr id="240" name="Shape 240"/>
        <p:cNvGrpSpPr/>
        <p:nvPr/>
      </p:nvGrpSpPr>
      <p:grpSpPr>
        <a:xfrm>
          <a:off x="0" y="0"/>
          <a:ext cx="0" cy="0"/>
          <a:chOff x="0" y="0"/>
          <a:chExt cx="0" cy="0"/>
        </a:xfrm>
      </p:grpSpPr>
      <p:sp>
        <p:nvSpPr>
          <p:cNvPr id="241" name="Google Shape;241;p26"/>
          <p:cNvSpPr/>
          <p:nvPr/>
        </p:nvSpPr>
        <p:spPr>
          <a:xfrm flipH="1">
            <a:off x="5305400" y="2877625"/>
            <a:ext cx="4705375" cy="226597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 name="Google Shape;242;p26"/>
          <p:cNvGrpSpPr/>
          <p:nvPr/>
        </p:nvGrpSpPr>
        <p:grpSpPr>
          <a:xfrm>
            <a:off x="6202042" y="3609324"/>
            <a:ext cx="547954" cy="547954"/>
            <a:chOff x="3796125" y="-35750"/>
            <a:chExt cx="773400" cy="773400"/>
          </a:xfrm>
        </p:grpSpPr>
        <p:sp>
          <p:nvSpPr>
            <p:cNvPr id="243" name="Google Shape;243;p2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 name="Google Shape;245;p26"/>
          <p:cNvSpPr txBox="1"/>
          <p:nvPr>
            <p:ph type="title"/>
          </p:nvPr>
        </p:nvSpPr>
        <p:spPr>
          <a:xfrm>
            <a:off x="1732575" y="3520200"/>
            <a:ext cx="5306400" cy="5541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2400"/>
            </a:lvl1pPr>
            <a:lvl2pPr lvl="1" rtl="0">
              <a:spcBef>
                <a:spcPts val="0"/>
              </a:spcBef>
              <a:spcAft>
                <a:spcPts val="0"/>
              </a:spcAft>
              <a:buNone/>
              <a:defRPr b="1" sz="2400"/>
            </a:lvl2pPr>
            <a:lvl3pPr lvl="2" rtl="0">
              <a:spcBef>
                <a:spcPts val="0"/>
              </a:spcBef>
              <a:spcAft>
                <a:spcPts val="0"/>
              </a:spcAft>
              <a:buNone/>
              <a:defRPr b="1" sz="2400"/>
            </a:lvl3pPr>
            <a:lvl4pPr lvl="3" rtl="0">
              <a:spcBef>
                <a:spcPts val="0"/>
              </a:spcBef>
              <a:spcAft>
                <a:spcPts val="0"/>
              </a:spcAft>
              <a:buNone/>
              <a:defRPr b="1" sz="2400"/>
            </a:lvl4pPr>
            <a:lvl5pPr lvl="4" rtl="0">
              <a:spcBef>
                <a:spcPts val="0"/>
              </a:spcBef>
              <a:spcAft>
                <a:spcPts val="0"/>
              </a:spcAft>
              <a:buNone/>
              <a:defRPr b="1" sz="2400"/>
            </a:lvl5pPr>
            <a:lvl6pPr lvl="5" rtl="0">
              <a:spcBef>
                <a:spcPts val="0"/>
              </a:spcBef>
              <a:spcAft>
                <a:spcPts val="0"/>
              </a:spcAft>
              <a:buNone/>
              <a:defRPr b="1" sz="2400"/>
            </a:lvl6pPr>
            <a:lvl7pPr lvl="6" rtl="0">
              <a:spcBef>
                <a:spcPts val="0"/>
              </a:spcBef>
              <a:spcAft>
                <a:spcPts val="0"/>
              </a:spcAft>
              <a:buNone/>
              <a:defRPr b="1" sz="2400"/>
            </a:lvl7pPr>
            <a:lvl8pPr lvl="7" rtl="0">
              <a:spcBef>
                <a:spcPts val="0"/>
              </a:spcBef>
              <a:spcAft>
                <a:spcPts val="0"/>
              </a:spcAft>
              <a:buNone/>
              <a:defRPr b="1" sz="2400"/>
            </a:lvl8pPr>
            <a:lvl9pPr lvl="8" rtl="0">
              <a:spcBef>
                <a:spcPts val="0"/>
              </a:spcBef>
              <a:spcAft>
                <a:spcPts val="0"/>
              </a:spcAft>
              <a:buNone/>
              <a:defRPr b="1" sz="2400"/>
            </a:lvl9pPr>
          </a:lstStyle>
          <a:p/>
        </p:txBody>
      </p:sp>
      <p:sp>
        <p:nvSpPr>
          <p:cNvPr id="246" name="Google Shape;246;p26"/>
          <p:cNvSpPr txBox="1"/>
          <p:nvPr>
            <p:ph idx="1" type="subTitle"/>
          </p:nvPr>
        </p:nvSpPr>
        <p:spPr>
          <a:xfrm>
            <a:off x="1732623" y="1488300"/>
            <a:ext cx="5306400" cy="2031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lvl1pPr>
            <a:lvl2pPr lvl="1" rtl="0">
              <a:spcBef>
                <a:spcPts val="0"/>
              </a:spcBef>
              <a:spcAft>
                <a:spcPts val="0"/>
              </a:spcAft>
              <a:buNone/>
              <a:defRPr b="1" sz="3000"/>
            </a:lvl2pPr>
            <a:lvl3pPr lvl="2" rtl="0">
              <a:spcBef>
                <a:spcPts val="0"/>
              </a:spcBef>
              <a:spcAft>
                <a:spcPts val="0"/>
              </a:spcAft>
              <a:buNone/>
              <a:defRPr b="1" sz="3000"/>
            </a:lvl3pPr>
            <a:lvl4pPr lvl="3" rtl="0">
              <a:spcBef>
                <a:spcPts val="0"/>
              </a:spcBef>
              <a:spcAft>
                <a:spcPts val="0"/>
              </a:spcAft>
              <a:buNone/>
              <a:defRPr b="1" sz="3000"/>
            </a:lvl4pPr>
            <a:lvl5pPr lvl="4" rtl="0">
              <a:spcBef>
                <a:spcPts val="0"/>
              </a:spcBef>
              <a:spcAft>
                <a:spcPts val="0"/>
              </a:spcAft>
              <a:buNone/>
              <a:defRPr b="1" sz="3000"/>
            </a:lvl5pPr>
            <a:lvl6pPr lvl="5" rtl="0">
              <a:spcBef>
                <a:spcPts val="0"/>
              </a:spcBef>
              <a:spcAft>
                <a:spcPts val="0"/>
              </a:spcAft>
              <a:buNone/>
              <a:defRPr b="1" sz="3000"/>
            </a:lvl6pPr>
            <a:lvl7pPr lvl="6" rtl="0">
              <a:spcBef>
                <a:spcPts val="0"/>
              </a:spcBef>
              <a:spcAft>
                <a:spcPts val="0"/>
              </a:spcAft>
              <a:buNone/>
              <a:defRPr b="1" sz="3000"/>
            </a:lvl7pPr>
            <a:lvl8pPr lvl="7" rtl="0">
              <a:spcBef>
                <a:spcPts val="0"/>
              </a:spcBef>
              <a:spcAft>
                <a:spcPts val="0"/>
              </a:spcAft>
              <a:buNone/>
              <a:defRPr b="1" sz="3000"/>
            </a:lvl8pPr>
            <a:lvl9pPr lvl="8" rtl="0">
              <a:spcBef>
                <a:spcPts val="0"/>
              </a:spcBef>
              <a:spcAft>
                <a:spcPts val="0"/>
              </a:spcAft>
              <a:buNone/>
              <a:defRPr b="1" sz="3000"/>
            </a:lvl9pPr>
          </a:lstStyle>
          <a:p/>
        </p:txBody>
      </p:sp>
      <p:sp>
        <p:nvSpPr>
          <p:cNvPr id="247" name="Google Shape;247;p26"/>
          <p:cNvSpPr/>
          <p:nvPr/>
        </p:nvSpPr>
        <p:spPr>
          <a:xfrm flipH="1" rot="10800000">
            <a:off x="-400075" y="-1"/>
            <a:ext cx="3114701" cy="149995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flipH="1">
            <a:off x="3145812" y="-450874"/>
            <a:ext cx="3160647" cy="114656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249" name="Shape 249"/>
        <p:cNvGrpSpPr/>
        <p:nvPr/>
      </p:nvGrpSpPr>
      <p:grpSpPr>
        <a:xfrm>
          <a:off x="0" y="0"/>
          <a:ext cx="0" cy="0"/>
          <a:chOff x="0" y="0"/>
          <a:chExt cx="0" cy="0"/>
        </a:xfrm>
      </p:grpSpPr>
      <p:sp>
        <p:nvSpPr>
          <p:cNvPr id="250" name="Google Shape;250;p27"/>
          <p:cNvSpPr txBox="1"/>
          <p:nvPr>
            <p:ph hasCustomPrompt="1" type="title"/>
          </p:nvPr>
        </p:nvSpPr>
        <p:spPr>
          <a:xfrm>
            <a:off x="740272" y="159310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251" name="Google Shape;251;p27"/>
          <p:cNvSpPr txBox="1"/>
          <p:nvPr>
            <p:ph idx="1" type="subTitle"/>
          </p:nvPr>
        </p:nvSpPr>
        <p:spPr>
          <a:xfrm>
            <a:off x="1114225" y="3865188"/>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252" name="Google Shape;252;p27"/>
          <p:cNvSpPr txBox="1"/>
          <p:nvPr>
            <p:ph idx="2" type="title"/>
          </p:nvPr>
        </p:nvSpPr>
        <p:spPr>
          <a:xfrm>
            <a:off x="1114225" y="2572200"/>
            <a:ext cx="40422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253" name="Google Shape;253;p27"/>
          <p:cNvSpPr/>
          <p:nvPr/>
        </p:nvSpPr>
        <p:spPr>
          <a:xfrm rot="10800000">
            <a:off x="40196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flipH="1" rot="-301044">
            <a:off x="2784275" y="232049"/>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281733" y="452082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256" name="Shape 256"/>
        <p:cNvGrpSpPr/>
        <p:nvPr/>
      </p:nvGrpSpPr>
      <p:grpSpPr>
        <a:xfrm>
          <a:off x="0" y="0"/>
          <a:ext cx="0" cy="0"/>
          <a:chOff x="0" y="0"/>
          <a:chExt cx="0" cy="0"/>
        </a:xfrm>
      </p:grpSpPr>
      <p:sp>
        <p:nvSpPr>
          <p:cNvPr id="257" name="Google Shape;257;p28"/>
          <p:cNvSpPr txBox="1"/>
          <p:nvPr>
            <p:ph idx="1" type="subTitle"/>
          </p:nvPr>
        </p:nvSpPr>
        <p:spPr>
          <a:xfrm>
            <a:off x="3910213" y="927630"/>
            <a:ext cx="36129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58" name="Google Shape;258;p28"/>
          <p:cNvSpPr txBox="1"/>
          <p:nvPr>
            <p:ph idx="2" type="subTitle"/>
          </p:nvPr>
        </p:nvSpPr>
        <p:spPr>
          <a:xfrm>
            <a:off x="3911113" y="2314801"/>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59" name="Google Shape;259;p28"/>
          <p:cNvSpPr txBox="1"/>
          <p:nvPr>
            <p:ph hasCustomPrompt="1" type="title"/>
          </p:nvPr>
        </p:nvSpPr>
        <p:spPr>
          <a:xfrm>
            <a:off x="2094613" y="854304"/>
            <a:ext cx="13971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60" name="Google Shape;260;p28"/>
          <p:cNvSpPr txBox="1"/>
          <p:nvPr>
            <p:ph hasCustomPrompt="1" idx="3" type="title"/>
          </p:nvPr>
        </p:nvSpPr>
        <p:spPr>
          <a:xfrm>
            <a:off x="2095098" y="2241475"/>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61" name="Google Shape;261;p28"/>
          <p:cNvSpPr txBox="1"/>
          <p:nvPr>
            <p:ph idx="4" type="title"/>
          </p:nvPr>
        </p:nvSpPr>
        <p:spPr>
          <a:xfrm>
            <a:off x="3910213" y="481529"/>
            <a:ext cx="36093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62" name="Google Shape;262;p28"/>
          <p:cNvSpPr txBox="1"/>
          <p:nvPr>
            <p:ph idx="5" type="title"/>
          </p:nvPr>
        </p:nvSpPr>
        <p:spPr>
          <a:xfrm>
            <a:off x="3911113" y="1868700"/>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63" name="Google Shape;263;p28"/>
          <p:cNvSpPr txBox="1"/>
          <p:nvPr>
            <p:ph idx="6" type="subTitle"/>
          </p:nvPr>
        </p:nvSpPr>
        <p:spPr>
          <a:xfrm>
            <a:off x="3911113" y="3700363"/>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64" name="Google Shape;264;p28"/>
          <p:cNvSpPr txBox="1"/>
          <p:nvPr>
            <p:ph hasCustomPrompt="1" idx="7" type="title"/>
          </p:nvPr>
        </p:nvSpPr>
        <p:spPr>
          <a:xfrm>
            <a:off x="2095098" y="3627038"/>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65" name="Google Shape;265;p28"/>
          <p:cNvSpPr txBox="1"/>
          <p:nvPr>
            <p:ph idx="8" type="title"/>
          </p:nvPr>
        </p:nvSpPr>
        <p:spPr>
          <a:xfrm>
            <a:off x="3911113" y="3254263"/>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66" name="Google Shape;266;p28"/>
          <p:cNvSpPr/>
          <p:nvPr/>
        </p:nvSpPr>
        <p:spPr>
          <a:xfrm rot="-5400000">
            <a:off x="7188506" y="3485240"/>
            <a:ext cx="2639881" cy="127129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8"/>
          <p:cNvSpPr/>
          <p:nvPr/>
        </p:nvSpPr>
        <p:spPr>
          <a:xfrm rot="5400000">
            <a:off x="-734405" y="459087"/>
            <a:ext cx="2833128" cy="13643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
          <p:cNvSpPr/>
          <p:nvPr/>
        </p:nvSpPr>
        <p:spPr>
          <a:xfrm rot="301049">
            <a:off x="-337103" y="2749362"/>
            <a:ext cx="836305" cy="72540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8"/>
          <p:cNvSpPr/>
          <p:nvPr/>
        </p:nvSpPr>
        <p:spPr>
          <a:xfrm rot="301037">
            <a:off x="8302992" y="2285495"/>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8"/>
          <p:cNvSpPr/>
          <p:nvPr/>
        </p:nvSpPr>
        <p:spPr>
          <a:xfrm>
            <a:off x="8024077" y="-537400"/>
            <a:ext cx="1770000" cy="1770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 name="Google Shape;271;p28"/>
          <p:cNvGrpSpPr/>
          <p:nvPr/>
        </p:nvGrpSpPr>
        <p:grpSpPr>
          <a:xfrm>
            <a:off x="7816114" y="269722"/>
            <a:ext cx="539292" cy="539292"/>
            <a:chOff x="3796125" y="-35750"/>
            <a:chExt cx="773400" cy="773400"/>
          </a:xfrm>
        </p:grpSpPr>
        <p:sp>
          <p:nvSpPr>
            <p:cNvPr id="272" name="Google Shape;272;p2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 name="Google Shape;274;p28"/>
          <p:cNvGrpSpPr/>
          <p:nvPr/>
        </p:nvGrpSpPr>
        <p:grpSpPr>
          <a:xfrm>
            <a:off x="529314" y="4256097"/>
            <a:ext cx="539292" cy="539292"/>
            <a:chOff x="3796125" y="-35750"/>
            <a:chExt cx="773400" cy="773400"/>
          </a:xfrm>
        </p:grpSpPr>
        <p:sp>
          <p:nvSpPr>
            <p:cNvPr id="275" name="Google Shape;275;p2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_1">
    <p:spTree>
      <p:nvGrpSpPr>
        <p:cNvPr id="277" name="Shape 277"/>
        <p:cNvGrpSpPr/>
        <p:nvPr/>
      </p:nvGrpSpPr>
      <p:grpSpPr>
        <a:xfrm>
          <a:off x="0" y="0"/>
          <a:ext cx="0" cy="0"/>
          <a:chOff x="0" y="0"/>
          <a:chExt cx="0" cy="0"/>
        </a:xfrm>
      </p:grpSpPr>
      <p:sp>
        <p:nvSpPr>
          <p:cNvPr id="278" name="Google Shape;278;p29"/>
          <p:cNvSpPr txBox="1"/>
          <p:nvPr>
            <p:ph idx="1" type="subTitle"/>
          </p:nvPr>
        </p:nvSpPr>
        <p:spPr>
          <a:xfrm>
            <a:off x="794294" y="3012342"/>
            <a:ext cx="22179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79" name="Google Shape;279;p29"/>
          <p:cNvSpPr txBox="1"/>
          <p:nvPr>
            <p:ph idx="2" type="subTitle"/>
          </p:nvPr>
        </p:nvSpPr>
        <p:spPr>
          <a:xfrm>
            <a:off x="6133050" y="3012337"/>
            <a:ext cx="22161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80" name="Google Shape;280;p29"/>
          <p:cNvSpPr txBox="1"/>
          <p:nvPr>
            <p:ph idx="3" type="subTitle"/>
          </p:nvPr>
        </p:nvSpPr>
        <p:spPr>
          <a:xfrm>
            <a:off x="3463500" y="3012337"/>
            <a:ext cx="22170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81" name="Google Shape;281;p29"/>
          <p:cNvSpPr txBox="1"/>
          <p:nvPr>
            <p:ph type="title"/>
          </p:nvPr>
        </p:nvSpPr>
        <p:spPr>
          <a:xfrm>
            <a:off x="793500" y="2562113"/>
            <a:ext cx="2218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82" name="Google Shape;282;p29"/>
          <p:cNvSpPr txBox="1"/>
          <p:nvPr>
            <p:ph idx="4" type="title"/>
          </p:nvPr>
        </p:nvSpPr>
        <p:spPr>
          <a:xfrm>
            <a:off x="6132600" y="2562113"/>
            <a:ext cx="22170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83" name="Google Shape;283;p29"/>
          <p:cNvSpPr txBox="1"/>
          <p:nvPr>
            <p:ph idx="5" type="title"/>
          </p:nvPr>
        </p:nvSpPr>
        <p:spPr>
          <a:xfrm>
            <a:off x="3463050" y="2562113"/>
            <a:ext cx="2217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84" name="Google Shape;284;p29"/>
          <p:cNvSpPr txBox="1"/>
          <p:nvPr>
            <p:ph idx="6" type="title"/>
          </p:nvPr>
        </p:nvSpPr>
        <p:spPr>
          <a:xfrm>
            <a:off x="2231850" y="452325"/>
            <a:ext cx="46803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85" name="Google Shape;285;p29"/>
          <p:cNvSpPr/>
          <p:nvPr/>
        </p:nvSpPr>
        <p:spPr>
          <a:xfrm flipH="1" rot="10800000">
            <a:off x="-938165" y="-18"/>
            <a:ext cx="3303130" cy="159069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9"/>
          <p:cNvSpPr/>
          <p:nvPr/>
        </p:nvSpPr>
        <p:spPr>
          <a:xfrm flipH="1">
            <a:off x="6687499" y="3662402"/>
            <a:ext cx="3075624" cy="148113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9"/>
          <p:cNvSpPr/>
          <p:nvPr/>
        </p:nvSpPr>
        <p:spPr>
          <a:xfrm>
            <a:off x="8089659" y="671821"/>
            <a:ext cx="2037000" cy="20370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
    <p:spTree>
      <p:nvGrpSpPr>
        <p:cNvPr id="288" name="Shape 288"/>
        <p:cNvGrpSpPr/>
        <p:nvPr/>
      </p:nvGrpSpPr>
      <p:grpSpPr>
        <a:xfrm>
          <a:off x="0" y="0"/>
          <a:ext cx="0" cy="0"/>
          <a:chOff x="0" y="0"/>
          <a:chExt cx="0" cy="0"/>
        </a:xfrm>
      </p:grpSpPr>
      <p:sp>
        <p:nvSpPr>
          <p:cNvPr id="289" name="Google Shape;289;p30"/>
          <p:cNvSpPr/>
          <p:nvPr/>
        </p:nvSpPr>
        <p:spPr>
          <a:xfrm flipH="1" rot="10800000">
            <a:off x="-548975" y="-37442"/>
            <a:ext cx="4194689" cy="202004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0"/>
          <p:cNvSpPr/>
          <p:nvPr/>
        </p:nvSpPr>
        <p:spPr>
          <a:xfrm flipH="1">
            <a:off x="7492555" y="4154600"/>
            <a:ext cx="2594915" cy="1249637"/>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0"/>
          <p:cNvSpPr txBox="1"/>
          <p:nvPr>
            <p:ph type="title"/>
          </p:nvPr>
        </p:nvSpPr>
        <p:spPr>
          <a:xfrm>
            <a:off x="713100" y="452325"/>
            <a:ext cx="7710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292" name="Google Shape;292;p30"/>
          <p:cNvSpPr txBox="1"/>
          <p:nvPr>
            <p:ph idx="1" type="subTitle"/>
          </p:nvPr>
        </p:nvSpPr>
        <p:spPr>
          <a:xfrm>
            <a:off x="718123"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93" name="Google Shape;293;p30"/>
          <p:cNvSpPr txBox="1"/>
          <p:nvPr>
            <p:ph idx="2" type="subTitle"/>
          </p:nvPr>
        </p:nvSpPr>
        <p:spPr>
          <a:xfrm>
            <a:off x="3450900"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94" name="Google Shape;294;p30"/>
          <p:cNvSpPr txBox="1"/>
          <p:nvPr>
            <p:ph idx="3" type="subTitle"/>
          </p:nvPr>
        </p:nvSpPr>
        <p:spPr>
          <a:xfrm>
            <a:off x="6186001"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95" name="Google Shape;295;p30"/>
          <p:cNvSpPr txBox="1"/>
          <p:nvPr>
            <p:ph idx="4" type="subTitle"/>
          </p:nvPr>
        </p:nvSpPr>
        <p:spPr>
          <a:xfrm>
            <a:off x="715500" y="3991500"/>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96" name="Google Shape;296;p30"/>
          <p:cNvSpPr txBox="1"/>
          <p:nvPr>
            <p:ph idx="5" type="subTitle"/>
          </p:nvPr>
        </p:nvSpPr>
        <p:spPr>
          <a:xfrm>
            <a:off x="3450900"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97" name="Google Shape;297;p30"/>
          <p:cNvSpPr txBox="1"/>
          <p:nvPr>
            <p:ph idx="6" type="subTitle"/>
          </p:nvPr>
        </p:nvSpPr>
        <p:spPr>
          <a:xfrm>
            <a:off x="6186001"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98" name="Google Shape;298;p30"/>
          <p:cNvSpPr txBox="1"/>
          <p:nvPr>
            <p:ph idx="7" type="title"/>
          </p:nvPr>
        </p:nvSpPr>
        <p:spPr>
          <a:xfrm>
            <a:off x="7155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9" name="Google Shape;299;p30"/>
          <p:cNvSpPr txBox="1"/>
          <p:nvPr>
            <p:ph idx="8" type="title"/>
          </p:nvPr>
        </p:nvSpPr>
        <p:spPr>
          <a:xfrm>
            <a:off x="34506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0" name="Google Shape;300;p30"/>
          <p:cNvSpPr txBox="1"/>
          <p:nvPr>
            <p:ph idx="9" type="title"/>
          </p:nvPr>
        </p:nvSpPr>
        <p:spPr>
          <a:xfrm>
            <a:off x="6185682"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1" name="Google Shape;301;p30"/>
          <p:cNvSpPr txBox="1"/>
          <p:nvPr>
            <p:ph idx="13" type="title"/>
          </p:nvPr>
        </p:nvSpPr>
        <p:spPr>
          <a:xfrm>
            <a:off x="715500" y="358741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2" name="Google Shape;302;p30"/>
          <p:cNvSpPr txBox="1"/>
          <p:nvPr>
            <p:ph idx="14" type="title"/>
          </p:nvPr>
        </p:nvSpPr>
        <p:spPr>
          <a:xfrm>
            <a:off x="3450600"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3" name="Google Shape;303;p30"/>
          <p:cNvSpPr txBox="1"/>
          <p:nvPr>
            <p:ph idx="15" type="title"/>
          </p:nvPr>
        </p:nvSpPr>
        <p:spPr>
          <a:xfrm>
            <a:off x="6185682"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grpSp>
        <p:nvGrpSpPr>
          <p:cNvPr id="304" name="Google Shape;304;p30"/>
          <p:cNvGrpSpPr/>
          <p:nvPr/>
        </p:nvGrpSpPr>
        <p:grpSpPr>
          <a:xfrm>
            <a:off x="-142526" y="4225674"/>
            <a:ext cx="756849" cy="756849"/>
            <a:chOff x="3796125" y="-35750"/>
            <a:chExt cx="773400" cy="773400"/>
          </a:xfrm>
        </p:grpSpPr>
        <p:sp>
          <p:nvSpPr>
            <p:cNvPr id="305" name="Google Shape;305;p3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 name="Google Shape;307;p30"/>
          <p:cNvGrpSpPr/>
          <p:nvPr/>
        </p:nvGrpSpPr>
        <p:grpSpPr>
          <a:xfrm>
            <a:off x="6133524" y="4711349"/>
            <a:ext cx="756849" cy="756849"/>
            <a:chOff x="3796125" y="-35750"/>
            <a:chExt cx="773400" cy="773400"/>
          </a:xfrm>
        </p:grpSpPr>
        <p:sp>
          <p:nvSpPr>
            <p:cNvPr id="308" name="Google Shape;308;p3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 name="Google Shape;310;p30"/>
          <p:cNvGrpSpPr/>
          <p:nvPr/>
        </p:nvGrpSpPr>
        <p:grpSpPr>
          <a:xfrm>
            <a:off x="296224" y="271588"/>
            <a:ext cx="535579" cy="535579"/>
            <a:chOff x="3796125" y="-35750"/>
            <a:chExt cx="773400" cy="773400"/>
          </a:xfrm>
        </p:grpSpPr>
        <p:sp>
          <p:nvSpPr>
            <p:cNvPr id="311" name="Google Shape;311;p3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30"/>
          <p:cNvGrpSpPr/>
          <p:nvPr/>
        </p:nvGrpSpPr>
        <p:grpSpPr>
          <a:xfrm>
            <a:off x="7713624" y="-217476"/>
            <a:ext cx="756849" cy="756849"/>
            <a:chOff x="3796125" y="-35750"/>
            <a:chExt cx="773400" cy="773400"/>
          </a:xfrm>
        </p:grpSpPr>
        <p:sp>
          <p:nvSpPr>
            <p:cNvPr id="314" name="Google Shape;314;p3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316" name="Shape 316"/>
        <p:cNvGrpSpPr/>
        <p:nvPr/>
      </p:nvGrpSpPr>
      <p:grpSpPr>
        <a:xfrm>
          <a:off x="0" y="0"/>
          <a:ext cx="0" cy="0"/>
          <a:chOff x="0" y="0"/>
          <a:chExt cx="0" cy="0"/>
        </a:xfrm>
      </p:grpSpPr>
      <p:sp>
        <p:nvSpPr>
          <p:cNvPr id="317" name="Google Shape;317;p31"/>
          <p:cNvSpPr/>
          <p:nvPr/>
        </p:nvSpPr>
        <p:spPr>
          <a:xfrm flipH="1">
            <a:off x="5495850" y="3102025"/>
            <a:ext cx="4311387" cy="207624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1"/>
          <p:cNvSpPr/>
          <p:nvPr/>
        </p:nvSpPr>
        <p:spPr>
          <a:xfrm rot="-99686">
            <a:off x="581577" y="952116"/>
            <a:ext cx="7956945" cy="3612917"/>
          </a:xfrm>
          <a:prstGeom prst="roundRect">
            <a:avLst>
              <a:gd fmla="val 1869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1"/>
          <p:cNvSpPr txBox="1"/>
          <p:nvPr>
            <p:ph idx="1" type="subTitle"/>
          </p:nvPr>
        </p:nvSpPr>
        <p:spPr>
          <a:xfrm>
            <a:off x="1934400" y="2291077"/>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320" name="Google Shape;320;p31"/>
          <p:cNvSpPr txBox="1"/>
          <p:nvPr>
            <p:ph idx="2" type="subTitle"/>
          </p:nvPr>
        </p:nvSpPr>
        <p:spPr>
          <a:xfrm>
            <a:off x="5876160" y="229107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321" name="Google Shape;321;p31"/>
          <p:cNvSpPr txBox="1"/>
          <p:nvPr>
            <p:ph idx="3" type="subTitle"/>
          </p:nvPr>
        </p:nvSpPr>
        <p:spPr>
          <a:xfrm>
            <a:off x="1934400" y="3637714"/>
            <a:ext cx="23133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322" name="Google Shape;322;p31"/>
          <p:cNvSpPr txBox="1"/>
          <p:nvPr>
            <p:ph idx="4" type="subTitle"/>
          </p:nvPr>
        </p:nvSpPr>
        <p:spPr>
          <a:xfrm>
            <a:off x="5876160" y="363771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323" name="Google Shape;323;p31"/>
          <p:cNvSpPr txBox="1"/>
          <p:nvPr>
            <p:ph type="title"/>
          </p:nvPr>
        </p:nvSpPr>
        <p:spPr>
          <a:xfrm>
            <a:off x="2140025" y="457050"/>
            <a:ext cx="48639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solidFill>
                  <a:schemeClr val="accent5"/>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24" name="Google Shape;324;p31"/>
          <p:cNvSpPr txBox="1"/>
          <p:nvPr>
            <p:ph idx="5" type="title"/>
          </p:nvPr>
        </p:nvSpPr>
        <p:spPr>
          <a:xfrm>
            <a:off x="1934400" y="1852054"/>
            <a:ext cx="23133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5" name="Google Shape;325;p31"/>
          <p:cNvSpPr txBox="1"/>
          <p:nvPr>
            <p:ph idx="6" type="title"/>
          </p:nvPr>
        </p:nvSpPr>
        <p:spPr>
          <a:xfrm>
            <a:off x="5876160" y="1852054"/>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6" name="Google Shape;326;p31"/>
          <p:cNvSpPr txBox="1"/>
          <p:nvPr>
            <p:ph idx="7" type="title"/>
          </p:nvPr>
        </p:nvSpPr>
        <p:spPr>
          <a:xfrm>
            <a:off x="1934400" y="3198690"/>
            <a:ext cx="23106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7" name="Google Shape;327;p31"/>
          <p:cNvSpPr txBox="1"/>
          <p:nvPr>
            <p:ph idx="8" type="title"/>
          </p:nvPr>
        </p:nvSpPr>
        <p:spPr>
          <a:xfrm>
            <a:off x="5876160" y="3198690"/>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8" name="Google Shape;328;p31"/>
          <p:cNvSpPr/>
          <p:nvPr/>
        </p:nvSpPr>
        <p:spPr>
          <a:xfrm>
            <a:off x="8117330" y="-957827"/>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1"/>
          <p:cNvSpPr/>
          <p:nvPr/>
        </p:nvSpPr>
        <p:spPr>
          <a:xfrm>
            <a:off x="-214108" y="24657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0" name="Google Shape;330;p31"/>
          <p:cNvGrpSpPr/>
          <p:nvPr/>
        </p:nvGrpSpPr>
        <p:grpSpPr>
          <a:xfrm>
            <a:off x="8156742" y="297686"/>
            <a:ext cx="547954" cy="547954"/>
            <a:chOff x="3796125" y="-35750"/>
            <a:chExt cx="773400" cy="773400"/>
          </a:xfrm>
        </p:grpSpPr>
        <p:sp>
          <p:nvSpPr>
            <p:cNvPr id="331" name="Google Shape;331;p31"/>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1"/>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 name="Google Shape;333;p31"/>
          <p:cNvGrpSpPr/>
          <p:nvPr/>
        </p:nvGrpSpPr>
        <p:grpSpPr>
          <a:xfrm>
            <a:off x="-175883" y="4234686"/>
            <a:ext cx="547954" cy="547954"/>
            <a:chOff x="3796125" y="-35750"/>
            <a:chExt cx="773400" cy="773400"/>
          </a:xfrm>
        </p:grpSpPr>
        <p:sp>
          <p:nvSpPr>
            <p:cNvPr id="334" name="Google Shape;334;p31"/>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1"/>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 name="Google Shape;336;p31"/>
          <p:cNvSpPr/>
          <p:nvPr/>
        </p:nvSpPr>
        <p:spPr>
          <a:xfrm>
            <a:off x="-1003645" y="4467973"/>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spTree>
      <p:nvGrpSpPr>
        <p:cNvPr id="337" name="Shape 337"/>
        <p:cNvGrpSpPr/>
        <p:nvPr/>
      </p:nvGrpSpPr>
      <p:grpSpPr>
        <a:xfrm>
          <a:off x="0" y="0"/>
          <a:ext cx="0" cy="0"/>
          <a:chOff x="0" y="0"/>
          <a:chExt cx="0" cy="0"/>
        </a:xfrm>
      </p:grpSpPr>
      <p:sp>
        <p:nvSpPr>
          <p:cNvPr id="338" name="Google Shape;338;p32"/>
          <p:cNvSpPr txBox="1"/>
          <p:nvPr>
            <p:ph type="title"/>
          </p:nvPr>
        </p:nvSpPr>
        <p:spPr>
          <a:xfrm>
            <a:off x="4567625" y="2018100"/>
            <a:ext cx="3863100" cy="175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400"/>
              <a:buNone/>
              <a:defRPr>
                <a:highlight>
                  <a:schemeClr val="lt2"/>
                </a:highlight>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339" name="Google Shape;339;p32"/>
          <p:cNvSpPr txBox="1"/>
          <p:nvPr>
            <p:ph idx="1" type="subTitle"/>
          </p:nvPr>
        </p:nvSpPr>
        <p:spPr>
          <a:xfrm>
            <a:off x="4567600" y="3772800"/>
            <a:ext cx="3554100" cy="8313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340" name="Google Shape;340;p32"/>
          <p:cNvSpPr/>
          <p:nvPr/>
        </p:nvSpPr>
        <p:spPr>
          <a:xfrm rot="301044">
            <a:off x="3581450" y="4022124"/>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2"/>
          <p:cNvSpPr/>
          <p:nvPr/>
        </p:nvSpPr>
        <p:spPr>
          <a:xfrm flipH="1" rot="10800000">
            <a:off x="-547924" y="11"/>
            <a:ext cx="6775419" cy="3262719"/>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spTree>
      <p:nvGrpSpPr>
        <p:cNvPr id="342" name="Shape 342"/>
        <p:cNvGrpSpPr/>
        <p:nvPr/>
      </p:nvGrpSpPr>
      <p:grpSpPr>
        <a:xfrm>
          <a:off x="0" y="0"/>
          <a:ext cx="0" cy="0"/>
          <a:chOff x="0" y="0"/>
          <a:chExt cx="0" cy="0"/>
        </a:xfrm>
      </p:grpSpPr>
      <p:sp>
        <p:nvSpPr>
          <p:cNvPr id="343" name="Google Shape;343;p33"/>
          <p:cNvSpPr/>
          <p:nvPr/>
        </p:nvSpPr>
        <p:spPr>
          <a:xfrm flipH="1" rot="10498946">
            <a:off x="3443994" y="4145866"/>
            <a:ext cx="1469505" cy="127463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rot="10800000">
            <a:off x="496642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3"/>
          <p:cNvSpPr txBox="1"/>
          <p:nvPr>
            <p:ph idx="1" type="subTitle"/>
          </p:nvPr>
        </p:nvSpPr>
        <p:spPr>
          <a:xfrm>
            <a:off x="5392225" y="3002350"/>
            <a:ext cx="26139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46" name="Google Shape;346;p33"/>
          <p:cNvSpPr txBox="1"/>
          <p:nvPr>
            <p:ph type="title"/>
          </p:nvPr>
        </p:nvSpPr>
        <p:spPr>
          <a:xfrm>
            <a:off x="5395776" y="1770850"/>
            <a:ext cx="26139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4">
    <p:spTree>
      <p:nvGrpSpPr>
        <p:cNvPr id="347" name="Shape 347"/>
        <p:cNvGrpSpPr/>
        <p:nvPr/>
      </p:nvGrpSpPr>
      <p:grpSpPr>
        <a:xfrm>
          <a:off x="0" y="0"/>
          <a:ext cx="0" cy="0"/>
          <a:chOff x="0" y="0"/>
          <a:chExt cx="0" cy="0"/>
        </a:xfrm>
      </p:grpSpPr>
      <p:sp>
        <p:nvSpPr>
          <p:cNvPr id="348" name="Google Shape;348;p34"/>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349" name="Google Shape;349;p34"/>
          <p:cNvSpPr/>
          <p:nvPr/>
        </p:nvSpPr>
        <p:spPr>
          <a:xfrm rot="301059">
            <a:off x="83464" y="1248354"/>
            <a:ext cx="425107" cy="36873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4"/>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4"/>
          <p:cNvSpPr/>
          <p:nvPr/>
        </p:nvSpPr>
        <p:spPr>
          <a:xfrm rot="301044">
            <a:off x="8751312" y="3601116"/>
            <a:ext cx="590447" cy="51212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4"/>
          <p:cNvSpPr/>
          <p:nvPr/>
        </p:nvSpPr>
        <p:spPr>
          <a:xfrm flipH="1">
            <a:off x="7620017" y="4288550"/>
            <a:ext cx="1793556" cy="863725"/>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 name="Google Shape;353;p34"/>
          <p:cNvGrpSpPr/>
          <p:nvPr/>
        </p:nvGrpSpPr>
        <p:grpSpPr>
          <a:xfrm>
            <a:off x="1471197" y="68718"/>
            <a:ext cx="383606" cy="383606"/>
            <a:chOff x="3796125" y="-35750"/>
            <a:chExt cx="773400" cy="773400"/>
          </a:xfrm>
        </p:grpSpPr>
        <p:sp>
          <p:nvSpPr>
            <p:cNvPr id="354" name="Google Shape;354;p3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 name="Google Shape;356;p34"/>
          <p:cNvGrpSpPr/>
          <p:nvPr/>
        </p:nvGrpSpPr>
        <p:grpSpPr>
          <a:xfrm>
            <a:off x="6382447" y="4873543"/>
            <a:ext cx="383606" cy="383606"/>
            <a:chOff x="3796125" y="-35750"/>
            <a:chExt cx="773400" cy="773400"/>
          </a:xfrm>
        </p:grpSpPr>
        <p:sp>
          <p:nvSpPr>
            <p:cNvPr id="357" name="Google Shape;357;p3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 name="Google Shape;359;p34"/>
          <p:cNvSpPr/>
          <p:nvPr/>
        </p:nvSpPr>
        <p:spPr>
          <a:xfrm>
            <a:off x="-658575" y="4288550"/>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4"/>
          <p:cNvSpPr/>
          <p:nvPr/>
        </p:nvSpPr>
        <p:spPr>
          <a:xfrm>
            <a:off x="8572525" y="-146575"/>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_1">
    <p:spTree>
      <p:nvGrpSpPr>
        <p:cNvPr id="361" name="Shape 361"/>
        <p:cNvGrpSpPr/>
        <p:nvPr/>
      </p:nvGrpSpPr>
      <p:grpSpPr>
        <a:xfrm>
          <a:off x="0" y="0"/>
          <a:ext cx="0" cy="0"/>
          <a:chOff x="0" y="0"/>
          <a:chExt cx="0" cy="0"/>
        </a:xfrm>
      </p:grpSpPr>
      <p:sp>
        <p:nvSpPr>
          <p:cNvPr id="362" name="Google Shape;362;p35"/>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363" name="Google Shape;363;p35"/>
          <p:cNvSpPr/>
          <p:nvPr/>
        </p:nvSpPr>
        <p:spPr>
          <a:xfrm>
            <a:off x="8591275" y="3687150"/>
            <a:ext cx="1371900" cy="137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5"/>
          <p:cNvSpPr/>
          <p:nvPr/>
        </p:nvSpPr>
        <p:spPr>
          <a:xfrm>
            <a:off x="293414" y="9457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5"/>
          <p:cNvSpPr/>
          <p:nvPr/>
        </p:nvSpPr>
        <p:spPr>
          <a:xfrm flipH="1">
            <a:off x="-1088449" y="755187"/>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5"/>
          <p:cNvSpPr/>
          <p:nvPr/>
        </p:nvSpPr>
        <p:spPr>
          <a:xfrm>
            <a:off x="8237964" y="4405504"/>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5"/>
          <p:cNvSpPr/>
          <p:nvPr/>
        </p:nvSpPr>
        <p:spPr>
          <a:xfrm>
            <a:off x="6686776" y="4710212"/>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 name="Google Shape;368;p35"/>
          <p:cNvGrpSpPr/>
          <p:nvPr/>
        </p:nvGrpSpPr>
        <p:grpSpPr>
          <a:xfrm>
            <a:off x="8699187" y="2681099"/>
            <a:ext cx="701087" cy="701087"/>
            <a:chOff x="3796125" y="-35750"/>
            <a:chExt cx="773400" cy="773400"/>
          </a:xfrm>
        </p:grpSpPr>
        <p:sp>
          <p:nvSpPr>
            <p:cNvPr id="369" name="Google Shape;369;p35"/>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5"/>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 name="Google Shape;371;p35"/>
          <p:cNvGrpSpPr/>
          <p:nvPr/>
        </p:nvGrpSpPr>
        <p:grpSpPr>
          <a:xfrm>
            <a:off x="163895" y="665197"/>
            <a:ext cx="439987" cy="439987"/>
            <a:chOff x="3796125" y="-35750"/>
            <a:chExt cx="773400" cy="773400"/>
          </a:xfrm>
        </p:grpSpPr>
        <p:sp>
          <p:nvSpPr>
            <p:cNvPr id="372" name="Google Shape;372;p35"/>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5"/>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 name="Google Shape;374;p35"/>
          <p:cNvGrpSpPr/>
          <p:nvPr/>
        </p:nvGrpSpPr>
        <p:grpSpPr>
          <a:xfrm>
            <a:off x="-127000" y="4491635"/>
            <a:ext cx="840522" cy="492496"/>
            <a:chOff x="-127000" y="3412135"/>
            <a:chExt cx="840522" cy="492496"/>
          </a:xfrm>
        </p:grpSpPr>
        <p:cxnSp>
          <p:nvCxnSpPr>
            <p:cNvPr id="375" name="Google Shape;375;p35"/>
            <p:cNvCxnSpPr/>
            <p:nvPr/>
          </p:nvCxnSpPr>
          <p:spPr>
            <a:xfrm flipH="1" rot="10800000">
              <a:off x="-127000" y="3582050"/>
              <a:ext cx="406200" cy="298500"/>
            </a:xfrm>
            <a:prstGeom prst="straightConnector1">
              <a:avLst/>
            </a:prstGeom>
            <a:noFill/>
            <a:ln cap="rnd" cmpd="sng" w="38100">
              <a:solidFill>
                <a:schemeClr val="accent3"/>
              </a:solidFill>
              <a:prstDash val="solid"/>
              <a:round/>
              <a:headEnd len="med" w="med" type="none"/>
              <a:tailEnd len="med" w="med" type="none"/>
            </a:ln>
          </p:spPr>
        </p:cxnSp>
        <p:sp>
          <p:nvSpPr>
            <p:cNvPr id="376" name="Google Shape;376;p35"/>
            <p:cNvSpPr/>
            <p:nvPr/>
          </p:nvSpPr>
          <p:spPr>
            <a:xfrm>
              <a:off x="93867" y="3412135"/>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 name="Google Shape;377;p35"/>
            <p:cNvCxnSpPr/>
            <p:nvPr/>
          </p:nvCxnSpPr>
          <p:spPr>
            <a:xfrm rot="10800000">
              <a:off x="293425" y="3602978"/>
              <a:ext cx="258300" cy="164700"/>
            </a:xfrm>
            <a:prstGeom prst="straightConnector1">
              <a:avLst/>
            </a:prstGeom>
            <a:noFill/>
            <a:ln cap="rnd" cmpd="sng" w="38100">
              <a:solidFill>
                <a:schemeClr val="accent3"/>
              </a:solidFill>
              <a:prstDash val="solid"/>
              <a:round/>
              <a:headEnd len="med" w="med" type="none"/>
              <a:tailEnd len="med" w="med" type="none"/>
            </a:ln>
          </p:spPr>
        </p:cxnSp>
        <p:sp>
          <p:nvSpPr>
            <p:cNvPr id="378" name="Google Shape;378;p35"/>
            <p:cNvSpPr/>
            <p:nvPr/>
          </p:nvSpPr>
          <p:spPr>
            <a:xfrm>
              <a:off x="467822" y="3658931"/>
              <a:ext cx="245700" cy="24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35"/>
          <p:cNvGrpSpPr/>
          <p:nvPr/>
        </p:nvGrpSpPr>
        <p:grpSpPr>
          <a:xfrm rot="10800000">
            <a:off x="8459600" y="172710"/>
            <a:ext cx="840522" cy="492496"/>
            <a:chOff x="-127000" y="3412135"/>
            <a:chExt cx="840522" cy="492496"/>
          </a:xfrm>
        </p:grpSpPr>
        <p:cxnSp>
          <p:nvCxnSpPr>
            <p:cNvPr id="380" name="Google Shape;380;p35"/>
            <p:cNvCxnSpPr/>
            <p:nvPr/>
          </p:nvCxnSpPr>
          <p:spPr>
            <a:xfrm flipH="1" rot="10800000">
              <a:off x="-127000" y="3582050"/>
              <a:ext cx="406200" cy="298500"/>
            </a:xfrm>
            <a:prstGeom prst="straightConnector1">
              <a:avLst/>
            </a:prstGeom>
            <a:noFill/>
            <a:ln cap="rnd" cmpd="sng" w="38100">
              <a:solidFill>
                <a:schemeClr val="dk2"/>
              </a:solidFill>
              <a:prstDash val="solid"/>
              <a:round/>
              <a:headEnd len="med" w="med" type="none"/>
              <a:tailEnd len="med" w="med" type="none"/>
            </a:ln>
          </p:spPr>
        </p:cxnSp>
        <p:sp>
          <p:nvSpPr>
            <p:cNvPr id="381" name="Google Shape;381;p35"/>
            <p:cNvSpPr/>
            <p:nvPr/>
          </p:nvSpPr>
          <p:spPr>
            <a:xfrm>
              <a:off x="93867" y="3412135"/>
              <a:ext cx="333600" cy="333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2" name="Google Shape;382;p35"/>
            <p:cNvCxnSpPr/>
            <p:nvPr/>
          </p:nvCxnSpPr>
          <p:spPr>
            <a:xfrm rot="10800000">
              <a:off x="293425" y="3602978"/>
              <a:ext cx="258300" cy="164700"/>
            </a:xfrm>
            <a:prstGeom prst="straightConnector1">
              <a:avLst/>
            </a:prstGeom>
            <a:noFill/>
            <a:ln cap="rnd" cmpd="sng" w="38100">
              <a:solidFill>
                <a:schemeClr val="dk2"/>
              </a:solidFill>
              <a:prstDash val="solid"/>
              <a:round/>
              <a:headEnd len="med" w="med" type="none"/>
              <a:tailEnd len="med" w="med" type="none"/>
            </a:ln>
          </p:spPr>
        </p:cxnSp>
        <p:sp>
          <p:nvSpPr>
            <p:cNvPr id="383" name="Google Shape;383;p35"/>
            <p:cNvSpPr/>
            <p:nvPr/>
          </p:nvSpPr>
          <p:spPr>
            <a:xfrm>
              <a:off x="467822" y="3658931"/>
              <a:ext cx="245700" cy="245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7">
    <p:spTree>
      <p:nvGrpSpPr>
        <p:cNvPr id="384" name="Shape 384"/>
        <p:cNvGrpSpPr/>
        <p:nvPr/>
      </p:nvGrpSpPr>
      <p:grpSpPr>
        <a:xfrm>
          <a:off x="0" y="0"/>
          <a:ext cx="0" cy="0"/>
          <a:chOff x="0" y="0"/>
          <a:chExt cx="0" cy="0"/>
        </a:xfrm>
      </p:grpSpPr>
      <p:sp>
        <p:nvSpPr>
          <p:cNvPr id="385" name="Google Shape;385;p36"/>
          <p:cNvSpPr txBox="1"/>
          <p:nvPr>
            <p:ph idx="1" type="subTitle"/>
          </p:nvPr>
        </p:nvSpPr>
        <p:spPr>
          <a:xfrm>
            <a:off x="91807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6" name="Google Shape;386;p36"/>
          <p:cNvSpPr txBox="1"/>
          <p:nvPr>
            <p:ph type="title"/>
          </p:nvPr>
        </p:nvSpPr>
        <p:spPr>
          <a:xfrm>
            <a:off x="91807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387" name="Google Shape;387;p36"/>
          <p:cNvSpPr/>
          <p:nvPr/>
        </p:nvSpPr>
        <p:spPr>
          <a:xfrm>
            <a:off x="410699" y="305346"/>
            <a:ext cx="1764756" cy="64005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7_1">
    <p:spTree>
      <p:nvGrpSpPr>
        <p:cNvPr id="388" name="Shape 388"/>
        <p:cNvGrpSpPr/>
        <p:nvPr/>
      </p:nvGrpSpPr>
      <p:grpSpPr>
        <a:xfrm>
          <a:off x="0" y="0"/>
          <a:ext cx="0" cy="0"/>
          <a:chOff x="0" y="0"/>
          <a:chExt cx="0" cy="0"/>
        </a:xfrm>
      </p:grpSpPr>
      <p:sp>
        <p:nvSpPr>
          <p:cNvPr id="389" name="Google Shape;389;p37"/>
          <p:cNvSpPr/>
          <p:nvPr/>
        </p:nvSpPr>
        <p:spPr>
          <a:xfrm>
            <a:off x="-598300" y="-487749"/>
            <a:ext cx="3055800" cy="3055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7"/>
          <p:cNvSpPr txBox="1"/>
          <p:nvPr>
            <p:ph idx="1" type="subTitle"/>
          </p:nvPr>
        </p:nvSpPr>
        <p:spPr>
          <a:xfrm>
            <a:off x="490152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1" name="Google Shape;391;p37"/>
          <p:cNvSpPr txBox="1"/>
          <p:nvPr>
            <p:ph type="title"/>
          </p:nvPr>
        </p:nvSpPr>
        <p:spPr>
          <a:xfrm>
            <a:off x="490152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392" name="Google Shape;392;p37"/>
          <p:cNvSpPr/>
          <p:nvPr/>
        </p:nvSpPr>
        <p:spPr>
          <a:xfrm>
            <a:off x="2858351" y="2942876"/>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7"/>
          <p:cNvSpPr/>
          <p:nvPr/>
        </p:nvSpPr>
        <p:spPr>
          <a:xfrm>
            <a:off x="6908624" y="-142875"/>
            <a:ext cx="2749500" cy="27495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9">
    <p:spTree>
      <p:nvGrpSpPr>
        <p:cNvPr id="394" name="Shape 394"/>
        <p:cNvGrpSpPr/>
        <p:nvPr/>
      </p:nvGrpSpPr>
      <p:grpSpPr>
        <a:xfrm>
          <a:off x="0" y="0"/>
          <a:ext cx="0" cy="0"/>
          <a:chOff x="0" y="0"/>
          <a:chExt cx="0" cy="0"/>
        </a:xfrm>
      </p:grpSpPr>
      <p:sp>
        <p:nvSpPr>
          <p:cNvPr id="395" name="Google Shape;395;p38"/>
          <p:cNvSpPr txBox="1"/>
          <p:nvPr>
            <p:ph idx="1" type="subTitle"/>
          </p:nvPr>
        </p:nvSpPr>
        <p:spPr>
          <a:xfrm>
            <a:off x="3149300" y="2417850"/>
            <a:ext cx="2841300" cy="1046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396" name="Google Shape;396;p38"/>
          <p:cNvSpPr txBox="1"/>
          <p:nvPr>
            <p:ph type="title"/>
          </p:nvPr>
        </p:nvSpPr>
        <p:spPr>
          <a:xfrm>
            <a:off x="3153160" y="1678950"/>
            <a:ext cx="2841300" cy="73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97" name="Google Shape;397;p38"/>
          <p:cNvSpPr/>
          <p:nvPr/>
        </p:nvSpPr>
        <p:spPr>
          <a:xfrm flipH="1" rot="10800000">
            <a:off x="-345625" y="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8"/>
          <p:cNvSpPr/>
          <p:nvPr/>
        </p:nvSpPr>
        <p:spPr>
          <a:xfrm flipH="1">
            <a:off x="5573975" y="32816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38"/>
          <p:cNvGrpSpPr/>
          <p:nvPr/>
        </p:nvGrpSpPr>
        <p:grpSpPr>
          <a:xfrm rot="1315216">
            <a:off x="323950" y="3912716"/>
            <a:ext cx="2444815" cy="1749364"/>
            <a:chOff x="3698375" y="764675"/>
            <a:chExt cx="1508825" cy="1079625"/>
          </a:xfrm>
        </p:grpSpPr>
        <p:sp>
          <p:nvSpPr>
            <p:cNvPr id="400" name="Google Shape;400;p38"/>
            <p:cNvSpPr/>
            <p:nvPr/>
          </p:nvSpPr>
          <p:spPr>
            <a:xfrm>
              <a:off x="4393700" y="1763775"/>
              <a:ext cx="111350" cy="80525"/>
            </a:xfrm>
            <a:custGeom>
              <a:rect b="b" l="l" r="r" t="t"/>
              <a:pathLst>
                <a:path extrusionOk="0" h="3221" w="4454">
                  <a:moveTo>
                    <a:pt x="2922" y="0"/>
                  </a:moveTo>
                  <a:cubicBezTo>
                    <a:pt x="1905" y="0"/>
                    <a:pt x="876" y="599"/>
                    <a:pt x="322" y="1606"/>
                  </a:cubicBezTo>
                  <a:cubicBezTo>
                    <a:pt x="143" y="1952"/>
                    <a:pt x="0" y="2416"/>
                    <a:pt x="214" y="2738"/>
                  </a:cubicBezTo>
                  <a:cubicBezTo>
                    <a:pt x="322" y="2904"/>
                    <a:pt x="500" y="2999"/>
                    <a:pt x="679" y="3059"/>
                  </a:cubicBezTo>
                  <a:cubicBezTo>
                    <a:pt x="993" y="3161"/>
                    <a:pt x="1324" y="3220"/>
                    <a:pt x="1657" y="3220"/>
                  </a:cubicBezTo>
                  <a:cubicBezTo>
                    <a:pt x="1792" y="3220"/>
                    <a:pt x="1926" y="3211"/>
                    <a:pt x="2060" y="3190"/>
                  </a:cubicBezTo>
                  <a:cubicBezTo>
                    <a:pt x="3001" y="3059"/>
                    <a:pt x="3858" y="2345"/>
                    <a:pt x="4310" y="1368"/>
                  </a:cubicBezTo>
                  <a:cubicBezTo>
                    <a:pt x="4394" y="1214"/>
                    <a:pt x="4453" y="1011"/>
                    <a:pt x="4429" y="809"/>
                  </a:cubicBezTo>
                  <a:cubicBezTo>
                    <a:pt x="4382" y="463"/>
                    <a:pt x="4072" y="249"/>
                    <a:pt x="3786" y="154"/>
                  </a:cubicBezTo>
                  <a:cubicBezTo>
                    <a:pt x="3507" y="50"/>
                    <a:pt x="321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8"/>
            <p:cNvSpPr/>
            <p:nvPr/>
          </p:nvSpPr>
          <p:spPr>
            <a:xfrm>
              <a:off x="3698375" y="963450"/>
              <a:ext cx="711125" cy="872650"/>
            </a:xfrm>
            <a:custGeom>
              <a:rect b="b" l="l" r="r" t="t"/>
              <a:pathLst>
                <a:path extrusionOk="0" h="34906" w="28445">
                  <a:moveTo>
                    <a:pt x="10311" y="1"/>
                  </a:moveTo>
                  <a:cubicBezTo>
                    <a:pt x="6847" y="1"/>
                    <a:pt x="3385" y="574"/>
                    <a:pt x="12" y="1532"/>
                  </a:cubicBezTo>
                  <a:lnTo>
                    <a:pt x="0" y="33477"/>
                  </a:lnTo>
                  <a:cubicBezTo>
                    <a:pt x="4306" y="32454"/>
                    <a:pt x="8702" y="31938"/>
                    <a:pt x="13097" y="31938"/>
                  </a:cubicBezTo>
                  <a:cubicBezTo>
                    <a:pt x="15507" y="31938"/>
                    <a:pt x="17917" y="32093"/>
                    <a:pt x="20312" y="32405"/>
                  </a:cubicBezTo>
                  <a:cubicBezTo>
                    <a:pt x="23110" y="32762"/>
                    <a:pt x="25980" y="33381"/>
                    <a:pt x="28432" y="34905"/>
                  </a:cubicBezTo>
                  <a:lnTo>
                    <a:pt x="28444" y="6771"/>
                  </a:lnTo>
                  <a:cubicBezTo>
                    <a:pt x="24110" y="2770"/>
                    <a:pt x="18622" y="627"/>
                    <a:pt x="13085" y="127"/>
                  </a:cubicBezTo>
                  <a:cubicBezTo>
                    <a:pt x="12161" y="42"/>
                    <a:pt x="11236" y="1"/>
                    <a:pt x="103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8"/>
            <p:cNvSpPr/>
            <p:nvPr/>
          </p:nvSpPr>
          <p:spPr>
            <a:xfrm>
              <a:off x="3726650" y="928050"/>
              <a:ext cx="772425" cy="894350"/>
            </a:xfrm>
            <a:custGeom>
              <a:rect b="b" l="l" r="r" t="t"/>
              <a:pathLst>
                <a:path extrusionOk="0" h="35774" w="30897">
                  <a:moveTo>
                    <a:pt x="12477" y="0"/>
                  </a:moveTo>
                  <a:cubicBezTo>
                    <a:pt x="9021" y="0"/>
                    <a:pt x="5565" y="575"/>
                    <a:pt x="2191" y="1543"/>
                  </a:cubicBezTo>
                  <a:lnTo>
                    <a:pt x="2191" y="1758"/>
                  </a:lnTo>
                  <a:cubicBezTo>
                    <a:pt x="1465" y="1936"/>
                    <a:pt x="750" y="2115"/>
                    <a:pt x="36" y="2329"/>
                  </a:cubicBezTo>
                  <a:lnTo>
                    <a:pt x="0" y="34262"/>
                  </a:lnTo>
                  <a:cubicBezTo>
                    <a:pt x="4315" y="33245"/>
                    <a:pt x="8724" y="32736"/>
                    <a:pt x="13127" y="32736"/>
                  </a:cubicBezTo>
                  <a:cubicBezTo>
                    <a:pt x="15529" y="32736"/>
                    <a:pt x="17930" y="32887"/>
                    <a:pt x="20312" y="33190"/>
                  </a:cubicBezTo>
                  <a:cubicBezTo>
                    <a:pt x="23098" y="33547"/>
                    <a:pt x="25670" y="34250"/>
                    <a:pt x="28135" y="35774"/>
                  </a:cubicBezTo>
                  <a:cubicBezTo>
                    <a:pt x="28135" y="35774"/>
                    <a:pt x="30016" y="34678"/>
                    <a:pt x="30897" y="34583"/>
                  </a:cubicBezTo>
                  <a:lnTo>
                    <a:pt x="30576" y="6782"/>
                  </a:lnTo>
                  <a:cubicBezTo>
                    <a:pt x="26242" y="2770"/>
                    <a:pt x="20777" y="626"/>
                    <a:pt x="15240" y="126"/>
                  </a:cubicBezTo>
                  <a:cubicBezTo>
                    <a:pt x="14320" y="41"/>
                    <a:pt x="13399" y="0"/>
                    <a:pt x="124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8"/>
            <p:cNvSpPr/>
            <p:nvPr/>
          </p:nvSpPr>
          <p:spPr>
            <a:xfrm>
              <a:off x="4498775" y="919275"/>
              <a:ext cx="708425" cy="872175"/>
            </a:xfrm>
            <a:custGeom>
              <a:rect b="b" l="l" r="r" t="t"/>
              <a:pathLst>
                <a:path extrusionOk="0" h="34887" w="28337">
                  <a:moveTo>
                    <a:pt x="17978" y="0"/>
                  </a:moveTo>
                  <a:cubicBezTo>
                    <a:pt x="17073" y="0"/>
                    <a:pt x="16167" y="39"/>
                    <a:pt x="15264" y="120"/>
                  </a:cubicBezTo>
                  <a:cubicBezTo>
                    <a:pt x="9727" y="608"/>
                    <a:pt x="4358" y="2751"/>
                    <a:pt x="24" y="6740"/>
                  </a:cubicBezTo>
                  <a:lnTo>
                    <a:pt x="0" y="34886"/>
                  </a:lnTo>
                  <a:cubicBezTo>
                    <a:pt x="2453" y="33362"/>
                    <a:pt x="5227" y="33005"/>
                    <a:pt x="7989" y="32398"/>
                  </a:cubicBezTo>
                  <a:cubicBezTo>
                    <a:pt x="10346" y="31881"/>
                    <a:pt x="12712" y="31660"/>
                    <a:pt x="15075" y="31660"/>
                  </a:cubicBezTo>
                  <a:cubicBezTo>
                    <a:pt x="19517" y="31660"/>
                    <a:pt x="23949" y="32441"/>
                    <a:pt x="28301" y="33505"/>
                  </a:cubicBezTo>
                  <a:lnTo>
                    <a:pt x="28337" y="1561"/>
                  </a:lnTo>
                  <a:cubicBezTo>
                    <a:pt x="24944" y="578"/>
                    <a:pt x="21461" y="0"/>
                    <a:pt x="179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8"/>
            <p:cNvSpPr/>
            <p:nvPr/>
          </p:nvSpPr>
          <p:spPr>
            <a:xfrm>
              <a:off x="4499050" y="919275"/>
              <a:ext cx="536125" cy="871875"/>
            </a:xfrm>
            <a:custGeom>
              <a:rect b="b" l="l" r="r" t="t"/>
              <a:pathLst>
                <a:path extrusionOk="0" h="34875" w="21445">
                  <a:moveTo>
                    <a:pt x="17950" y="1"/>
                  </a:moveTo>
                  <a:cubicBezTo>
                    <a:pt x="17053" y="1"/>
                    <a:pt x="16154" y="40"/>
                    <a:pt x="15253" y="120"/>
                  </a:cubicBezTo>
                  <a:cubicBezTo>
                    <a:pt x="9716" y="608"/>
                    <a:pt x="4347" y="2751"/>
                    <a:pt x="13" y="6740"/>
                  </a:cubicBezTo>
                  <a:lnTo>
                    <a:pt x="1" y="34874"/>
                  </a:lnTo>
                  <a:cubicBezTo>
                    <a:pt x="2454" y="33350"/>
                    <a:pt x="5228" y="32993"/>
                    <a:pt x="7990" y="32386"/>
                  </a:cubicBezTo>
                  <a:cubicBezTo>
                    <a:pt x="10342" y="31868"/>
                    <a:pt x="12697" y="31648"/>
                    <a:pt x="15048" y="31648"/>
                  </a:cubicBezTo>
                  <a:cubicBezTo>
                    <a:pt x="17185" y="31648"/>
                    <a:pt x="19318" y="31830"/>
                    <a:pt x="21444" y="32136"/>
                  </a:cubicBezTo>
                  <a:cubicBezTo>
                    <a:pt x="21170" y="21480"/>
                    <a:pt x="20968" y="10800"/>
                    <a:pt x="20837" y="132"/>
                  </a:cubicBezTo>
                  <a:cubicBezTo>
                    <a:pt x="19875" y="46"/>
                    <a:pt x="18913" y="1"/>
                    <a:pt x="179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8"/>
            <p:cNvSpPr/>
            <p:nvPr/>
          </p:nvSpPr>
          <p:spPr>
            <a:xfrm>
              <a:off x="4498775" y="764675"/>
              <a:ext cx="459000" cy="1027375"/>
            </a:xfrm>
            <a:custGeom>
              <a:rect b="b" l="l" r="r" t="t"/>
              <a:pathLst>
                <a:path extrusionOk="0" h="41095" w="18360">
                  <a:moveTo>
                    <a:pt x="17924" y="0"/>
                  </a:moveTo>
                  <a:cubicBezTo>
                    <a:pt x="15322" y="0"/>
                    <a:pt x="12651" y="612"/>
                    <a:pt x="9989" y="2089"/>
                  </a:cubicBezTo>
                  <a:cubicBezTo>
                    <a:pt x="6429" y="4066"/>
                    <a:pt x="2810" y="7685"/>
                    <a:pt x="24" y="12841"/>
                  </a:cubicBezTo>
                  <a:lnTo>
                    <a:pt x="0" y="41094"/>
                  </a:lnTo>
                  <a:cubicBezTo>
                    <a:pt x="1560" y="38927"/>
                    <a:pt x="3524" y="37308"/>
                    <a:pt x="5310" y="36201"/>
                  </a:cubicBezTo>
                  <a:cubicBezTo>
                    <a:pt x="9656" y="33522"/>
                    <a:pt x="14061" y="32045"/>
                    <a:pt x="18336" y="31843"/>
                  </a:cubicBezTo>
                  <a:lnTo>
                    <a:pt x="18360" y="6"/>
                  </a:lnTo>
                  <a:cubicBezTo>
                    <a:pt x="18215" y="2"/>
                    <a:pt x="18069" y="0"/>
                    <a:pt x="179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8"/>
            <p:cNvSpPr/>
            <p:nvPr/>
          </p:nvSpPr>
          <p:spPr>
            <a:xfrm>
              <a:off x="3788850" y="919850"/>
              <a:ext cx="710525" cy="872775"/>
            </a:xfrm>
            <a:custGeom>
              <a:rect b="b" l="l" r="r" t="t"/>
              <a:pathLst>
                <a:path extrusionOk="0" h="34911" w="28421">
                  <a:moveTo>
                    <a:pt x="10377" y="1"/>
                  </a:moveTo>
                  <a:cubicBezTo>
                    <a:pt x="6895" y="1"/>
                    <a:pt x="3415" y="575"/>
                    <a:pt x="24" y="1538"/>
                  </a:cubicBezTo>
                  <a:lnTo>
                    <a:pt x="1" y="33482"/>
                  </a:lnTo>
                  <a:cubicBezTo>
                    <a:pt x="4307" y="32460"/>
                    <a:pt x="8697" y="31943"/>
                    <a:pt x="13092" y="31943"/>
                  </a:cubicBezTo>
                  <a:cubicBezTo>
                    <a:pt x="15502" y="31943"/>
                    <a:pt x="17913" y="32099"/>
                    <a:pt x="20313" y="32411"/>
                  </a:cubicBezTo>
                  <a:cubicBezTo>
                    <a:pt x="23111" y="32768"/>
                    <a:pt x="25956" y="33387"/>
                    <a:pt x="28397" y="34911"/>
                  </a:cubicBezTo>
                  <a:lnTo>
                    <a:pt x="28421" y="6777"/>
                  </a:lnTo>
                  <a:cubicBezTo>
                    <a:pt x="24099" y="2776"/>
                    <a:pt x="18634" y="633"/>
                    <a:pt x="13098" y="121"/>
                  </a:cubicBezTo>
                  <a:cubicBezTo>
                    <a:pt x="12192" y="40"/>
                    <a:pt x="11284" y="1"/>
                    <a:pt x="103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8"/>
            <p:cNvSpPr/>
            <p:nvPr/>
          </p:nvSpPr>
          <p:spPr>
            <a:xfrm>
              <a:off x="3932625" y="1036200"/>
              <a:ext cx="453350" cy="78375"/>
            </a:xfrm>
            <a:custGeom>
              <a:rect b="b" l="l" r="r" t="t"/>
              <a:pathLst>
                <a:path extrusionOk="0" h="3135" w="18134">
                  <a:moveTo>
                    <a:pt x="5724" y="0"/>
                  </a:moveTo>
                  <a:cubicBezTo>
                    <a:pt x="3859" y="0"/>
                    <a:pt x="1968" y="158"/>
                    <a:pt x="0" y="468"/>
                  </a:cubicBezTo>
                  <a:cubicBezTo>
                    <a:pt x="0" y="801"/>
                    <a:pt x="24" y="944"/>
                    <a:pt x="24" y="1277"/>
                  </a:cubicBezTo>
                  <a:cubicBezTo>
                    <a:pt x="1988" y="967"/>
                    <a:pt x="3878" y="810"/>
                    <a:pt x="5743" y="810"/>
                  </a:cubicBezTo>
                  <a:cubicBezTo>
                    <a:pt x="9825" y="810"/>
                    <a:pt x="13786" y="1565"/>
                    <a:pt x="18134" y="3135"/>
                  </a:cubicBezTo>
                  <a:cubicBezTo>
                    <a:pt x="18134" y="2813"/>
                    <a:pt x="18134" y="2658"/>
                    <a:pt x="18122" y="2325"/>
                  </a:cubicBezTo>
                  <a:cubicBezTo>
                    <a:pt x="13766" y="756"/>
                    <a:pt x="9808" y="0"/>
                    <a:pt x="57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8"/>
            <p:cNvSpPr/>
            <p:nvPr/>
          </p:nvSpPr>
          <p:spPr>
            <a:xfrm>
              <a:off x="3934400" y="1110475"/>
              <a:ext cx="453075" cy="78525"/>
            </a:xfrm>
            <a:custGeom>
              <a:rect b="b" l="l" r="r" t="t"/>
              <a:pathLst>
                <a:path extrusionOk="0" h="3141" w="18123">
                  <a:moveTo>
                    <a:pt x="5713" y="1"/>
                  </a:moveTo>
                  <a:cubicBezTo>
                    <a:pt x="3851" y="1"/>
                    <a:pt x="1963" y="160"/>
                    <a:pt x="1" y="473"/>
                  </a:cubicBezTo>
                  <a:cubicBezTo>
                    <a:pt x="1" y="807"/>
                    <a:pt x="13" y="949"/>
                    <a:pt x="13" y="1283"/>
                  </a:cubicBezTo>
                  <a:cubicBezTo>
                    <a:pt x="1984" y="972"/>
                    <a:pt x="3881" y="813"/>
                    <a:pt x="5753" y="813"/>
                  </a:cubicBezTo>
                  <a:cubicBezTo>
                    <a:pt x="9827" y="813"/>
                    <a:pt x="13782" y="1566"/>
                    <a:pt x="18122" y="3140"/>
                  </a:cubicBezTo>
                  <a:cubicBezTo>
                    <a:pt x="18122" y="2819"/>
                    <a:pt x="18122" y="2652"/>
                    <a:pt x="18110" y="2342"/>
                  </a:cubicBezTo>
                  <a:cubicBezTo>
                    <a:pt x="13753" y="765"/>
                    <a:pt x="9794" y="1"/>
                    <a:pt x="57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8"/>
            <p:cNvSpPr/>
            <p:nvPr/>
          </p:nvSpPr>
          <p:spPr>
            <a:xfrm>
              <a:off x="3935900" y="1185025"/>
              <a:ext cx="453050" cy="78075"/>
            </a:xfrm>
            <a:custGeom>
              <a:rect b="b" l="l" r="r" t="t"/>
              <a:pathLst>
                <a:path extrusionOk="0" h="3123" w="18122">
                  <a:moveTo>
                    <a:pt x="5710" y="1"/>
                  </a:moveTo>
                  <a:cubicBezTo>
                    <a:pt x="3848" y="1"/>
                    <a:pt x="1962" y="158"/>
                    <a:pt x="0" y="468"/>
                  </a:cubicBezTo>
                  <a:cubicBezTo>
                    <a:pt x="0" y="801"/>
                    <a:pt x="12" y="944"/>
                    <a:pt x="12" y="1277"/>
                  </a:cubicBezTo>
                  <a:cubicBezTo>
                    <a:pt x="1979" y="963"/>
                    <a:pt x="3872" y="804"/>
                    <a:pt x="5740" y="804"/>
                  </a:cubicBezTo>
                  <a:cubicBezTo>
                    <a:pt x="9819" y="804"/>
                    <a:pt x="13777" y="1563"/>
                    <a:pt x="18122" y="3123"/>
                  </a:cubicBezTo>
                  <a:cubicBezTo>
                    <a:pt x="18122" y="2813"/>
                    <a:pt x="18110" y="2647"/>
                    <a:pt x="18110" y="2337"/>
                  </a:cubicBezTo>
                  <a:cubicBezTo>
                    <a:pt x="13751" y="759"/>
                    <a:pt x="9792" y="1"/>
                    <a:pt x="57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8"/>
            <p:cNvSpPr/>
            <p:nvPr/>
          </p:nvSpPr>
          <p:spPr>
            <a:xfrm>
              <a:off x="3937375" y="1259000"/>
              <a:ext cx="453075" cy="78525"/>
            </a:xfrm>
            <a:custGeom>
              <a:rect b="b" l="l" r="r" t="t"/>
              <a:pathLst>
                <a:path extrusionOk="0" h="3141" w="18123">
                  <a:moveTo>
                    <a:pt x="5720" y="1"/>
                  </a:moveTo>
                  <a:cubicBezTo>
                    <a:pt x="3855" y="1"/>
                    <a:pt x="1966" y="160"/>
                    <a:pt x="1" y="473"/>
                  </a:cubicBezTo>
                  <a:cubicBezTo>
                    <a:pt x="1" y="807"/>
                    <a:pt x="13" y="950"/>
                    <a:pt x="13" y="1283"/>
                  </a:cubicBezTo>
                  <a:cubicBezTo>
                    <a:pt x="1984" y="972"/>
                    <a:pt x="3881" y="813"/>
                    <a:pt x="5753" y="813"/>
                  </a:cubicBezTo>
                  <a:cubicBezTo>
                    <a:pt x="9828" y="813"/>
                    <a:pt x="13782" y="1566"/>
                    <a:pt x="18122" y="3140"/>
                  </a:cubicBezTo>
                  <a:cubicBezTo>
                    <a:pt x="18110" y="2831"/>
                    <a:pt x="18110" y="2664"/>
                    <a:pt x="18110" y="2331"/>
                  </a:cubicBezTo>
                  <a:cubicBezTo>
                    <a:pt x="13755" y="762"/>
                    <a:pt x="9798" y="1"/>
                    <a:pt x="57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8"/>
            <p:cNvSpPr/>
            <p:nvPr/>
          </p:nvSpPr>
          <p:spPr>
            <a:xfrm>
              <a:off x="3938875" y="1333425"/>
              <a:ext cx="453050" cy="78500"/>
            </a:xfrm>
            <a:custGeom>
              <a:rect b="b" l="l" r="r" t="t"/>
              <a:pathLst>
                <a:path extrusionOk="0" h="3140" w="18122">
                  <a:moveTo>
                    <a:pt x="5719" y="0"/>
                  </a:moveTo>
                  <a:cubicBezTo>
                    <a:pt x="3855" y="0"/>
                    <a:pt x="1965" y="159"/>
                    <a:pt x="0" y="473"/>
                  </a:cubicBezTo>
                  <a:cubicBezTo>
                    <a:pt x="0" y="806"/>
                    <a:pt x="12" y="949"/>
                    <a:pt x="12" y="1283"/>
                  </a:cubicBezTo>
                  <a:cubicBezTo>
                    <a:pt x="1984" y="971"/>
                    <a:pt x="3881" y="813"/>
                    <a:pt x="5753" y="813"/>
                  </a:cubicBezTo>
                  <a:cubicBezTo>
                    <a:pt x="9827" y="813"/>
                    <a:pt x="13782" y="1565"/>
                    <a:pt x="18122" y="3140"/>
                  </a:cubicBezTo>
                  <a:cubicBezTo>
                    <a:pt x="18110" y="2807"/>
                    <a:pt x="18110" y="2664"/>
                    <a:pt x="18110" y="2330"/>
                  </a:cubicBezTo>
                  <a:cubicBezTo>
                    <a:pt x="13755" y="761"/>
                    <a:pt x="9798" y="0"/>
                    <a:pt x="57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8"/>
            <p:cNvSpPr/>
            <p:nvPr/>
          </p:nvSpPr>
          <p:spPr>
            <a:xfrm>
              <a:off x="3940075" y="1407825"/>
              <a:ext cx="453350" cy="78525"/>
            </a:xfrm>
            <a:custGeom>
              <a:rect b="b" l="l" r="r" t="t"/>
              <a:pathLst>
                <a:path extrusionOk="0" h="3141" w="18134">
                  <a:moveTo>
                    <a:pt x="5727" y="1"/>
                  </a:moveTo>
                  <a:cubicBezTo>
                    <a:pt x="3861" y="1"/>
                    <a:pt x="1968" y="160"/>
                    <a:pt x="0" y="473"/>
                  </a:cubicBezTo>
                  <a:cubicBezTo>
                    <a:pt x="0" y="807"/>
                    <a:pt x="24" y="950"/>
                    <a:pt x="24" y="1283"/>
                  </a:cubicBezTo>
                  <a:cubicBezTo>
                    <a:pt x="1995" y="972"/>
                    <a:pt x="3892" y="813"/>
                    <a:pt x="5764" y="813"/>
                  </a:cubicBezTo>
                  <a:cubicBezTo>
                    <a:pt x="9839" y="813"/>
                    <a:pt x="13793" y="1566"/>
                    <a:pt x="18133" y="3140"/>
                  </a:cubicBezTo>
                  <a:cubicBezTo>
                    <a:pt x="18121" y="2807"/>
                    <a:pt x="18121" y="2664"/>
                    <a:pt x="18121" y="2331"/>
                  </a:cubicBezTo>
                  <a:cubicBezTo>
                    <a:pt x="13766" y="762"/>
                    <a:pt x="9809"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8"/>
            <p:cNvSpPr/>
            <p:nvPr/>
          </p:nvSpPr>
          <p:spPr>
            <a:xfrm>
              <a:off x="3941250" y="1482250"/>
              <a:ext cx="453350" cy="78525"/>
            </a:xfrm>
            <a:custGeom>
              <a:rect b="b" l="l" r="r" t="t"/>
              <a:pathLst>
                <a:path extrusionOk="0" h="3141" w="18134">
                  <a:moveTo>
                    <a:pt x="5722" y="0"/>
                  </a:moveTo>
                  <a:cubicBezTo>
                    <a:pt x="3856" y="0"/>
                    <a:pt x="1965" y="159"/>
                    <a:pt x="1" y="473"/>
                  </a:cubicBezTo>
                  <a:cubicBezTo>
                    <a:pt x="1" y="806"/>
                    <a:pt x="13" y="949"/>
                    <a:pt x="13" y="1283"/>
                  </a:cubicBezTo>
                  <a:cubicBezTo>
                    <a:pt x="1988" y="972"/>
                    <a:pt x="3886" y="813"/>
                    <a:pt x="5759" y="813"/>
                  </a:cubicBezTo>
                  <a:cubicBezTo>
                    <a:pt x="9834" y="813"/>
                    <a:pt x="13786" y="1565"/>
                    <a:pt x="18134" y="3140"/>
                  </a:cubicBezTo>
                  <a:cubicBezTo>
                    <a:pt x="18134" y="2807"/>
                    <a:pt x="18134" y="2652"/>
                    <a:pt x="18110" y="2330"/>
                  </a:cubicBezTo>
                  <a:cubicBezTo>
                    <a:pt x="13763" y="762"/>
                    <a:pt x="9803" y="0"/>
                    <a:pt x="57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8"/>
            <p:cNvSpPr/>
            <p:nvPr/>
          </p:nvSpPr>
          <p:spPr>
            <a:xfrm>
              <a:off x="3942750" y="1556350"/>
              <a:ext cx="453350" cy="78525"/>
            </a:xfrm>
            <a:custGeom>
              <a:rect b="b" l="l" r="r" t="t"/>
              <a:pathLst>
                <a:path extrusionOk="0" h="3141" w="18134">
                  <a:moveTo>
                    <a:pt x="5727" y="1"/>
                  </a:moveTo>
                  <a:cubicBezTo>
                    <a:pt x="3861" y="1"/>
                    <a:pt x="1969" y="160"/>
                    <a:pt x="0" y="474"/>
                  </a:cubicBezTo>
                  <a:cubicBezTo>
                    <a:pt x="0" y="795"/>
                    <a:pt x="24" y="950"/>
                    <a:pt x="24" y="1271"/>
                  </a:cubicBezTo>
                  <a:cubicBezTo>
                    <a:pt x="1984" y="966"/>
                    <a:pt x="3870" y="810"/>
                    <a:pt x="5731" y="810"/>
                  </a:cubicBezTo>
                  <a:cubicBezTo>
                    <a:pt x="9813" y="810"/>
                    <a:pt x="13774" y="1562"/>
                    <a:pt x="18133" y="3141"/>
                  </a:cubicBezTo>
                  <a:cubicBezTo>
                    <a:pt x="18133" y="2819"/>
                    <a:pt x="18133" y="2664"/>
                    <a:pt x="18110" y="2331"/>
                  </a:cubicBezTo>
                  <a:cubicBezTo>
                    <a:pt x="13763" y="762"/>
                    <a:pt x="9808"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8"/>
            <p:cNvSpPr/>
            <p:nvPr/>
          </p:nvSpPr>
          <p:spPr>
            <a:xfrm>
              <a:off x="3944225" y="1630775"/>
              <a:ext cx="453350" cy="78525"/>
            </a:xfrm>
            <a:custGeom>
              <a:rect b="b" l="l" r="r" t="t"/>
              <a:pathLst>
                <a:path extrusionOk="0" h="3141" w="18134">
                  <a:moveTo>
                    <a:pt x="5727" y="0"/>
                  </a:moveTo>
                  <a:cubicBezTo>
                    <a:pt x="3861" y="0"/>
                    <a:pt x="1969" y="159"/>
                    <a:pt x="1" y="473"/>
                  </a:cubicBezTo>
                  <a:cubicBezTo>
                    <a:pt x="1" y="795"/>
                    <a:pt x="25" y="949"/>
                    <a:pt x="25" y="1271"/>
                  </a:cubicBezTo>
                  <a:cubicBezTo>
                    <a:pt x="1985" y="965"/>
                    <a:pt x="3871" y="809"/>
                    <a:pt x="5731" y="809"/>
                  </a:cubicBezTo>
                  <a:cubicBezTo>
                    <a:pt x="9814" y="809"/>
                    <a:pt x="13774" y="1562"/>
                    <a:pt x="18134" y="3140"/>
                  </a:cubicBezTo>
                  <a:cubicBezTo>
                    <a:pt x="18134" y="2819"/>
                    <a:pt x="18122" y="2664"/>
                    <a:pt x="18122" y="2331"/>
                  </a:cubicBezTo>
                  <a:cubicBezTo>
                    <a:pt x="13767" y="762"/>
                    <a:pt x="9810" y="0"/>
                    <a:pt x="5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8"/>
            <p:cNvSpPr/>
            <p:nvPr/>
          </p:nvSpPr>
          <p:spPr>
            <a:xfrm>
              <a:off x="4557400" y="881250"/>
              <a:ext cx="347975" cy="229750"/>
            </a:xfrm>
            <a:custGeom>
              <a:rect b="b" l="l" r="r" t="t"/>
              <a:pathLst>
                <a:path extrusionOk="0" h="9190" w="13919">
                  <a:moveTo>
                    <a:pt x="13021" y="0"/>
                  </a:moveTo>
                  <a:cubicBezTo>
                    <a:pt x="6999" y="0"/>
                    <a:pt x="3045" y="4692"/>
                    <a:pt x="1" y="8452"/>
                  </a:cubicBezTo>
                  <a:lnTo>
                    <a:pt x="1" y="9190"/>
                  </a:lnTo>
                  <a:cubicBezTo>
                    <a:pt x="3038" y="5450"/>
                    <a:pt x="6981" y="771"/>
                    <a:pt x="12992" y="771"/>
                  </a:cubicBezTo>
                  <a:cubicBezTo>
                    <a:pt x="13295" y="771"/>
                    <a:pt x="13604" y="783"/>
                    <a:pt x="13919" y="808"/>
                  </a:cubicBezTo>
                  <a:cubicBezTo>
                    <a:pt x="13919" y="498"/>
                    <a:pt x="13907" y="343"/>
                    <a:pt x="13907" y="34"/>
                  </a:cubicBezTo>
                  <a:cubicBezTo>
                    <a:pt x="13607" y="11"/>
                    <a:pt x="13312" y="0"/>
                    <a:pt x="13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
            <p:cNvSpPr/>
            <p:nvPr/>
          </p:nvSpPr>
          <p:spPr>
            <a:xfrm>
              <a:off x="4558000" y="952875"/>
              <a:ext cx="348875" cy="225700"/>
            </a:xfrm>
            <a:custGeom>
              <a:rect b="b" l="l" r="r" t="t"/>
              <a:pathLst>
                <a:path extrusionOk="0" h="9028" w="13955">
                  <a:moveTo>
                    <a:pt x="12870" y="1"/>
                  </a:moveTo>
                  <a:cubicBezTo>
                    <a:pt x="6929" y="1"/>
                    <a:pt x="3014" y="4602"/>
                    <a:pt x="12" y="8301"/>
                  </a:cubicBezTo>
                  <a:cubicBezTo>
                    <a:pt x="0" y="8599"/>
                    <a:pt x="0" y="8742"/>
                    <a:pt x="12" y="9027"/>
                  </a:cubicBezTo>
                  <a:cubicBezTo>
                    <a:pt x="3015" y="5364"/>
                    <a:pt x="6914" y="793"/>
                    <a:pt x="12821" y="793"/>
                  </a:cubicBezTo>
                  <a:cubicBezTo>
                    <a:pt x="13191" y="793"/>
                    <a:pt x="13569" y="811"/>
                    <a:pt x="13955" y="848"/>
                  </a:cubicBezTo>
                  <a:cubicBezTo>
                    <a:pt x="13955" y="526"/>
                    <a:pt x="13943" y="372"/>
                    <a:pt x="13943" y="50"/>
                  </a:cubicBezTo>
                  <a:cubicBezTo>
                    <a:pt x="13578" y="17"/>
                    <a:pt x="13220" y="1"/>
                    <a:pt x="128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8"/>
            <p:cNvSpPr/>
            <p:nvPr/>
          </p:nvSpPr>
          <p:spPr>
            <a:xfrm>
              <a:off x="4558600" y="1025050"/>
              <a:ext cx="349775" cy="221675"/>
            </a:xfrm>
            <a:custGeom>
              <a:rect b="b" l="l" r="r" t="t"/>
              <a:pathLst>
                <a:path extrusionOk="0" h="8867" w="13991">
                  <a:moveTo>
                    <a:pt x="12720" y="0"/>
                  </a:moveTo>
                  <a:cubicBezTo>
                    <a:pt x="6871" y="0"/>
                    <a:pt x="2993" y="4501"/>
                    <a:pt x="0" y="8117"/>
                  </a:cubicBezTo>
                  <a:lnTo>
                    <a:pt x="0" y="8867"/>
                  </a:lnTo>
                  <a:cubicBezTo>
                    <a:pt x="2987" y="5259"/>
                    <a:pt x="6863" y="781"/>
                    <a:pt x="12691" y="781"/>
                  </a:cubicBezTo>
                  <a:cubicBezTo>
                    <a:pt x="13114" y="781"/>
                    <a:pt x="13547" y="805"/>
                    <a:pt x="13990" y="854"/>
                  </a:cubicBezTo>
                  <a:cubicBezTo>
                    <a:pt x="13990" y="545"/>
                    <a:pt x="13978" y="378"/>
                    <a:pt x="13978" y="68"/>
                  </a:cubicBezTo>
                  <a:cubicBezTo>
                    <a:pt x="13549" y="22"/>
                    <a:pt x="13130" y="0"/>
                    <a:pt x="127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8"/>
            <p:cNvSpPr/>
            <p:nvPr/>
          </p:nvSpPr>
          <p:spPr>
            <a:xfrm>
              <a:off x="4558600" y="1097725"/>
              <a:ext cx="350950" cy="217475"/>
            </a:xfrm>
            <a:custGeom>
              <a:rect b="b" l="l" r="r" t="t"/>
              <a:pathLst>
                <a:path extrusionOk="0" h="8699" w="14038">
                  <a:moveTo>
                    <a:pt x="12583" y="0"/>
                  </a:moveTo>
                  <a:cubicBezTo>
                    <a:pt x="6813" y="0"/>
                    <a:pt x="2974" y="4404"/>
                    <a:pt x="0" y="7972"/>
                  </a:cubicBezTo>
                  <a:cubicBezTo>
                    <a:pt x="12" y="8270"/>
                    <a:pt x="12" y="8413"/>
                    <a:pt x="12" y="8698"/>
                  </a:cubicBezTo>
                  <a:cubicBezTo>
                    <a:pt x="2972" y="5157"/>
                    <a:pt x="6791" y="788"/>
                    <a:pt x="12518" y="788"/>
                  </a:cubicBezTo>
                  <a:cubicBezTo>
                    <a:pt x="13010" y="788"/>
                    <a:pt x="13517" y="820"/>
                    <a:pt x="14038" y="888"/>
                  </a:cubicBezTo>
                  <a:cubicBezTo>
                    <a:pt x="14038" y="566"/>
                    <a:pt x="14026" y="412"/>
                    <a:pt x="14026" y="90"/>
                  </a:cubicBezTo>
                  <a:cubicBezTo>
                    <a:pt x="13532" y="29"/>
                    <a:pt x="13051" y="0"/>
                    <a:pt x="12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8"/>
            <p:cNvSpPr/>
            <p:nvPr/>
          </p:nvSpPr>
          <p:spPr>
            <a:xfrm>
              <a:off x="4559475" y="1170875"/>
              <a:ext cx="351575" cy="213075"/>
            </a:xfrm>
            <a:custGeom>
              <a:rect b="b" l="l" r="r" t="t"/>
              <a:pathLst>
                <a:path extrusionOk="0" h="8523" w="14063">
                  <a:moveTo>
                    <a:pt x="12412" y="0"/>
                  </a:moveTo>
                  <a:cubicBezTo>
                    <a:pt x="6738" y="0"/>
                    <a:pt x="2941" y="4312"/>
                    <a:pt x="1" y="7796"/>
                  </a:cubicBezTo>
                  <a:lnTo>
                    <a:pt x="1" y="8523"/>
                  </a:lnTo>
                  <a:cubicBezTo>
                    <a:pt x="2945" y="5058"/>
                    <a:pt x="6721" y="780"/>
                    <a:pt x="12378" y="780"/>
                  </a:cubicBezTo>
                  <a:cubicBezTo>
                    <a:pt x="12922" y="780"/>
                    <a:pt x="13483" y="819"/>
                    <a:pt x="14062" y="903"/>
                  </a:cubicBezTo>
                  <a:cubicBezTo>
                    <a:pt x="14062" y="593"/>
                    <a:pt x="14050" y="427"/>
                    <a:pt x="14050" y="117"/>
                  </a:cubicBezTo>
                  <a:cubicBezTo>
                    <a:pt x="13487" y="38"/>
                    <a:pt x="12942" y="0"/>
                    <a:pt x="12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8"/>
            <p:cNvSpPr/>
            <p:nvPr/>
          </p:nvSpPr>
          <p:spPr>
            <a:xfrm>
              <a:off x="4559775" y="1243700"/>
              <a:ext cx="352750" cy="209600"/>
            </a:xfrm>
            <a:custGeom>
              <a:rect b="b" l="l" r="r" t="t"/>
              <a:pathLst>
                <a:path extrusionOk="0" h="8384" w="14110">
                  <a:moveTo>
                    <a:pt x="12276" y="0"/>
                  </a:moveTo>
                  <a:cubicBezTo>
                    <a:pt x="6672" y="0"/>
                    <a:pt x="2922" y="4217"/>
                    <a:pt x="1" y="7634"/>
                  </a:cubicBezTo>
                  <a:lnTo>
                    <a:pt x="1" y="8384"/>
                  </a:lnTo>
                  <a:cubicBezTo>
                    <a:pt x="2911" y="4979"/>
                    <a:pt x="6645" y="800"/>
                    <a:pt x="12225" y="800"/>
                  </a:cubicBezTo>
                  <a:cubicBezTo>
                    <a:pt x="12831" y="800"/>
                    <a:pt x="13459" y="849"/>
                    <a:pt x="14110" y="954"/>
                  </a:cubicBezTo>
                  <a:cubicBezTo>
                    <a:pt x="14110" y="645"/>
                    <a:pt x="14098" y="478"/>
                    <a:pt x="14098" y="145"/>
                  </a:cubicBezTo>
                  <a:cubicBezTo>
                    <a:pt x="13469" y="47"/>
                    <a:pt x="12863" y="0"/>
                    <a:pt x="122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8"/>
            <p:cNvSpPr/>
            <p:nvPr/>
          </p:nvSpPr>
          <p:spPr>
            <a:xfrm>
              <a:off x="4560075" y="1317350"/>
              <a:ext cx="353950" cy="205325"/>
            </a:xfrm>
            <a:custGeom>
              <a:rect b="b" l="l" r="r" t="t"/>
              <a:pathLst>
                <a:path extrusionOk="0" h="8213" w="14158">
                  <a:moveTo>
                    <a:pt x="12147" y="1"/>
                  </a:moveTo>
                  <a:cubicBezTo>
                    <a:pt x="6628" y="1"/>
                    <a:pt x="2914" y="4124"/>
                    <a:pt x="13" y="7474"/>
                  </a:cubicBezTo>
                  <a:cubicBezTo>
                    <a:pt x="1" y="7772"/>
                    <a:pt x="1" y="7914"/>
                    <a:pt x="13" y="8212"/>
                  </a:cubicBezTo>
                  <a:cubicBezTo>
                    <a:pt x="2912" y="4888"/>
                    <a:pt x="6607" y="796"/>
                    <a:pt x="12087" y="796"/>
                  </a:cubicBezTo>
                  <a:cubicBezTo>
                    <a:pt x="12750" y="796"/>
                    <a:pt x="13440" y="856"/>
                    <a:pt x="14157" y="985"/>
                  </a:cubicBezTo>
                  <a:cubicBezTo>
                    <a:pt x="14157" y="652"/>
                    <a:pt x="14145" y="509"/>
                    <a:pt x="14145" y="175"/>
                  </a:cubicBezTo>
                  <a:cubicBezTo>
                    <a:pt x="13454" y="56"/>
                    <a:pt x="12789" y="1"/>
                    <a:pt x="121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8"/>
            <p:cNvSpPr/>
            <p:nvPr/>
          </p:nvSpPr>
          <p:spPr>
            <a:xfrm>
              <a:off x="4560975" y="1391175"/>
              <a:ext cx="354525" cy="201425"/>
            </a:xfrm>
            <a:custGeom>
              <a:rect b="b" l="l" r="r" t="t"/>
              <a:pathLst>
                <a:path extrusionOk="0" h="8057" w="14181">
                  <a:moveTo>
                    <a:pt x="11984" y="0"/>
                  </a:moveTo>
                  <a:cubicBezTo>
                    <a:pt x="6552" y="0"/>
                    <a:pt x="2870" y="4038"/>
                    <a:pt x="0" y="7319"/>
                  </a:cubicBezTo>
                  <a:lnTo>
                    <a:pt x="0" y="8057"/>
                  </a:lnTo>
                  <a:cubicBezTo>
                    <a:pt x="2859" y="4799"/>
                    <a:pt x="6526" y="798"/>
                    <a:pt x="11933" y="798"/>
                  </a:cubicBezTo>
                  <a:cubicBezTo>
                    <a:pt x="12651" y="798"/>
                    <a:pt x="13399" y="868"/>
                    <a:pt x="14181" y="1020"/>
                  </a:cubicBezTo>
                  <a:cubicBezTo>
                    <a:pt x="14181" y="699"/>
                    <a:pt x="14169" y="532"/>
                    <a:pt x="14169" y="211"/>
                  </a:cubicBezTo>
                  <a:cubicBezTo>
                    <a:pt x="13410" y="67"/>
                    <a:pt x="12683" y="0"/>
                    <a:pt x="11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8"/>
            <p:cNvSpPr/>
            <p:nvPr/>
          </p:nvSpPr>
          <p:spPr>
            <a:xfrm>
              <a:off x="4560975" y="1465175"/>
              <a:ext cx="355725" cy="197375"/>
            </a:xfrm>
            <a:custGeom>
              <a:rect b="b" l="l" r="r" t="t"/>
              <a:pathLst>
                <a:path extrusionOk="0" h="7895" w="14229">
                  <a:moveTo>
                    <a:pt x="11824" y="0"/>
                  </a:moveTo>
                  <a:cubicBezTo>
                    <a:pt x="6479" y="0"/>
                    <a:pt x="2847" y="3933"/>
                    <a:pt x="0" y="7145"/>
                  </a:cubicBezTo>
                  <a:cubicBezTo>
                    <a:pt x="12" y="7454"/>
                    <a:pt x="12" y="7597"/>
                    <a:pt x="12" y="7895"/>
                  </a:cubicBezTo>
                  <a:cubicBezTo>
                    <a:pt x="2865" y="4699"/>
                    <a:pt x="6500" y="793"/>
                    <a:pt x="11825" y="793"/>
                  </a:cubicBezTo>
                  <a:cubicBezTo>
                    <a:pt x="12590" y="793"/>
                    <a:pt x="13391" y="874"/>
                    <a:pt x="14228" y="1049"/>
                  </a:cubicBezTo>
                  <a:cubicBezTo>
                    <a:pt x="14228" y="727"/>
                    <a:pt x="14205" y="561"/>
                    <a:pt x="14205" y="251"/>
                  </a:cubicBezTo>
                  <a:cubicBezTo>
                    <a:pt x="13375" y="80"/>
                    <a:pt x="12582" y="0"/>
                    <a:pt x="11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 name="Google Shape;425;p38"/>
          <p:cNvGrpSpPr/>
          <p:nvPr/>
        </p:nvGrpSpPr>
        <p:grpSpPr>
          <a:xfrm>
            <a:off x="1134716" y="3640520"/>
            <a:ext cx="582138" cy="582138"/>
            <a:chOff x="3796125" y="-35750"/>
            <a:chExt cx="773400" cy="773400"/>
          </a:xfrm>
        </p:grpSpPr>
        <p:sp>
          <p:nvSpPr>
            <p:cNvPr id="426" name="Google Shape;426;p3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 name="Google Shape;428;p38"/>
          <p:cNvGrpSpPr/>
          <p:nvPr/>
        </p:nvGrpSpPr>
        <p:grpSpPr>
          <a:xfrm>
            <a:off x="6978321" y="-71154"/>
            <a:ext cx="1914410" cy="1661326"/>
            <a:chOff x="578925" y="1139250"/>
            <a:chExt cx="974850" cy="845975"/>
          </a:xfrm>
        </p:grpSpPr>
        <p:sp>
          <p:nvSpPr>
            <p:cNvPr id="429" name="Google Shape;429;p38"/>
            <p:cNvSpPr/>
            <p:nvPr/>
          </p:nvSpPr>
          <p:spPr>
            <a:xfrm>
              <a:off x="578925" y="1139250"/>
              <a:ext cx="974850" cy="845975"/>
            </a:xfrm>
            <a:custGeom>
              <a:rect b="b" l="l" r="r" t="t"/>
              <a:pathLst>
                <a:path extrusionOk="0" h="33839" w="38994">
                  <a:moveTo>
                    <a:pt x="19527" y="11550"/>
                  </a:moveTo>
                  <a:cubicBezTo>
                    <a:pt x="19741" y="11764"/>
                    <a:pt x="19944" y="12002"/>
                    <a:pt x="20158" y="12240"/>
                  </a:cubicBezTo>
                  <a:lnTo>
                    <a:pt x="18884" y="12240"/>
                  </a:lnTo>
                  <a:cubicBezTo>
                    <a:pt x="19098" y="12002"/>
                    <a:pt x="19325" y="11788"/>
                    <a:pt x="19527" y="11550"/>
                  </a:cubicBezTo>
                  <a:close/>
                  <a:moveTo>
                    <a:pt x="6275" y="727"/>
                  </a:moveTo>
                  <a:cubicBezTo>
                    <a:pt x="7978" y="727"/>
                    <a:pt x="12871" y="4323"/>
                    <a:pt x="19063" y="11050"/>
                  </a:cubicBezTo>
                  <a:cubicBezTo>
                    <a:pt x="18693" y="11455"/>
                    <a:pt x="18336" y="11859"/>
                    <a:pt x="17967" y="12264"/>
                  </a:cubicBezTo>
                  <a:cubicBezTo>
                    <a:pt x="15812" y="12300"/>
                    <a:pt x="13633" y="12419"/>
                    <a:pt x="11609" y="12633"/>
                  </a:cubicBezTo>
                  <a:cubicBezTo>
                    <a:pt x="7216" y="6549"/>
                    <a:pt x="5049" y="1930"/>
                    <a:pt x="5823" y="906"/>
                  </a:cubicBezTo>
                  <a:cubicBezTo>
                    <a:pt x="5882" y="834"/>
                    <a:pt x="5978" y="727"/>
                    <a:pt x="6275" y="727"/>
                  </a:cubicBezTo>
                  <a:close/>
                  <a:moveTo>
                    <a:pt x="32874" y="668"/>
                  </a:moveTo>
                  <a:cubicBezTo>
                    <a:pt x="33088" y="668"/>
                    <a:pt x="33112" y="739"/>
                    <a:pt x="33136" y="799"/>
                  </a:cubicBezTo>
                  <a:cubicBezTo>
                    <a:pt x="33517" y="2061"/>
                    <a:pt x="31600" y="6573"/>
                    <a:pt x="27337" y="12633"/>
                  </a:cubicBezTo>
                  <a:cubicBezTo>
                    <a:pt x="25313" y="12419"/>
                    <a:pt x="23194" y="12300"/>
                    <a:pt x="21051" y="12264"/>
                  </a:cubicBezTo>
                  <a:lnTo>
                    <a:pt x="19979" y="11050"/>
                  </a:lnTo>
                  <a:cubicBezTo>
                    <a:pt x="25813" y="4823"/>
                    <a:pt x="31207" y="668"/>
                    <a:pt x="32874" y="668"/>
                  </a:cubicBezTo>
                  <a:close/>
                  <a:moveTo>
                    <a:pt x="17372" y="12943"/>
                  </a:moveTo>
                  <a:lnTo>
                    <a:pt x="17372" y="12943"/>
                  </a:lnTo>
                  <a:cubicBezTo>
                    <a:pt x="17193" y="13133"/>
                    <a:pt x="17015" y="13348"/>
                    <a:pt x="16848" y="13538"/>
                  </a:cubicBezTo>
                  <a:cubicBezTo>
                    <a:pt x="16026" y="14479"/>
                    <a:pt x="15241" y="15443"/>
                    <a:pt x="14467" y="16396"/>
                  </a:cubicBezTo>
                  <a:cubicBezTo>
                    <a:pt x="13621" y="15324"/>
                    <a:pt x="12812" y="14264"/>
                    <a:pt x="12074" y="13252"/>
                  </a:cubicBezTo>
                  <a:cubicBezTo>
                    <a:pt x="13705" y="13098"/>
                    <a:pt x="15479" y="12991"/>
                    <a:pt x="17372" y="12943"/>
                  </a:cubicBezTo>
                  <a:close/>
                  <a:moveTo>
                    <a:pt x="21658" y="12955"/>
                  </a:moveTo>
                  <a:lnTo>
                    <a:pt x="21658" y="12955"/>
                  </a:lnTo>
                  <a:cubicBezTo>
                    <a:pt x="23527" y="13002"/>
                    <a:pt x="25290" y="13110"/>
                    <a:pt x="26909" y="13276"/>
                  </a:cubicBezTo>
                  <a:cubicBezTo>
                    <a:pt x="26183" y="14288"/>
                    <a:pt x="25409" y="15324"/>
                    <a:pt x="24551" y="16408"/>
                  </a:cubicBezTo>
                  <a:cubicBezTo>
                    <a:pt x="23766" y="15431"/>
                    <a:pt x="22980" y="14479"/>
                    <a:pt x="22182" y="13550"/>
                  </a:cubicBezTo>
                  <a:cubicBezTo>
                    <a:pt x="22003" y="13348"/>
                    <a:pt x="21837" y="13157"/>
                    <a:pt x="21658" y="12955"/>
                  </a:cubicBezTo>
                  <a:close/>
                  <a:moveTo>
                    <a:pt x="11288" y="13336"/>
                  </a:moveTo>
                  <a:cubicBezTo>
                    <a:pt x="12145" y="14526"/>
                    <a:pt x="13074" y="15729"/>
                    <a:pt x="14026" y="16920"/>
                  </a:cubicBezTo>
                  <a:cubicBezTo>
                    <a:pt x="13074" y="18122"/>
                    <a:pt x="12145" y="19325"/>
                    <a:pt x="11288" y="20515"/>
                  </a:cubicBezTo>
                  <a:cubicBezTo>
                    <a:pt x="4775" y="19825"/>
                    <a:pt x="691" y="18313"/>
                    <a:pt x="691" y="16931"/>
                  </a:cubicBezTo>
                  <a:cubicBezTo>
                    <a:pt x="691" y="15550"/>
                    <a:pt x="4775" y="14050"/>
                    <a:pt x="11288" y="13336"/>
                  </a:cubicBezTo>
                  <a:close/>
                  <a:moveTo>
                    <a:pt x="27552" y="13312"/>
                  </a:moveTo>
                  <a:cubicBezTo>
                    <a:pt x="34160" y="14014"/>
                    <a:pt x="38339" y="15538"/>
                    <a:pt x="38339" y="16931"/>
                  </a:cubicBezTo>
                  <a:cubicBezTo>
                    <a:pt x="38327" y="18336"/>
                    <a:pt x="34231" y="19825"/>
                    <a:pt x="27730" y="20539"/>
                  </a:cubicBezTo>
                  <a:cubicBezTo>
                    <a:pt x="26849" y="19325"/>
                    <a:pt x="25909" y="18110"/>
                    <a:pt x="24944" y="16884"/>
                  </a:cubicBezTo>
                  <a:cubicBezTo>
                    <a:pt x="25861" y="15681"/>
                    <a:pt x="26730" y="14491"/>
                    <a:pt x="27552" y="13312"/>
                  </a:cubicBezTo>
                  <a:close/>
                  <a:moveTo>
                    <a:pt x="14455" y="17479"/>
                  </a:moveTo>
                  <a:cubicBezTo>
                    <a:pt x="15229" y="18455"/>
                    <a:pt x="16026" y="19408"/>
                    <a:pt x="16836" y="20337"/>
                  </a:cubicBezTo>
                  <a:cubicBezTo>
                    <a:pt x="17015" y="20539"/>
                    <a:pt x="17193" y="20730"/>
                    <a:pt x="17360" y="20932"/>
                  </a:cubicBezTo>
                  <a:cubicBezTo>
                    <a:pt x="15467" y="20896"/>
                    <a:pt x="13681" y="20777"/>
                    <a:pt x="12038" y="20622"/>
                  </a:cubicBezTo>
                  <a:cubicBezTo>
                    <a:pt x="12788" y="19610"/>
                    <a:pt x="13586" y="18551"/>
                    <a:pt x="14455" y="17479"/>
                  </a:cubicBezTo>
                  <a:close/>
                  <a:moveTo>
                    <a:pt x="24528" y="17443"/>
                  </a:moveTo>
                  <a:cubicBezTo>
                    <a:pt x="25397" y="18527"/>
                    <a:pt x="26206" y="19598"/>
                    <a:pt x="26956" y="20622"/>
                  </a:cubicBezTo>
                  <a:cubicBezTo>
                    <a:pt x="25313" y="20789"/>
                    <a:pt x="23551" y="20896"/>
                    <a:pt x="21658" y="20932"/>
                  </a:cubicBezTo>
                  <a:cubicBezTo>
                    <a:pt x="21837" y="20741"/>
                    <a:pt x="22003" y="20539"/>
                    <a:pt x="22182" y="20337"/>
                  </a:cubicBezTo>
                  <a:cubicBezTo>
                    <a:pt x="22980" y="19372"/>
                    <a:pt x="23766" y="18408"/>
                    <a:pt x="24528" y="17443"/>
                  </a:cubicBezTo>
                  <a:close/>
                  <a:moveTo>
                    <a:pt x="19515" y="12919"/>
                  </a:moveTo>
                  <a:cubicBezTo>
                    <a:pt x="19932" y="12919"/>
                    <a:pt x="20348" y="12919"/>
                    <a:pt x="20753" y="12931"/>
                  </a:cubicBezTo>
                  <a:cubicBezTo>
                    <a:pt x="21051" y="13276"/>
                    <a:pt x="21360" y="13633"/>
                    <a:pt x="21670" y="13991"/>
                  </a:cubicBezTo>
                  <a:cubicBezTo>
                    <a:pt x="22539" y="14979"/>
                    <a:pt x="23349" y="15967"/>
                    <a:pt x="24123" y="16931"/>
                  </a:cubicBezTo>
                  <a:cubicBezTo>
                    <a:pt x="23349" y="17896"/>
                    <a:pt x="22539" y="18884"/>
                    <a:pt x="21670" y="19896"/>
                  </a:cubicBezTo>
                  <a:cubicBezTo>
                    <a:pt x="21360" y="20253"/>
                    <a:pt x="21063" y="20610"/>
                    <a:pt x="20753" y="20956"/>
                  </a:cubicBezTo>
                  <a:cubicBezTo>
                    <a:pt x="20348" y="20956"/>
                    <a:pt x="19932" y="20968"/>
                    <a:pt x="19515" y="20968"/>
                  </a:cubicBezTo>
                  <a:cubicBezTo>
                    <a:pt x="19098" y="20968"/>
                    <a:pt x="18682" y="20968"/>
                    <a:pt x="18277" y="20956"/>
                  </a:cubicBezTo>
                  <a:cubicBezTo>
                    <a:pt x="17979" y="20610"/>
                    <a:pt x="17670" y="20253"/>
                    <a:pt x="17360" y="19896"/>
                  </a:cubicBezTo>
                  <a:cubicBezTo>
                    <a:pt x="16491" y="18896"/>
                    <a:pt x="15669" y="17896"/>
                    <a:pt x="14895" y="16931"/>
                  </a:cubicBezTo>
                  <a:cubicBezTo>
                    <a:pt x="15669" y="15967"/>
                    <a:pt x="16491" y="14979"/>
                    <a:pt x="17360" y="13991"/>
                  </a:cubicBezTo>
                  <a:cubicBezTo>
                    <a:pt x="17670" y="13633"/>
                    <a:pt x="17979" y="13276"/>
                    <a:pt x="18277" y="12931"/>
                  </a:cubicBezTo>
                  <a:cubicBezTo>
                    <a:pt x="18682" y="12931"/>
                    <a:pt x="19098" y="12919"/>
                    <a:pt x="19515" y="12919"/>
                  </a:cubicBezTo>
                  <a:close/>
                  <a:moveTo>
                    <a:pt x="19503" y="21623"/>
                  </a:moveTo>
                  <a:cubicBezTo>
                    <a:pt x="19638" y="21623"/>
                    <a:pt x="19784" y="21628"/>
                    <a:pt x="19926" y="21628"/>
                  </a:cubicBezTo>
                  <a:cubicBezTo>
                    <a:pt x="19997" y="21628"/>
                    <a:pt x="20067" y="21626"/>
                    <a:pt x="20134" y="21623"/>
                  </a:cubicBezTo>
                  <a:lnTo>
                    <a:pt x="20134" y="21623"/>
                  </a:lnTo>
                  <a:cubicBezTo>
                    <a:pt x="19932" y="21861"/>
                    <a:pt x="19706" y="22099"/>
                    <a:pt x="19503" y="22337"/>
                  </a:cubicBezTo>
                  <a:cubicBezTo>
                    <a:pt x="19289" y="22099"/>
                    <a:pt x="19063" y="21861"/>
                    <a:pt x="18860" y="21623"/>
                  </a:cubicBezTo>
                  <a:close/>
                  <a:moveTo>
                    <a:pt x="11597" y="21230"/>
                  </a:moveTo>
                  <a:cubicBezTo>
                    <a:pt x="13633" y="21444"/>
                    <a:pt x="15812" y="21563"/>
                    <a:pt x="17967" y="21611"/>
                  </a:cubicBezTo>
                  <a:cubicBezTo>
                    <a:pt x="18336" y="22027"/>
                    <a:pt x="18693" y="22420"/>
                    <a:pt x="19051" y="22825"/>
                  </a:cubicBezTo>
                  <a:cubicBezTo>
                    <a:pt x="12871" y="29552"/>
                    <a:pt x="7978" y="33136"/>
                    <a:pt x="6287" y="33136"/>
                  </a:cubicBezTo>
                  <a:cubicBezTo>
                    <a:pt x="6001" y="33136"/>
                    <a:pt x="5882" y="33041"/>
                    <a:pt x="5823" y="32957"/>
                  </a:cubicBezTo>
                  <a:cubicBezTo>
                    <a:pt x="5037" y="31933"/>
                    <a:pt x="7204" y="27326"/>
                    <a:pt x="11597" y="21230"/>
                  </a:cubicBezTo>
                  <a:close/>
                  <a:moveTo>
                    <a:pt x="27397" y="21230"/>
                  </a:moveTo>
                  <a:cubicBezTo>
                    <a:pt x="31790" y="27338"/>
                    <a:pt x="33969" y="31945"/>
                    <a:pt x="33195" y="32957"/>
                  </a:cubicBezTo>
                  <a:cubicBezTo>
                    <a:pt x="33136" y="33041"/>
                    <a:pt x="33029" y="33136"/>
                    <a:pt x="32731" y="33136"/>
                  </a:cubicBezTo>
                  <a:cubicBezTo>
                    <a:pt x="31028" y="33136"/>
                    <a:pt x="26147" y="29552"/>
                    <a:pt x="19979" y="22837"/>
                  </a:cubicBezTo>
                  <a:cubicBezTo>
                    <a:pt x="20337" y="22444"/>
                    <a:pt x="20706" y="22027"/>
                    <a:pt x="21063" y="21611"/>
                  </a:cubicBezTo>
                  <a:cubicBezTo>
                    <a:pt x="23218" y="21563"/>
                    <a:pt x="25373" y="21444"/>
                    <a:pt x="27397" y="21230"/>
                  </a:cubicBezTo>
                  <a:close/>
                  <a:moveTo>
                    <a:pt x="32874" y="1"/>
                  </a:moveTo>
                  <a:cubicBezTo>
                    <a:pt x="30850" y="1"/>
                    <a:pt x="25123" y="4597"/>
                    <a:pt x="19515" y="10562"/>
                  </a:cubicBezTo>
                  <a:cubicBezTo>
                    <a:pt x="13693" y="4251"/>
                    <a:pt x="8466" y="60"/>
                    <a:pt x="6263" y="60"/>
                  </a:cubicBezTo>
                  <a:cubicBezTo>
                    <a:pt x="5728" y="60"/>
                    <a:pt x="5430" y="298"/>
                    <a:pt x="5263" y="501"/>
                  </a:cubicBezTo>
                  <a:cubicBezTo>
                    <a:pt x="4108" y="2025"/>
                    <a:pt x="6799" y="7097"/>
                    <a:pt x="10823" y="12717"/>
                  </a:cubicBezTo>
                  <a:cubicBezTo>
                    <a:pt x="4763" y="13407"/>
                    <a:pt x="1" y="14848"/>
                    <a:pt x="1" y="16943"/>
                  </a:cubicBezTo>
                  <a:cubicBezTo>
                    <a:pt x="1" y="19051"/>
                    <a:pt x="4763" y="20480"/>
                    <a:pt x="10823" y="21170"/>
                  </a:cubicBezTo>
                  <a:cubicBezTo>
                    <a:pt x="6775" y="26826"/>
                    <a:pt x="4132" y="31910"/>
                    <a:pt x="5263" y="33398"/>
                  </a:cubicBezTo>
                  <a:cubicBezTo>
                    <a:pt x="5418" y="33600"/>
                    <a:pt x="5716" y="33838"/>
                    <a:pt x="6263" y="33838"/>
                  </a:cubicBezTo>
                  <a:cubicBezTo>
                    <a:pt x="8466" y="33838"/>
                    <a:pt x="13729" y="29683"/>
                    <a:pt x="19515" y="23361"/>
                  </a:cubicBezTo>
                  <a:cubicBezTo>
                    <a:pt x="25313" y="29659"/>
                    <a:pt x="30528" y="33838"/>
                    <a:pt x="32731" y="33838"/>
                  </a:cubicBezTo>
                  <a:cubicBezTo>
                    <a:pt x="33267" y="33838"/>
                    <a:pt x="33564" y="33600"/>
                    <a:pt x="33731" y="33398"/>
                  </a:cubicBezTo>
                  <a:cubicBezTo>
                    <a:pt x="34886" y="31874"/>
                    <a:pt x="32195" y="26802"/>
                    <a:pt x="28171" y="21170"/>
                  </a:cubicBezTo>
                  <a:cubicBezTo>
                    <a:pt x="34231" y="20480"/>
                    <a:pt x="38994" y="19051"/>
                    <a:pt x="38994" y="16931"/>
                  </a:cubicBezTo>
                  <a:cubicBezTo>
                    <a:pt x="38994" y="14800"/>
                    <a:pt x="34124" y="13360"/>
                    <a:pt x="27968" y="12693"/>
                  </a:cubicBezTo>
                  <a:cubicBezTo>
                    <a:pt x="31969" y="6799"/>
                    <a:pt x="34410" y="1680"/>
                    <a:pt x="33767" y="608"/>
                  </a:cubicBezTo>
                  <a:cubicBezTo>
                    <a:pt x="33564" y="263"/>
                    <a:pt x="33326" y="1"/>
                    <a:pt x="32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8"/>
            <p:cNvSpPr/>
            <p:nvPr/>
          </p:nvSpPr>
          <p:spPr>
            <a:xfrm>
              <a:off x="869450" y="1220525"/>
              <a:ext cx="130975" cy="130975"/>
            </a:xfrm>
            <a:custGeom>
              <a:rect b="b" l="l" r="r" t="t"/>
              <a:pathLst>
                <a:path extrusionOk="0" h="5239" w="5239">
                  <a:moveTo>
                    <a:pt x="2620" y="0"/>
                  </a:moveTo>
                  <a:cubicBezTo>
                    <a:pt x="1179" y="0"/>
                    <a:pt x="0" y="1179"/>
                    <a:pt x="0" y="2620"/>
                  </a:cubicBezTo>
                  <a:cubicBezTo>
                    <a:pt x="0" y="4060"/>
                    <a:pt x="1179" y="5239"/>
                    <a:pt x="2620" y="5239"/>
                  </a:cubicBezTo>
                  <a:cubicBezTo>
                    <a:pt x="4072" y="5239"/>
                    <a:pt x="5239" y="4072"/>
                    <a:pt x="5239" y="2620"/>
                  </a:cubicBezTo>
                  <a:cubicBezTo>
                    <a:pt x="5239" y="1179"/>
                    <a:pt x="4072" y="0"/>
                    <a:pt x="26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8"/>
            <p:cNvSpPr/>
            <p:nvPr/>
          </p:nvSpPr>
          <p:spPr>
            <a:xfrm>
              <a:off x="1353125" y="1430950"/>
              <a:ext cx="139925" cy="139925"/>
            </a:xfrm>
            <a:custGeom>
              <a:rect b="b" l="l" r="r" t="t"/>
              <a:pathLst>
                <a:path extrusionOk="0" h="5597" w="5597">
                  <a:moveTo>
                    <a:pt x="2799" y="1"/>
                  </a:moveTo>
                  <a:cubicBezTo>
                    <a:pt x="1251" y="1"/>
                    <a:pt x="1" y="1251"/>
                    <a:pt x="1" y="2799"/>
                  </a:cubicBezTo>
                  <a:cubicBezTo>
                    <a:pt x="1" y="4347"/>
                    <a:pt x="1251" y="5597"/>
                    <a:pt x="2799" y="5597"/>
                  </a:cubicBezTo>
                  <a:cubicBezTo>
                    <a:pt x="4347" y="5597"/>
                    <a:pt x="5597" y="4347"/>
                    <a:pt x="5597" y="2799"/>
                  </a:cubicBezTo>
                  <a:cubicBezTo>
                    <a:pt x="5597" y="1251"/>
                    <a:pt x="4335" y="1"/>
                    <a:pt x="27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8"/>
            <p:cNvSpPr/>
            <p:nvPr/>
          </p:nvSpPr>
          <p:spPr>
            <a:xfrm>
              <a:off x="859925" y="1755400"/>
              <a:ext cx="159850" cy="139925"/>
            </a:xfrm>
            <a:custGeom>
              <a:rect b="b" l="l" r="r" t="t"/>
              <a:pathLst>
                <a:path extrusionOk="0" h="5597" w="6394">
                  <a:moveTo>
                    <a:pt x="3193" y="0"/>
                  </a:moveTo>
                  <a:cubicBezTo>
                    <a:pt x="2691" y="0"/>
                    <a:pt x="2183" y="135"/>
                    <a:pt x="1727" y="417"/>
                  </a:cubicBezTo>
                  <a:cubicBezTo>
                    <a:pt x="405" y="1227"/>
                    <a:pt x="0" y="2953"/>
                    <a:pt x="822" y="4263"/>
                  </a:cubicBezTo>
                  <a:cubicBezTo>
                    <a:pt x="1349" y="5125"/>
                    <a:pt x="2267" y="5596"/>
                    <a:pt x="3204" y="5596"/>
                  </a:cubicBezTo>
                  <a:cubicBezTo>
                    <a:pt x="3705" y="5596"/>
                    <a:pt x="4211" y="5462"/>
                    <a:pt x="4667" y="5180"/>
                  </a:cubicBezTo>
                  <a:cubicBezTo>
                    <a:pt x="5977" y="4358"/>
                    <a:pt x="6394" y="2644"/>
                    <a:pt x="5572" y="1322"/>
                  </a:cubicBezTo>
                  <a:cubicBezTo>
                    <a:pt x="5045" y="469"/>
                    <a:pt x="4129" y="0"/>
                    <a:pt x="31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9_1_1">
    <p:spTree>
      <p:nvGrpSpPr>
        <p:cNvPr id="433" name="Shape 433"/>
        <p:cNvGrpSpPr/>
        <p:nvPr/>
      </p:nvGrpSpPr>
      <p:grpSpPr>
        <a:xfrm>
          <a:off x="0" y="0"/>
          <a:ext cx="0" cy="0"/>
          <a:chOff x="0" y="0"/>
          <a:chExt cx="0" cy="0"/>
        </a:xfrm>
      </p:grpSpPr>
      <p:sp>
        <p:nvSpPr>
          <p:cNvPr id="434" name="Google Shape;434;p39"/>
          <p:cNvSpPr/>
          <p:nvPr/>
        </p:nvSpPr>
        <p:spPr>
          <a:xfrm rot="10800000">
            <a:off x="3775362"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9"/>
          <p:cNvSpPr txBox="1"/>
          <p:nvPr>
            <p:ph idx="1" type="subTitle"/>
          </p:nvPr>
        </p:nvSpPr>
        <p:spPr>
          <a:xfrm>
            <a:off x="2485050" y="2537338"/>
            <a:ext cx="4103100" cy="101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436" name="Google Shape;436;p39"/>
          <p:cNvSpPr txBox="1"/>
          <p:nvPr>
            <p:ph type="title"/>
          </p:nvPr>
        </p:nvSpPr>
        <p:spPr>
          <a:xfrm>
            <a:off x="2485100" y="1401588"/>
            <a:ext cx="4103100" cy="1293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3400"/>
              <a:buNone/>
              <a:defRPr sz="7200"/>
            </a:lvl1pPr>
            <a:lvl2pPr lvl="1" rtl="0">
              <a:spcBef>
                <a:spcPts val="0"/>
              </a:spcBef>
              <a:spcAft>
                <a:spcPts val="0"/>
              </a:spcAft>
              <a:buClr>
                <a:schemeClr val="accent2"/>
              </a:buClr>
              <a:buSzPts val="3400"/>
              <a:buNone/>
              <a:defRPr>
                <a:solidFill>
                  <a:schemeClr val="accent2"/>
                </a:solidFill>
              </a:defRPr>
            </a:lvl2pPr>
            <a:lvl3pPr lvl="2" rtl="0">
              <a:spcBef>
                <a:spcPts val="0"/>
              </a:spcBef>
              <a:spcAft>
                <a:spcPts val="0"/>
              </a:spcAft>
              <a:buClr>
                <a:schemeClr val="accent2"/>
              </a:buClr>
              <a:buSzPts val="3400"/>
              <a:buNone/>
              <a:defRPr>
                <a:solidFill>
                  <a:schemeClr val="accent2"/>
                </a:solidFill>
              </a:defRPr>
            </a:lvl3pPr>
            <a:lvl4pPr lvl="3" rtl="0">
              <a:spcBef>
                <a:spcPts val="0"/>
              </a:spcBef>
              <a:spcAft>
                <a:spcPts val="0"/>
              </a:spcAft>
              <a:buClr>
                <a:schemeClr val="accent2"/>
              </a:buClr>
              <a:buSzPts val="3400"/>
              <a:buNone/>
              <a:defRPr>
                <a:solidFill>
                  <a:schemeClr val="accent2"/>
                </a:solidFill>
              </a:defRPr>
            </a:lvl4pPr>
            <a:lvl5pPr lvl="4" rtl="0">
              <a:spcBef>
                <a:spcPts val="0"/>
              </a:spcBef>
              <a:spcAft>
                <a:spcPts val="0"/>
              </a:spcAft>
              <a:buClr>
                <a:schemeClr val="accent2"/>
              </a:buClr>
              <a:buSzPts val="3400"/>
              <a:buNone/>
              <a:defRPr>
                <a:solidFill>
                  <a:schemeClr val="accent2"/>
                </a:solidFill>
              </a:defRPr>
            </a:lvl5pPr>
            <a:lvl6pPr lvl="5" rtl="0">
              <a:spcBef>
                <a:spcPts val="0"/>
              </a:spcBef>
              <a:spcAft>
                <a:spcPts val="0"/>
              </a:spcAft>
              <a:buClr>
                <a:schemeClr val="accent2"/>
              </a:buClr>
              <a:buSzPts val="3400"/>
              <a:buNone/>
              <a:defRPr>
                <a:solidFill>
                  <a:schemeClr val="accent2"/>
                </a:solidFill>
              </a:defRPr>
            </a:lvl6pPr>
            <a:lvl7pPr lvl="6" rtl="0">
              <a:spcBef>
                <a:spcPts val="0"/>
              </a:spcBef>
              <a:spcAft>
                <a:spcPts val="0"/>
              </a:spcAft>
              <a:buClr>
                <a:schemeClr val="accent2"/>
              </a:buClr>
              <a:buSzPts val="3400"/>
              <a:buNone/>
              <a:defRPr>
                <a:solidFill>
                  <a:schemeClr val="accent2"/>
                </a:solidFill>
              </a:defRPr>
            </a:lvl7pPr>
            <a:lvl8pPr lvl="7" rtl="0">
              <a:spcBef>
                <a:spcPts val="0"/>
              </a:spcBef>
              <a:spcAft>
                <a:spcPts val="0"/>
              </a:spcAft>
              <a:buClr>
                <a:schemeClr val="accent2"/>
              </a:buClr>
              <a:buSzPts val="3400"/>
              <a:buNone/>
              <a:defRPr>
                <a:solidFill>
                  <a:schemeClr val="accent2"/>
                </a:solidFill>
              </a:defRPr>
            </a:lvl8pPr>
            <a:lvl9pPr lvl="8" rtl="0">
              <a:spcBef>
                <a:spcPts val="0"/>
              </a:spcBef>
              <a:spcAft>
                <a:spcPts val="0"/>
              </a:spcAft>
              <a:buClr>
                <a:schemeClr val="accent2"/>
              </a:buClr>
              <a:buSzPts val="3400"/>
              <a:buNone/>
              <a:defRPr>
                <a:solidFill>
                  <a:schemeClr val="accent2"/>
                </a:solidFill>
              </a:defRPr>
            </a:lvl9pPr>
          </a:lstStyle>
          <a:p/>
        </p:txBody>
      </p:sp>
      <p:sp>
        <p:nvSpPr>
          <p:cNvPr id="437" name="Google Shape;437;p39"/>
          <p:cNvSpPr/>
          <p:nvPr/>
        </p:nvSpPr>
        <p:spPr>
          <a:xfrm flipH="1">
            <a:off x="7108274" y="4064725"/>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9"/>
          <p:cNvSpPr/>
          <p:nvPr/>
        </p:nvSpPr>
        <p:spPr>
          <a:xfrm>
            <a:off x="231224" y="1959700"/>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9"/>
          <p:cNvSpPr/>
          <p:nvPr/>
        </p:nvSpPr>
        <p:spPr>
          <a:xfrm>
            <a:off x="-491820" y="-391502"/>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ONLY_1_1">
    <p:spTree>
      <p:nvGrpSpPr>
        <p:cNvPr id="440" name="Shape 440"/>
        <p:cNvGrpSpPr/>
        <p:nvPr/>
      </p:nvGrpSpPr>
      <p:grpSpPr>
        <a:xfrm>
          <a:off x="0" y="0"/>
          <a:ext cx="0" cy="0"/>
          <a:chOff x="0" y="0"/>
          <a:chExt cx="0" cy="0"/>
        </a:xfrm>
      </p:grpSpPr>
      <p:sp>
        <p:nvSpPr>
          <p:cNvPr id="441" name="Google Shape;441;p40"/>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442" name="Google Shape;442;p40"/>
          <p:cNvSpPr txBox="1"/>
          <p:nvPr>
            <p:ph idx="1" type="subTitle"/>
          </p:nvPr>
        </p:nvSpPr>
        <p:spPr>
          <a:xfrm>
            <a:off x="1580550"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443" name="Google Shape;443;p40"/>
          <p:cNvSpPr txBox="1"/>
          <p:nvPr>
            <p:ph idx="2" type="subTitle"/>
          </p:nvPr>
        </p:nvSpPr>
        <p:spPr>
          <a:xfrm>
            <a:off x="5021538"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444" name="Google Shape;444;p40"/>
          <p:cNvSpPr txBox="1"/>
          <p:nvPr>
            <p:ph idx="3" type="title"/>
          </p:nvPr>
        </p:nvSpPr>
        <p:spPr>
          <a:xfrm>
            <a:off x="1580550"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45" name="Google Shape;445;p40"/>
          <p:cNvSpPr txBox="1"/>
          <p:nvPr>
            <p:ph idx="4" type="title"/>
          </p:nvPr>
        </p:nvSpPr>
        <p:spPr>
          <a:xfrm>
            <a:off x="5021538"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46" name="Google Shape;446;p40"/>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7" name="Google Shape;447;p40"/>
          <p:cNvGrpSpPr/>
          <p:nvPr/>
        </p:nvGrpSpPr>
        <p:grpSpPr>
          <a:xfrm>
            <a:off x="278749" y="1353426"/>
            <a:ext cx="331557" cy="331557"/>
            <a:chOff x="3796125" y="-35750"/>
            <a:chExt cx="773400" cy="773400"/>
          </a:xfrm>
        </p:grpSpPr>
        <p:sp>
          <p:nvSpPr>
            <p:cNvPr id="448" name="Google Shape;448;p4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40"/>
          <p:cNvGrpSpPr/>
          <p:nvPr/>
        </p:nvGrpSpPr>
        <p:grpSpPr>
          <a:xfrm>
            <a:off x="8533724" y="3505326"/>
            <a:ext cx="331557" cy="331557"/>
            <a:chOff x="3796125" y="-35750"/>
            <a:chExt cx="773400" cy="773400"/>
          </a:xfrm>
        </p:grpSpPr>
        <p:sp>
          <p:nvSpPr>
            <p:cNvPr id="451" name="Google Shape;451;p4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40"/>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0"/>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0"/>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0"/>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 name="Google Shape;457;p40"/>
          <p:cNvGrpSpPr/>
          <p:nvPr/>
        </p:nvGrpSpPr>
        <p:grpSpPr>
          <a:xfrm>
            <a:off x="-171691" y="2850450"/>
            <a:ext cx="1577723" cy="893906"/>
            <a:chOff x="3467026" y="90021"/>
            <a:chExt cx="2493241" cy="1412619"/>
          </a:xfrm>
        </p:grpSpPr>
        <p:grpSp>
          <p:nvGrpSpPr>
            <p:cNvPr id="458" name="Google Shape;458;p40"/>
            <p:cNvGrpSpPr/>
            <p:nvPr/>
          </p:nvGrpSpPr>
          <p:grpSpPr>
            <a:xfrm>
              <a:off x="3467026" y="259199"/>
              <a:ext cx="835891" cy="835891"/>
              <a:chOff x="3796125" y="-35750"/>
              <a:chExt cx="773400" cy="773400"/>
            </a:xfrm>
          </p:grpSpPr>
          <p:sp>
            <p:nvSpPr>
              <p:cNvPr id="459" name="Google Shape;459;p4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61" name="Google Shape;461;p40"/>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462" name="Google Shape;462;p40"/>
            <p:cNvGrpSpPr/>
            <p:nvPr/>
          </p:nvGrpSpPr>
          <p:grpSpPr>
            <a:xfrm>
              <a:off x="4724445" y="90021"/>
              <a:ext cx="576724" cy="576724"/>
              <a:chOff x="3796125" y="-35750"/>
              <a:chExt cx="773400" cy="773400"/>
            </a:xfrm>
          </p:grpSpPr>
          <p:sp>
            <p:nvSpPr>
              <p:cNvPr id="463" name="Google Shape;463;p4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65" name="Google Shape;465;p40"/>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466" name="Google Shape;466;p40"/>
            <p:cNvGrpSpPr/>
            <p:nvPr/>
          </p:nvGrpSpPr>
          <p:grpSpPr>
            <a:xfrm>
              <a:off x="5124376" y="666749"/>
              <a:ext cx="835891" cy="835891"/>
              <a:chOff x="3796125" y="-35750"/>
              <a:chExt cx="773400" cy="773400"/>
            </a:xfrm>
          </p:grpSpPr>
          <p:sp>
            <p:nvSpPr>
              <p:cNvPr id="467" name="Google Shape;467;p4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9" name="Google Shape;469;p40"/>
          <p:cNvGrpSpPr/>
          <p:nvPr/>
        </p:nvGrpSpPr>
        <p:grpSpPr>
          <a:xfrm flipH="1" rot="10800000">
            <a:off x="7944681" y="1412600"/>
            <a:ext cx="1413169" cy="800673"/>
            <a:chOff x="3467026" y="90021"/>
            <a:chExt cx="2493241" cy="1412619"/>
          </a:xfrm>
        </p:grpSpPr>
        <p:grpSp>
          <p:nvGrpSpPr>
            <p:cNvPr id="470" name="Google Shape;470;p40"/>
            <p:cNvGrpSpPr/>
            <p:nvPr/>
          </p:nvGrpSpPr>
          <p:grpSpPr>
            <a:xfrm>
              <a:off x="3467026" y="259199"/>
              <a:ext cx="835891" cy="835891"/>
              <a:chOff x="3796125" y="-35750"/>
              <a:chExt cx="773400" cy="773400"/>
            </a:xfrm>
          </p:grpSpPr>
          <p:sp>
            <p:nvSpPr>
              <p:cNvPr id="471" name="Google Shape;471;p4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0"/>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3" name="Google Shape;473;p40"/>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474" name="Google Shape;474;p40"/>
            <p:cNvGrpSpPr/>
            <p:nvPr/>
          </p:nvGrpSpPr>
          <p:grpSpPr>
            <a:xfrm>
              <a:off x="4724445" y="90021"/>
              <a:ext cx="576724" cy="576724"/>
              <a:chOff x="3796125" y="-35750"/>
              <a:chExt cx="773400" cy="773400"/>
            </a:xfrm>
          </p:grpSpPr>
          <p:sp>
            <p:nvSpPr>
              <p:cNvPr id="475" name="Google Shape;475;p4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0"/>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7" name="Google Shape;477;p40"/>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478" name="Google Shape;478;p40"/>
            <p:cNvGrpSpPr/>
            <p:nvPr/>
          </p:nvGrpSpPr>
          <p:grpSpPr>
            <a:xfrm>
              <a:off x="5124376" y="666749"/>
              <a:ext cx="835891" cy="835891"/>
              <a:chOff x="3796125" y="-35750"/>
              <a:chExt cx="773400" cy="773400"/>
            </a:xfrm>
          </p:grpSpPr>
          <p:sp>
            <p:nvSpPr>
              <p:cNvPr id="479" name="Google Shape;479;p4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0"/>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1" name="Google Shape;481;p40"/>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IG_NUMBER_1">
    <p:spTree>
      <p:nvGrpSpPr>
        <p:cNvPr id="482" name="Shape 482"/>
        <p:cNvGrpSpPr/>
        <p:nvPr/>
      </p:nvGrpSpPr>
      <p:grpSpPr>
        <a:xfrm>
          <a:off x="0" y="0"/>
          <a:ext cx="0" cy="0"/>
          <a:chOff x="0" y="0"/>
          <a:chExt cx="0" cy="0"/>
        </a:xfrm>
      </p:grpSpPr>
      <p:sp>
        <p:nvSpPr>
          <p:cNvPr id="483" name="Google Shape;483;p41"/>
          <p:cNvSpPr txBox="1"/>
          <p:nvPr>
            <p:ph hasCustomPrompt="1" type="title"/>
          </p:nvPr>
        </p:nvSpPr>
        <p:spPr>
          <a:xfrm>
            <a:off x="3541350" y="279233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484" name="Google Shape;484;p41"/>
          <p:cNvSpPr txBox="1"/>
          <p:nvPr>
            <p:ph idx="1" type="subTitle"/>
          </p:nvPr>
        </p:nvSpPr>
        <p:spPr>
          <a:xfrm>
            <a:off x="3542850" y="3302623"/>
            <a:ext cx="20583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85" name="Google Shape;485;p41"/>
          <p:cNvSpPr txBox="1"/>
          <p:nvPr>
            <p:ph hasCustomPrompt="1" idx="2" type="title"/>
          </p:nvPr>
        </p:nvSpPr>
        <p:spPr>
          <a:xfrm>
            <a:off x="1329450" y="131098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486" name="Google Shape;486;p41"/>
          <p:cNvSpPr txBox="1"/>
          <p:nvPr>
            <p:ph idx="3" type="subTitle"/>
          </p:nvPr>
        </p:nvSpPr>
        <p:spPr>
          <a:xfrm>
            <a:off x="1332569" y="1821272"/>
            <a:ext cx="2058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87" name="Google Shape;487;p41"/>
          <p:cNvSpPr txBox="1"/>
          <p:nvPr>
            <p:ph hasCustomPrompt="1" idx="4" type="title"/>
          </p:nvPr>
        </p:nvSpPr>
        <p:spPr>
          <a:xfrm>
            <a:off x="5754900" y="1310986"/>
            <a:ext cx="20580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488" name="Google Shape;488;p41"/>
          <p:cNvSpPr txBox="1"/>
          <p:nvPr>
            <p:ph idx="5" type="subTitle"/>
          </p:nvPr>
        </p:nvSpPr>
        <p:spPr>
          <a:xfrm>
            <a:off x="5756400" y="1821273"/>
            <a:ext cx="2055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89" name="Google Shape;489;p41"/>
          <p:cNvSpPr/>
          <p:nvPr/>
        </p:nvSpPr>
        <p:spPr>
          <a:xfrm>
            <a:off x="241120" y="3438825"/>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1"/>
          <p:cNvSpPr/>
          <p:nvPr/>
        </p:nvSpPr>
        <p:spPr>
          <a:xfrm>
            <a:off x="7021495" y="-223000"/>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BIG_NUMBER_1_1">
    <p:spTree>
      <p:nvGrpSpPr>
        <p:cNvPr id="491" name="Shape 491"/>
        <p:cNvGrpSpPr/>
        <p:nvPr/>
      </p:nvGrpSpPr>
      <p:grpSpPr>
        <a:xfrm>
          <a:off x="0" y="0"/>
          <a:ext cx="0" cy="0"/>
          <a:chOff x="0" y="0"/>
          <a:chExt cx="0" cy="0"/>
        </a:xfrm>
      </p:grpSpPr>
      <p:sp>
        <p:nvSpPr>
          <p:cNvPr id="492" name="Google Shape;492;p42"/>
          <p:cNvSpPr txBox="1"/>
          <p:nvPr>
            <p:ph idx="1" type="subTitle"/>
          </p:nvPr>
        </p:nvSpPr>
        <p:spPr>
          <a:xfrm>
            <a:off x="16801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93" name="Google Shape;493;p42"/>
          <p:cNvSpPr txBox="1"/>
          <p:nvPr>
            <p:ph idx="2" type="subTitle"/>
          </p:nvPr>
        </p:nvSpPr>
        <p:spPr>
          <a:xfrm>
            <a:off x="49328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94" name="Google Shape;494;p42"/>
          <p:cNvSpPr txBox="1"/>
          <p:nvPr>
            <p:ph type="title"/>
          </p:nvPr>
        </p:nvSpPr>
        <p:spPr>
          <a:xfrm>
            <a:off x="16840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95" name="Google Shape;495;p42"/>
          <p:cNvSpPr txBox="1"/>
          <p:nvPr>
            <p:ph idx="3" type="title"/>
          </p:nvPr>
        </p:nvSpPr>
        <p:spPr>
          <a:xfrm>
            <a:off x="49328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96" name="Google Shape;496;p42"/>
          <p:cNvSpPr txBox="1"/>
          <p:nvPr>
            <p:ph hasCustomPrompt="1" idx="4" type="title"/>
          </p:nvPr>
        </p:nvSpPr>
        <p:spPr>
          <a:xfrm>
            <a:off x="2345137"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497" name="Google Shape;497;p42"/>
          <p:cNvSpPr txBox="1"/>
          <p:nvPr>
            <p:ph hasCustomPrompt="1" idx="5" type="title"/>
          </p:nvPr>
        </p:nvSpPr>
        <p:spPr>
          <a:xfrm>
            <a:off x="5595856"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498" name="Google Shape;498;p42"/>
          <p:cNvSpPr txBox="1"/>
          <p:nvPr>
            <p:ph idx="6"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499" name="Google Shape;499;p42"/>
          <p:cNvSpPr/>
          <p:nvPr/>
        </p:nvSpPr>
        <p:spPr>
          <a:xfrm flipH="1">
            <a:off x="7083841" y="3757799"/>
            <a:ext cx="2877559" cy="1385750"/>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2"/>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2"/>
          <p:cNvSpPr/>
          <p:nvPr/>
        </p:nvSpPr>
        <p:spPr>
          <a:xfrm flipH="1">
            <a:off x="8542839" y="72032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BIG_NUMBER_1_1_1">
    <p:spTree>
      <p:nvGrpSpPr>
        <p:cNvPr id="502" name="Shape 502"/>
        <p:cNvGrpSpPr/>
        <p:nvPr/>
      </p:nvGrpSpPr>
      <p:grpSpPr>
        <a:xfrm>
          <a:off x="0" y="0"/>
          <a:ext cx="0" cy="0"/>
          <a:chOff x="0" y="0"/>
          <a:chExt cx="0" cy="0"/>
        </a:xfrm>
      </p:grpSpPr>
      <p:sp>
        <p:nvSpPr>
          <p:cNvPr id="503" name="Google Shape;503;p43"/>
          <p:cNvSpPr txBox="1"/>
          <p:nvPr>
            <p:ph idx="1" type="subTitle"/>
          </p:nvPr>
        </p:nvSpPr>
        <p:spPr>
          <a:xfrm>
            <a:off x="713100" y="3927299"/>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504" name="Google Shape;504;p43"/>
          <p:cNvSpPr txBox="1"/>
          <p:nvPr>
            <p:ph type="title"/>
          </p:nvPr>
        </p:nvSpPr>
        <p:spPr>
          <a:xfrm>
            <a:off x="713100" y="3475343"/>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05" name="Google Shape;505;p43"/>
          <p:cNvSpPr txBox="1"/>
          <p:nvPr>
            <p:ph hasCustomPrompt="1" idx="2" type="title"/>
          </p:nvPr>
        </p:nvSpPr>
        <p:spPr>
          <a:xfrm>
            <a:off x="1325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506" name="Google Shape;506;p43"/>
          <p:cNvSpPr txBox="1"/>
          <p:nvPr>
            <p:ph idx="3" type="subTitle"/>
          </p:nvPr>
        </p:nvSpPr>
        <p:spPr>
          <a:xfrm>
            <a:off x="33696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507" name="Google Shape;507;p43"/>
          <p:cNvSpPr txBox="1"/>
          <p:nvPr>
            <p:ph idx="4" type="title"/>
          </p:nvPr>
        </p:nvSpPr>
        <p:spPr>
          <a:xfrm>
            <a:off x="33696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08" name="Google Shape;508;p43"/>
          <p:cNvSpPr txBox="1"/>
          <p:nvPr>
            <p:ph idx="5" type="subTitle"/>
          </p:nvPr>
        </p:nvSpPr>
        <p:spPr>
          <a:xfrm>
            <a:off x="60261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509" name="Google Shape;509;p43"/>
          <p:cNvSpPr txBox="1"/>
          <p:nvPr>
            <p:ph idx="6" type="title"/>
          </p:nvPr>
        </p:nvSpPr>
        <p:spPr>
          <a:xfrm>
            <a:off x="60261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10" name="Google Shape;510;p43"/>
          <p:cNvSpPr txBox="1"/>
          <p:nvPr>
            <p:ph hasCustomPrompt="1" idx="7" type="title"/>
          </p:nvPr>
        </p:nvSpPr>
        <p:spPr>
          <a:xfrm>
            <a:off x="39819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511" name="Google Shape;511;p43"/>
          <p:cNvSpPr txBox="1"/>
          <p:nvPr>
            <p:ph hasCustomPrompt="1" idx="8" type="title"/>
          </p:nvPr>
        </p:nvSpPr>
        <p:spPr>
          <a:xfrm>
            <a:off x="6638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512" name="Google Shape;512;p43"/>
          <p:cNvSpPr txBox="1"/>
          <p:nvPr>
            <p:ph idx="9"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513" name="Google Shape;513;p43"/>
          <p:cNvGrpSpPr/>
          <p:nvPr/>
        </p:nvGrpSpPr>
        <p:grpSpPr>
          <a:xfrm rot="1458948">
            <a:off x="8750200" y="3780263"/>
            <a:ext cx="563060" cy="1364873"/>
            <a:chOff x="2541375" y="3220475"/>
            <a:chExt cx="427450" cy="1036150"/>
          </a:xfrm>
        </p:grpSpPr>
        <p:sp>
          <p:nvSpPr>
            <p:cNvPr id="514" name="Google Shape;514;p43"/>
            <p:cNvSpPr/>
            <p:nvPr/>
          </p:nvSpPr>
          <p:spPr>
            <a:xfrm>
              <a:off x="2541375" y="3220475"/>
              <a:ext cx="427450" cy="1035850"/>
            </a:xfrm>
            <a:custGeom>
              <a:rect b="b" l="l" r="r" t="t"/>
              <a:pathLst>
                <a:path extrusionOk="0" h="41434" w="17098">
                  <a:moveTo>
                    <a:pt x="2715" y="0"/>
                  </a:moveTo>
                  <a:cubicBezTo>
                    <a:pt x="1215" y="0"/>
                    <a:pt x="1" y="1215"/>
                    <a:pt x="1" y="2727"/>
                  </a:cubicBezTo>
                  <a:lnTo>
                    <a:pt x="1" y="38707"/>
                  </a:lnTo>
                  <a:cubicBezTo>
                    <a:pt x="1" y="40219"/>
                    <a:pt x="1215" y="41434"/>
                    <a:pt x="2715" y="41434"/>
                  </a:cubicBezTo>
                  <a:lnTo>
                    <a:pt x="14371" y="41434"/>
                  </a:lnTo>
                  <a:cubicBezTo>
                    <a:pt x="15860" y="41434"/>
                    <a:pt x="17086" y="40219"/>
                    <a:pt x="17098" y="38731"/>
                  </a:cubicBezTo>
                  <a:lnTo>
                    <a:pt x="17098" y="2727"/>
                  </a:lnTo>
                  <a:cubicBezTo>
                    <a:pt x="17098" y="1226"/>
                    <a:pt x="15872" y="0"/>
                    <a:pt x="143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3"/>
            <p:cNvSpPr/>
            <p:nvPr/>
          </p:nvSpPr>
          <p:spPr>
            <a:xfrm>
              <a:off x="2541375" y="3636600"/>
              <a:ext cx="427450" cy="620025"/>
            </a:xfrm>
            <a:custGeom>
              <a:rect b="b" l="l" r="r" t="t"/>
              <a:pathLst>
                <a:path extrusionOk="0" h="24801" w="17098">
                  <a:moveTo>
                    <a:pt x="17098" y="0"/>
                  </a:moveTo>
                  <a:cubicBezTo>
                    <a:pt x="11371" y="2322"/>
                    <a:pt x="5620" y="4584"/>
                    <a:pt x="1" y="7060"/>
                  </a:cubicBezTo>
                  <a:lnTo>
                    <a:pt x="1" y="22086"/>
                  </a:lnTo>
                  <a:cubicBezTo>
                    <a:pt x="1" y="23586"/>
                    <a:pt x="1215" y="24801"/>
                    <a:pt x="2715" y="24801"/>
                  </a:cubicBezTo>
                  <a:lnTo>
                    <a:pt x="14371" y="24801"/>
                  </a:lnTo>
                  <a:cubicBezTo>
                    <a:pt x="15872" y="24801"/>
                    <a:pt x="17098" y="23586"/>
                    <a:pt x="17098" y="22086"/>
                  </a:cubicBezTo>
                  <a:lnTo>
                    <a:pt x="170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3"/>
            <p:cNvSpPr/>
            <p:nvPr/>
          </p:nvSpPr>
          <p:spPr>
            <a:xfrm>
              <a:off x="2664300" y="3334775"/>
              <a:ext cx="181000" cy="796850"/>
            </a:xfrm>
            <a:custGeom>
              <a:rect b="b" l="l" r="r" t="t"/>
              <a:pathLst>
                <a:path extrusionOk="0" h="31874" w="7240">
                  <a:moveTo>
                    <a:pt x="2465" y="0"/>
                  </a:moveTo>
                  <a:lnTo>
                    <a:pt x="2465" y="24837"/>
                  </a:lnTo>
                  <a:cubicBezTo>
                    <a:pt x="1037" y="25313"/>
                    <a:pt x="1" y="26670"/>
                    <a:pt x="1" y="28266"/>
                  </a:cubicBezTo>
                  <a:cubicBezTo>
                    <a:pt x="1" y="30254"/>
                    <a:pt x="1632" y="31873"/>
                    <a:pt x="3620" y="31873"/>
                  </a:cubicBezTo>
                  <a:cubicBezTo>
                    <a:pt x="5621" y="31873"/>
                    <a:pt x="7240" y="30254"/>
                    <a:pt x="7240" y="28266"/>
                  </a:cubicBezTo>
                  <a:cubicBezTo>
                    <a:pt x="7240" y="26670"/>
                    <a:pt x="6216" y="25325"/>
                    <a:pt x="4763" y="24837"/>
                  </a:cubicBezTo>
                  <a:lnTo>
                    <a:pt x="476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3"/>
            <p:cNvSpPr/>
            <p:nvPr/>
          </p:nvSpPr>
          <p:spPr>
            <a:xfrm>
              <a:off x="2693175" y="3987250"/>
              <a:ext cx="70875" cy="6147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3"/>
            <p:cNvSpPr/>
            <p:nvPr/>
          </p:nvSpPr>
          <p:spPr>
            <a:xfrm>
              <a:off x="2726225" y="3334775"/>
              <a:ext cx="57775" cy="278925"/>
            </a:xfrm>
            <a:custGeom>
              <a:rect b="b" l="l" r="r" t="t"/>
              <a:pathLst>
                <a:path extrusionOk="0" h="11157" w="2311">
                  <a:moveTo>
                    <a:pt x="0" y="0"/>
                  </a:moveTo>
                  <a:lnTo>
                    <a:pt x="0" y="11156"/>
                  </a:lnTo>
                  <a:lnTo>
                    <a:pt x="2310" y="11156"/>
                  </a:lnTo>
                  <a:lnTo>
                    <a:pt x="23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 name="Google Shape;519;p43"/>
          <p:cNvGrpSpPr/>
          <p:nvPr/>
        </p:nvGrpSpPr>
        <p:grpSpPr>
          <a:xfrm flipH="1" rot="10800000">
            <a:off x="-550526" y="-768747"/>
            <a:ext cx="2257861" cy="2337108"/>
            <a:chOff x="5556925" y="2802275"/>
            <a:chExt cx="757875" cy="784475"/>
          </a:xfrm>
        </p:grpSpPr>
        <p:sp>
          <p:nvSpPr>
            <p:cNvPr id="520" name="Google Shape;520;p43"/>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3"/>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3"/>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3"/>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3"/>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3"/>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3"/>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3"/>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3"/>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3"/>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3"/>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3"/>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3"/>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3"/>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3"/>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3"/>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3"/>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3"/>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3"/>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3"/>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3"/>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541" name="Shape 541"/>
        <p:cNvGrpSpPr/>
        <p:nvPr/>
      </p:nvGrpSpPr>
      <p:grpSpPr>
        <a:xfrm>
          <a:off x="0" y="0"/>
          <a:ext cx="0" cy="0"/>
          <a:chOff x="0" y="0"/>
          <a:chExt cx="0" cy="0"/>
        </a:xfrm>
      </p:grpSpPr>
      <p:sp>
        <p:nvSpPr>
          <p:cNvPr id="542" name="Google Shape;542;p44"/>
          <p:cNvSpPr/>
          <p:nvPr/>
        </p:nvSpPr>
        <p:spPr>
          <a:xfrm>
            <a:off x="8281945" y="1110763"/>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4"/>
          <p:cNvSpPr txBox="1"/>
          <p:nvPr>
            <p:ph type="title"/>
          </p:nvPr>
        </p:nvSpPr>
        <p:spPr>
          <a:xfrm>
            <a:off x="1454315" y="1168215"/>
            <a:ext cx="2945400" cy="17238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sz="5000">
                <a:solidFill>
                  <a:schemeClr val="accent5"/>
                </a:solidFill>
              </a:defRPr>
            </a:lvl1pPr>
            <a:lvl2pPr lvl="1" rtl="0" algn="ctr">
              <a:spcBef>
                <a:spcPts val="0"/>
              </a:spcBef>
              <a:spcAft>
                <a:spcPts val="0"/>
              </a:spcAft>
              <a:buNone/>
              <a:defRPr sz="5000">
                <a:solidFill>
                  <a:schemeClr val="accent5"/>
                </a:solidFill>
              </a:defRPr>
            </a:lvl2pPr>
            <a:lvl3pPr lvl="2" rtl="0" algn="ctr">
              <a:spcBef>
                <a:spcPts val="0"/>
              </a:spcBef>
              <a:spcAft>
                <a:spcPts val="0"/>
              </a:spcAft>
              <a:buNone/>
              <a:defRPr sz="5000">
                <a:solidFill>
                  <a:schemeClr val="accent5"/>
                </a:solidFill>
              </a:defRPr>
            </a:lvl3pPr>
            <a:lvl4pPr lvl="3" rtl="0" algn="ctr">
              <a:spcBef>
                <a:spcPts val="0"/>
              </a:spcBef>
              <a:spcAft>
                <a:spcPts val="0"/>
              </a:spcAft>
              <a:buNone/>
              <a:defRPr sz="5000">
                <a:solidFill>
                  <a:schemeClr val="accent5"/>
                </a:solidFill>
              </a:defRPr>
            </a:lvl4pPr>
            <a:lvl5pPr lvl="4" rtl="0" algn="ctr">
              <a:spcBef>
                <a:spcPts val="0"/>
              </a:spcBef>
              <a:spcAft>
                <a:spcPts val="0"/>
              </a:spcAft>
              <a:buNone/>
              <a:defRPr sz="5000">
                <a:solidFill>
                  <a:schemeClr val="accent5"/>
                </a:solidFill>
              </a:defRPr>
            </a:lvl5pPr>
            <a:lvl6pPr lvl="5" rtl="0" algn="ctr">
              <a:spcBef>
                <a:spcPts val="0"/>
              </a:spcBef>
              <a:spcAft>
                <a:spcPts val="0"/>
              </a:spcAft>
              <a:buNone/>
              <a:defRPr sz="5000">
                <a:solidFill>
                  <a:schemeClr val="accent5"/>
                </a:solidFill>
              </a:defRPr>
            </a:lvl6pPr>
            <a:lvl7pPr lvl="6" rtl="0" algn="ctr">
              <a:spcBef>
                <a:spcPts val="0"/>
              </a:spcBef>
              <a:spcAft>
                <a:spcPts val="0"/>
              </a:spcAft>
              <a:buNone/>
              <a:defRPr sz="5000">
                <a:solidFill>
                  <a:schemeClr val="accent5"/>
                </a:solidFill>
              </a:defRPr>
            </a:lvl7pPr>
            <a:lvl8pPr lvl="7" rtl="0" algn="ctr">
              <a:spcBef>
                <a:spcPts val="0"/>
              </a:spcBef>
              <a:spcAft>
                <a:spcPts val="0"/>
              </a:spcAft>
              <a:buNone/>
              <a:defRPr sz="5000">
                <a:solidFill>
                  <a:schemeClr val="accent5"/>
                </a:solidFill>
              </a:defRPr>
            </a:lvl8pPr>
            <a:lvl9pPr lvl="8" rtl="0" algn="ctr">
              <a:spcBef>
                <a:spcPts val="0"/>
              </a:spcBef>
              <a:spcAft>
                <a:spcPts val="0"/>
              </a:spcAft>
              <a:buNone/>
              <a:defRPr sz="5000">
                <a:solidFill>
                  <a:schemeClr val="accent5"/>
                </a:solidFill>
              </a:defRPr>
            </a:lvl9pPr>
          </a:lstStyle>
          <a:p/>
        </p:txBody>
      </p:sp>
      <p:sp>
        <p:nvSpPr>
          <p:cNvPr id="544" name="Google Shape;544;p44"/>
          <p:cNvSpPr txBox="1"/>
          <p:nvPr>
            <p:ph idx="2" type="title"/>
          </p:nvPr>
        </p:nvSpPr>
        <p:spPr>
          <a:xfrm>
            <a:off x="5349650" y="539400"/>
            <a:ext cx="3069600" cy="19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4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grpSp>
        <p:nvGrpSpPr>
          <p:cNvPr id="545" name="Google Shape;545;p44"/>
          <p:cNvGrpSpPr/>
          <p:nvPr/>
        </p:nvGrpSpPr>
        <p:grpSpPr>
          <a:xfrm>
            <a:off x="8035041" y="1935420"/>
            <a:ext cx="582138" cy="582138"/>
            <a:chOff x="3796125" y="-35750"/>
            <a:chExt cx="773400" cy="773400"/>
          </a:xfrm>
        </p:grpSpPr>
        <p:sp>
          <p:nvSpPr>
            <p:cNvPr id="546" name="Google Shape;546;p4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8" name="Google Shape;548;p44"/>
          <p:cNvSpPr txBox="1"/>
          <p:nvPr/>
        </p:nvSpPr>
        <p:spPr>
          <a:xfrm>
            <a:off x="5349650" y="3295213"/>
            <a:ext cx="2850300" cy="9234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lang="en" sz="1200">
                <a:solidFill>
                  <a:schemeClr val="dk1"/>
                </a:solidFill>
                <a:latin typeface="Roboto"/>
                <a:ea typeface="Roboto"/>
                <a:cs typeface="Roboto"/>
                <a:sym typeface="Roboto"/>
              </a:rPr>
              <a:t>CREDITS: This presentation template was created by </a:t>
            </a:r>
            <a:r>
              <a:rPr b="1" lang="en" sz="1200">
                <a:solidFill>
                  <a:schemeClr val="dk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dk1"/>
                </a:solidFill>
                <a:latin typeface="Roboto"/>
                <a:ea typeface="Roboto"/>
                <a:cs typeface="Roboto"/>
                <a:sym typeface="Roboto"/>
              </a:rPr>
              <a:t>, including icons by </a:t>
            </a:r>
            <a:r>
              <a:rPr b="1" lang="en" sz="1200">
                <a:solidFill>
                  <a:schemeClr val="dk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dk1"/>
                </a:solidFill>
                <a:latin typeface="Roboto"/>
                <a:ea typeface="Roboto"/>
                <a:cs typeface="Roboto"/>
                <a:sym typeface="Roboto"/>
              </a:rPr>
              <a:t>, and infographics &amp; images by </a:t>
            </a:r>
            <a:r>
              <a:rPr b="1" lang="en" sz="1200">
                <a:solidFill>
                  <a:schemeClr val="dk1"/>
                </a:solidFill>
                <a:uFill>
                  <a:noFill/>
                </a:uFill>
                <a:latin typeface="Roboto"/>
                <a:ea typeface="Roboto"/>
                <a:cs typeface="Roboto"/>
                <a:sym typeface="Roboto"/>
                <a:hlinkClick r:id="rId4">
                  <a:extLst>
                    <a:ext uri="{A12FA001-AC4F-418D-AE19-62706E023703}">
                      <ahyp:hlinkClr val="tx"/>
                    </a:ext>
                  </a:extLst>
                </a:hlinkClick>
              </a:rPr>
              <a:t>Freepik</a:t>
            </a:r>
            <a:r>
              <a:rPr b="1" lang="en" sz="1200">
                <a:solidFill>
                  <a:schemeClr val="dk1"/>
                </a:solidFill>
                <a:latin typeface="Roboto"/>
                <a:ea typeface="Roboto"/>
                <a:cs typeface="Roboto"/>
                <a:sym typeface="Roboto"/>
              </a:rPr>
              <a:t> </a:t>
            </a:r>
            <a:endParaRPr b="1" sz="1200">
              <a:solidFill>
                <a:schemeClr val="dk1"/>
              </a:solidFill>
              <a:latin typeface="Roboto"/>
              <a:ea typeface="Roboto"/>
              <a:cs typeface="Roboto"/>
              <a:sym typeface="Roboto"/>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2">
    <p:spTree>
      <p:nvGrpSpPr>
        <p:cNvPr id="549" name="Shape 549"/>
        <p:cNvGrpSpPr/>
        <p:nvPr/>
      </p:nvGrpSpPr>
      <p:grpSpPr>
        <a:xfrm>
          <a:off x="0" y="0"/>
          <a:ext cx="0" cy="0"/>
          <a:chOff x="0" y="0"/>
          <a:chExt cx="0" cy="0"/>
        </a:xfrm>
      </p:grpSpPr>
      <p:sp>
        <p:nvSpPr>
          <p:cNvPr id="550" name="Google Shape;550;p45"/>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 name="Google Shape;551;p45"/>
          <p:cNvGrpSpPr/>
          <p:nvPr/>
        </p:nvGrpSpPr>
        <p:grpSpPr>
          <a:xfrm rot="544898">
            <a:off x="7445424" y="2480334"/>
            <a:ext cx="1480057" cy="2886420"/>
            <a:chOff x="6945350" y="145425"/>
            <a:chExt cx="317325" cy="618850"/>
          </a:xfrm>
        </p:grpSpPr>
        <p:sp>
          <p:nvSpPr>
            <p:cNvPr id="552" name="Google Shape;552;p45"/>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5"/>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5"/>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5"/>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45"/>
          <p:cNvGrpSpPr/>
          <p:nvPr/>
        </p:nvGrpSpPr>
        <p:grpSpPr>
          <a:xfrm rot="-2019428">
            <a:off x="173931" y="276323"/>
            <a:ext cx="1078938" cy="1614954"/>
            <a:chOff x="7166500" y="-57275"/>
            <a:chExt cx="414050" cy="619750"/>
          </a:xfrm>
        </p:grpSpPr>
        <p:sp>
          <p:nvSpPr>
            <p:cNvPr id="557" name="Google Shape;557;p45"/>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5"/>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5"/>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5"/>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1" name="Google Shape;561;p45"/>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2" name="Google Shape;562;p45"/>
          <p:cNvGrpSpPr/>
          <p:nvPr/>
        </p:nvGrpSpPr>
        <p:grpSpPr>
          <a:xfrm>
            <a:off x="6882210" y="4033046"/>
            <a:ext cx="609207" cy="609207"/>
            <a:chOff x="3796125" y="-35750"/>
            <a:chExt cx="773400" cy="773400"/>
          </a:xfrm>
        </p:grpSpPr>
        <p:sp>
          <p:nvSpPr>
            <p:cNvPr id="563" name="Google Shape;563;p45"/>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5"/>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5" name="Google Shape;565;p45"/>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3">
    <p:spTree>
      <p:nvGrpSpPr>
        <p:cNvPr id="566" name="Shape 566"/>
        <p:cNvGrpSpPr/>
        <p:nvPr/>
      </p:nvGrpSpPr>
      <p:grpSpPr>
        <a:xfrm>
          <a:off x="0" y="0"/>
          <a:ext cx="0" cy="0"/>
          <a:chOff x="0" y="0"/>
          <a:chExt cx="0" cy="0"/>
        </a:xfrm>
      </p:grpSpPr>
      <p:sp>
        <p:nvSpPr>
          <p:cNvPr id="567" name="Google Shape;567;p46"/>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 name="Google Shape;568;p46"/>
          <p:cNvGrpSpPr/>
          <p:nvPr/>
        </p:nvGrpSpPr>
        <p:grpSpPr>
          <a:xfrm>
            <a:off x="278749" y="1353426"/>
            <a:ext cx="331557" cy="331557"/>
            <a:chOff x="3796125" y="-35750"/>
            <a:chExt cx="773400" cy="773400"/>
          </a:xfrm>
        </p:grpSpPr>
        <p:sp>
          <p:nvSpPr>
            <p:cNvPr id="569" name="Google Shape;569;p4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1" name="Google Shape;571;p46"/>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6"/>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6"/>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6"/>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 name="Google Shape;575;p46"/>
          <p:cNvGrpSpPr/>
          <p:nvPr/>
        </p:nvGrpSpPr>
        <p:grpSpPr>
          <a:xfrm>
            <a:off x="-171691" y="2850450"/>
            <a:ext cx="1577723" cy="893906"/>
            <a:chOff x="3467026" y="90021"/>
            <a:chExt cx="2493241" cy="1412619"/>
          </a:xfrm>
        </p:grpSpPr>
        <p:grpSp>
          <p:nvGrpSpPr>
            <p:cNvPr id="576" name="Google Shape;576;p46"/>
            <p:cNvGrpSpPr/>
            <p:nvPr/>
          </p:nvGrpSpPr>
          <p:grpSpPr>
            <a:xfrm>
              <a:off x="3467026" y="259199"/>
              <a:ext cx="835891" cy="835891"/>
              <a:chOff x="3796125" y="-35750"/>
              <a:chExt cx="773400" cy="773400"/>
            </a:xfrm>
          </p:grpSpPr>
          <p:sp>
            <p:nvSpPr>
              <p:cNvPr id="577" name="Google Shape;577;p4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79" name="Google Shape;579;p46"/>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580" name="Google Shape;580;p46"/>
            <p:cNvGrpSpPr/>
            <p:nvPr/>
          </p:nvGrpSpPr>
          <p:grpSpPr>
            <a:xfrm>
              <a:off x="4724445" y="90021"/>
              <a:ext cx="576724" cy="576724"/>
              <a:chOff x="3796125" y="-35750"/>
              <a:chExt cx="773400" cy="773400"/>
            </a:xfrm>
          </p:grpSpPr>
          <p:sp>
            <p:nvSpPr>
              <p:cNvPr id="581" name="Google Shape;581;p4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3" name="Google Shape;583;p46"/>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584" name="Google Shape;584;p46"/>
            <p:cNvGrpSpPr/>
            <p:nvPr/>
          </p:nvGrpSpPr>
          <p:grpSpPr>
            <a:xfrm>
              <a:off x="5124376" y="666749"/>
              <a:ext cx="835891" cy="835891"/>
              <a:chOff x="3796125" y="-35750"/>
              <a:chExt cx="773400" cy="773400"/>
            </a:xfrm>
          </p:grpSpPr>
          <p:sp>
            <p:nvSpPr>
              <p:cNvPr id="585" name="Google Shape;585;p4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7" name="Google Shape;587;p46"/>
          <p:cNvGrpSpPr/>
          <p:nvPr/>
        </p:nvGrpSpPr>
        <p:grpSpPr>
          <a:xfrm flipH="1" rot="10800000">
            <a:off x="7944681" y="1412600"/>
            <a:ext cx="1413169" cy="800673"/>
            <a:chOff x="3467026" y="90021"/>
            <a:chExt cx="2493241" cy="1412619"/>
          </a:xfrm>
        </p:grpSpPr>
        <p:grpSp>
          <p:nvGrpSpPr>
            <p:cNvPr id="588" name="Google Shape;588;p46"/>
            <p:cNvGrpSpPr/>
            <p:nvPr/>
          </p:nvGrpSpPr>
          <p:grpSpPr>
            <a:xfrm>
              <a:off x="3467026" y="259199"/>
              <a:ext cx="835891" cy="835891"/>
              <a:chOff x="3796125" y="-35750"/>
              <a:chExt cx="773400" cy="773400"/>
            </a:xfrm>
          </p:grpSpPr>
          <p:sp>
            <p:nvSpPr>
              <p:cNvPr id="589" name="Google Shape;589;p4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6"/>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91" name="Google Shape;591;p46"/>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592" name="Google Shape;592;p46"/>
            <p:cNvGrpSpPr/>
            <p:nvPr/>
          </p:nvGrpSpPr>
          <p:grpSpPr>
            <a:xfrm>
              <a:off x="4724445" y="90021"/>
              <a:ext cx="576724" cy="576724"/>
              <a:chOff x="3796125" y="-35750"/>
              <a:chExt cx="773400" cy="773400"/>
            </a:xfrm>
          </p:grpSpPr>
          <p:sp>
            <p:nvSpPr>
              <p:cNvPr id="593" name="Google Shape;593;p4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6"/>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95" name="Google Shape;595;p46"/>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596" name="Google Shape;596;p46"/>
            <p:cNvGrpSpPr/>
            <p:nvPr/>
          </p:nvGrpSpPr>
          <p:grpSpPr>
            <a:xfrm>
              <a:off x="5124376" y="666749"/>
              <a:ext cx="835891" cy="835891"/>
              <a:chOff x="3796125" y="-35750"/>
              <a:chExt cx="773400" cy="773400"/>
            </a:xfrm>
          </p:grpSpPr>
          <p:sp>
            <p:nvSpPr>
              <p:cNvPr id="597" name="Google Shape;597;p4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6"/>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99" name="Google Shape;599;p46"/>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3" name="Shape 603"/>
        <p:cNvGrpSpPr/>
        <p:nvPr/>
      </p:nvGrpSpPr>
      <p:grpSpPr>
        <a:xfrm>
          <a:off x="0" y="0"/>
          <a:ext cx="0" cy="0"/>
          <a:chOff x="0" y="0"/>
          <a:chExt cx="0" cy="0"/>
        </a:xfrm>
      </p:grpSpPr>
      <p:sp>
        <p:nvSpPr>
          <p:cNvPr id="604" name="Google Shape;604;p48"/>
          <p:cNvSpPr/>
          <p:nvPr/>
        </p:nvSpPr>
        <p:spPr>
          <a:xfrm flipH="1">
            <a:off x="6154100" y="3667856"/>
            <a:ext cx="3212922"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8"/>
          <p:cNvSpPr txBox="1"/>
          <p:nvPr>
            <p:ph idx="1" type="subTitle"/>
          </p:nvPr>
        </p:nvSpPr>
        <p:spPr>
          <a:xfrm>
            <a:off x="4135975" y="3436975"/>
            <a:ext cx="2644500" cy="6771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06" name="Google Shape;606;p48"/>
          <p:cNvSpPr txBox="1"/>
          <p:nvPr>
            <p:ph type="ctrTitle"/>
          </p:nvPr>
        </p:nvSpPr>
        <p:spPr>
          <a:xfrm>
            <a:off x="4135975" y="1035775"/>
            <a:ext cx="4293300" cy="2401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7200"/>
              <a:buNone/>
              <a:defRPr sz="4800"/>
            </a:lvl1pPr>
            <a:lvl2pPr lvl="1" rtl="0" algn="ctr">
              <a:lnSpc>
                <a:spcPct val="100000"/>
              </a:lnSpc>
              <a:spcBef>
                <a:spcPts val="0"/>
              </a:spcBef>
              <a:spcAft>
                <a:spcPts val="0"/>
              </a:spcAft>
              <a:buSzPts val="7200"/>
              <a:buNone/>
              <a:defRPr sz="7200"/>
            </a:lvl2pPr>
            <a:lvl3pPr lvl="2" rtl="0" algn="ctr">
              <a:lnSpc>
                <a:spcPct val="100000"/>
              </a:lnSpc>
              <a:spcBef>
                <a:spcPts val="0"/>
              </a:spcBef>
              <a:spcAft>
                <a:spcPts val="0"/>
              </a:spcAft>
              <a:buSzPts val="7200"/>
              <a:buNone/>
              <a:defRPr sz="7200"/>
            </a:lvl3pPr>
            <a:lvl4pPr lvl="3" rtl="0" algn="ctr">
              <a:lnSpc>
                <a:spcPct val="100000"/>
              </a:lnSpc>
              <a:spcBef>
                <a:spcPts val="0"/>
              </a:spcBef>
              <a:spcAft>
                <a:spcPts val="0"/>
              </a:spcAft>
              <a:buSzPts val="7200"/>
              <a:buNone/>
              <a:defRPr sz="7200"/>
            </a:lvl4pPr>
            <a:lvl5pPr lvl="4" rtl="0" algn="ctr">
              <a:lnSpc>
                <a:spcPct val="100000"/>
              </a:lnSpc>
              <a:spcBef>
                <a:spcPts val="0"/>
              </a:spcBef>
              <a:spcAft>
                <a:spcPts val="0"/>
              </a:spcAft>
              <a:buSzPts val="7200"/>
              <a:buNone/>
              <a:defRPr sz="7200"/>
            </a:lvl5pPr>
            <a:lvl6pPr lvl="5" rtl="0" algn="ctr">
              <a:lnSpc>
                <a:spcPct val="100000"/>
              </a:lnSpc>
              <a:spcBef>
                <a:spcPts val="0"/>
              </a:spcBef>
              <a:spcAft>
                <a:spcPts val="0"/>
              </a:spcAft>
              <a:buSzPts val="7200"/>
              <a:buNone/>
              <a:defRPr sz="7200"/>
            </a:lvl6pPr>
            <a:lvl7pPr lvl="6" rtl="0" algn="ctr">
              <a:lnSpc>
                <a:spcPct val="100000"/>
              </a:lnSpc>
              <a:spcBef>
                <a:spcPts val="0"/>
              </a:spcBef>
              <a:spcAft>
                <a:spcPts val="0"/>
              </a:spcAft>
              <a:buSzPts val="7200"/>
              <a:buNone/>
              <a:defRPr sz="7200"/>
            </a:lvl7pPr>
            <a:lvl8pPr lvl="7" rtl="0" algn="ctr">
              <a:lnSpc>
                <a:spcPct val="100000"/>
              </a:lnSpc>
              <a:spcBef>
                <a:spcPts val="0"/>
              </a:spcBef>
              <a:spcAft>
                <a:spcPts val="0"/>
              </a:spcAft>
              <a:buSzPts val="7200"/>
              <a:buNone/>
              <a:defRPr sz="7200"/>
            </a:lvl8pPr>
            <a:lvl9pPr lvl="8" rtl="0" algn="ctr">
              <a:lnSpc>
                <a:spcPct val="100000"/>
              </a:lnSpc>
              <a:spcBef>
                <a:spcPts val="0"/>
              </a:spcBef>
              <a:spcAft>
                <a:spcPts val="0"/>
              </a:spcAft>
              <a:buSzPts val="7200"/>
              <a:buNone/>
              <a:defRPr sz="7200"/>
            </a:lvl9pPr>
          </a:lstStyle>
          <a:p/>
        </p:txBody>
      </p:sp>
      <p:sp>
        <p:nvSpPr>
          <p:cNvPr id="607" name="Google Shape;607;p48"/>
          <p:cNvSpPr/>
          <p:nvPr/>
        </p:nvSpPr>
        <p:spPr>
          <a:xfrm>
            <a:off x="5736975" y="4353281"/>
            <a:ext cx="1215300" cy="12153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8"/>
          <p:cNvSpPr/>
          <p:nvPr/>
        </p:nvSpPr>
        <p:spPr>
          <a:xfrm rot="-899999">
            <a:off x="4821272" y="280788"/>
            <a:ext cx="596232" cy="51718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8"/>
          <p:cNvSpPr/>
          <p:nvPr/>
        </p:nvSpPr>
        <p:spPr>
          <a:xfrm rot="301025">
            <a:off x="8392867" y="2061425"/>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0" name="Shape 610"/>
        <p:cNvGrpSpPr/>
        <p:nvPr/>
      </p:nvGrpSpPr>
      <p:grpSpPr>
        <a:xfrm>
          <a:off x="0" y="0"/>
          <a:ext cx="0" cy="0"/>
          <a:chOff x="0" y="0"/>
          <a:chExt cx="0" cy="0"/>
        </a:xfrm>
      </p:grpSpPr>
      <p:sp>
        <p:nvSpPr>
          <p:cNvPr id="611" name="Google Shape;611;p49"/>
          <p:cNvSpPr/>
          <p:nvPr/>
        </p:nvSpPr>
        <p:spPr>
          <a:xfrm flipH="1" rot="10800000">
            <a:off x="-5489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9"/>
          <p:cNvSpPr txBox="1"/>
          <p:nvPr>
            <p:ph hasCustomPrompt="1" type="title"/>
          </p:nvPr>
        </p:nvSpPr>
        <p:spPr>
          <a:xfrm>
            <a:off x="3379072" y="109215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613" name="Google Shape;613;p49"/>
          <p:cNvSpPr txBox="1"/>
          <p:nvPr>
            <p:ph idx="1" type="subTitle"/>
          </p:nvPr>
        </p:nvSpPr>
        <p:spPr>
          <a:xfrm>
            <a:off x="4128325" y="3269563"/>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614" name="Google Shape;614;p49"/>
          <p:cNvSpPr txBox="1"/>
          <p:nvPr>
            <p:ph idx="2" type="title"/>
          </p:nvPr>
        </p:nvSpPr>
        <p:spPr>
          <a:xfrm>
            <a:off x="4128325" y="1976575"/>
            <a:ext cx="43023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615" name="Google Shape;615;p49"/>
          <p:cNvSpPr/>
          <p:nvPr/>
        </p:nvSpPr>
        <p:spPr>
          <a:xfrm rot="301025">
            <a:off x="8519867" y="2297050"/>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9"/>
          <p:cNvSpPr/>
          <p:nvPr/>
        </p:nvSpPr>
        <p:spPr>
          <a:xfrm flipH="1">
            <a:off x="5517534" y="3667850"/>
            <a:ext cx="4068217"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7" name="Shape 617"/>
        <p:cNvGrpSpPr/>
        <p:nvPr/>
      </p:nvGrpSpPr>
      <p:grpSpPr>
        <a:xfrm>
          <a:off x="0" y="0"/>
          <a:ext cx="0" cy="0"/>
          <a:chOff x="0" y="0"/>
          <a:chExt cx="0" cy="0"/>
        </a:xfrm>
      </p:grpSpPr>
      <p:sp>
        <p:nvSpPr>
          <p:cNvPr id="618" name="Google Shape;618;p50"/>
          <p:cNvSpPr txBox="1"/>
          <p:nvPr>
            <p:ph idx="1" type="body"/>
          </p:nvPr>
        </p:nvSpPr>
        <p:spPr>
          <a:xfrm>
            <a:off x="713100" y="1200150"/>
            <a:ext cx="7717800" cy="3404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AutoNum type="arabicPeriod"/>
              <a:defRPr sz="1200"/>
            </a:lvl1pPr>
            <a:lvl2pPr indent="-304800" lvl="1" marL="914400" rtl="0">
              <a:spcBef>
                <a:spcPts val="0"/>
              </a:spcBef>
              <a:spcAft>
                <a:spcPts val="0"/>
              </a:spcAft>
              <a:buSzPts val="1200"/>
              <a:buAutoNum type="alphaLcPeriod"/>
              <a:defRPr sz="1200"/>
            </a:lvl2pPr>
            <a:lvl3pPr indent="-304800" lvl="2" marL="1371600" rtl="0">
              <a:spcBef>
                <a:spcPts val="0"/>
              </a:spcBef>
              <a:spcAft>
                <a:spcPts val="0"/>
              </a:spcAft>
              <a:buSzPts val="1200"/>
              <a:buAutoNum type="romanLcPeriod"/>
              <a:defRPr sz="1200"/>
            </a:lvl3pPr>
            <a:lvl4pPr indent="-304800" lvl="3" marL="1828800" rtl="0">
              <a:spcBef>
                <a:spcPts val="0"/>
              </a:spcBef>
              <a:spcAft>
                <a:spcPts val="0"/>
              </a:spcAft>
              <a:buSzPts val="1200"/>
              <a:buAutoNum type="arabicPeriod"/>
              <a:defRPr sz="1200"/>
            </a:lvl4pPr>
            <a:lvl5pPr indent="-304800" lvl="4" marL="2286000" rtl="0">
              <a:spcBef>
                <a:spcPts val="0"/>
              </a:spcBef>
              <a:spcAft>
                <a:spcPts val="0"/>
              </a:spcAft>
              <a:buSzPts val="1200"/>
              <a:buAutoNum type="alphaLcPeriod"/>
              <a:defRPr sz="1200"/>
            </a:lvl5pPr>
            <a:lvl6pPr indent="-304800" lvl="5" marL="2743200" rtl="0">
              <a:spcBef>
                <a:spcPts val="0"/>
              </a:spcBef>
              <a:spcAft>
                <a:spcPts val="0"/>
              </a:spcAft>
              <a:buSzPts val="1200"/>
              <a:buAutoNum type="romanLcPeriod"/>
              <a:defRPr sz="1200"/>
            </a:lvl6pPr>
            <a:lvl7pPr indent="-304800" lvl="6" marL="3200400" rtl="0">
              <a:spcBef>
                <a:spcPts val="0"/>
              </a:spcBef>
              <a:spcAft>
                <a:spcPts val="0"/>
              </a:spcAft>
              <a:buSzPts val="1200"/>
              <a:buAutoNum type="arabicPeriod"/>
              <a:defRPr sz="1200"/>
            </a:lvl7pPr>
            <a:lvl8pPr indent="-304800" lvl="7" marL="3657600" rtl="0">
              <a:spcBef>
                <a:spcPts val="0"/>
              </a:spcBef>
              <a:spcAft>
                <a:spcPts val="0"/>
              </a:spcAft>
              <a:buSzPts val="1200"/>
              <a:buAutoNum type="alphaLcPeriod"/>
              <a:defRPr sz="1200"/>
            </a:lvl8pPr>
            <a:lvl9pPr indent="-304800" lvl="8" marL="4114800" rtl="0">
              <a:spcBef>
                <a:spcPts val="0"/>
              </a:spcBef>
              <a:spcAft>
                <a:spcPts val="0"/>
              </a:spcAft>
              <a:buSzPts val="1200"/>
              <a:buAutoNum type="romanLcPeriod"/>
              <a:defRPr sz="1200"/>
            </a:lvl9pPr>
          </a:lstStyle>
          <a:p/>
        </p:txBody>
      </p:sp>
      <p:sp>
        <p:nvSpPr>
          <p:cNvPr id="619" name="Google Shape;619;p50"/>
          <p:cNvSpPr txBox="1"/>
          <p:nvPr>
            <p:ph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20" name="Google Shape;620;p50"/>
          <p:cNvSpPr/>
          <p:nvPr/>
        </p:nvSpPr>
        <p:spPr>
          <a:xfrm rot="301033">
            <a:off x="318889" y="-265259"/>
            <a:ext cx="789020" cy="68439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50"/>
          <p:cNvSpPr/>
          <p:nvPr/>
        </p:nvSpPr>
        <p:spPr>
          <a:xfrm>
            <a:off x="-416475" y="131026"/>
            <a:ext cx="1026000" cy="1026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50"/>
          <p:cNvSpPr/>
          <p:nvPr/>
        </p:nvSpPr>
        <p:spPr>
          <a:xfrm rot="301053">
            <a:off x="1237580" y="4938577"/>
            <a:ext cx="437515" cy="379513"/>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0"/>
          <p:cNvSpPr/>
          <p:nvPr/>
        </p:nvSpPr>
        <p:spPr>
          <a:xfrm flipH="1">
            <a:off x="7649620" y="4353278"/>
            <a:ext cx="1720458" cy="790182"/>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 name="Google Shape;624;p50"/>
          <p:cNvGrpSpPr/>
          <p:nvPr/>
        </p:nvGrpSpPr>
        <p:grpSpPr>
          <a:xfrm>
            <a:off x="8777542" y="3288374"/>
            <a:ext cx="547954" cy="547954"/>
            <a:chOff x="3796125" y="-35750"/>
            <a:chExt cx="773400" cy="773400"/>
          </a:xfrm>
        </p:grpSpPr>
        <p:sp>
          <p:nvSpPr>
            <p:cNvPr id="625" name="Google Shape;625;p5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5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7" name="Shape 627"/>
        <p:cNvGrpSpPr/>
        <p:nvPr/>
      </p:nvGrpSpPr>
      <p:grpSpPr>
        <a:xfrm>
          <a:off x="0" y="0"/>
          <a:ext cx="0" cy="0"/>
          <a:chOff x="0" y="0"/>
          <a:chExt cx="0" cy="0"/>
        </a:xfrm>
      </p:grpSpPr>
      <p:sp>
        <p:nvSpPr>
          <p:cNvPr id="628" name="Google Shape;628;p51"/>
          <p:cNvSpPr txBox="1"/>
          <p:nvPr>
            <p:ph idx="1" type="subTitle"/>
          </p:nvPr>
        </p:nvSpPr>
        <p:spPr>
          <a:xfrm>
            <a:off x="1433113" y="2554911"/>
            <a:ext cx="23049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629" name="Google Shape;629;p51"/>
          <p:cNvSpPr txBox="1"/>
          <p:nvPr>
            <p:ph idx="2" type="subTitle"/>
          </p:nvPr>
        </p:nvSpPr>
        <p:spPr>
          <a:xfrm>
            <a:off x="5300073" y="2554914"/>
            <a:ext cx="23016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630" name="Google Shape;630;p51"/>
          <p:cNvSpPr txBox="1"/>
          <p:nvPr>
            <p:ph type="title"/>
          </p:nvPr>
        </p:nvSpPr>
        <p:spPr>
          <a:xfrm>
            <a:off x="1433038" y="2104375"/>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631" name="Google Shape;631;p51"/>
          <p:cNvSpPr txBox="1"/>
          <p:nvPr>
            <p:ph idx="3" type="title"/>
          </p:nvPr>
        </p:nvSpPr>
        <p:spPr>
          <a:xfrm>
            <a:off x="5299537" y="2104388"/>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632" name="Google Shape;632;p51"/>
          <p:cNvSpPr txBox="1"/>
          <p:nvPr>
            <p:ph idx="4"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633" name="Google Shape;633;p51"/>
          <p:cNvGrpSpPr/>
          <p:nvPr/>
        </p:nvGrpSpPr>
        <p:grpSpPr>
          <a:xfrm flipH="1" rot="10800000">
            <a:off x="-110852" y="3990045"/>
            <a:ext cx="760318" cy="1338746"/>
            <a:chOff x="5664675" y="3001250"/>
            <a:chExt cx="332525" cy="585500"/>
          </a:xfrm>
        </p:grpSpPr>
        <p:sp>
          <p:nvSpPr>
            <p:cNvPr id="634" name="Google Shape;634;p51"/>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51"/>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 name="Google Shape;637;p51"/>
          <p:cNvGrpSpPr/>
          <p:nvPr/>
        </p:nvGrpSpPr>
        <p:grpSpPr>
          <a:xfrm>
            <a:off x="7944315" y="-158168"/>
            <a:ext cx="1340175" cy="1793702"/>
            <a:chOff x="5556925" y="2802275"/>
            <a:chExt cx="586125" cy="784475"/>
          </a:xfrm>
        </p:grpSpPr>
        <p:sp>
          <p:nvSpPr>
            <p:cNvPr id="638" name="Google Shape;638;p51"/>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51"/>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1"/>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51"/>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51"/>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51"/>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51"/>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51"/>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51"/>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7" name="Google Shape;647;p51"/>
          <p:cNvSpPr/>
          <p:nvPr/>
        </p:nvSpPr>
        <p:spPr>
          <a:xfrm>
            <a:off x="-239896" y="-853452"/>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51"/>
          <p:cNvSpPr/>
          <p:nvPr/>
        </p:nvSpPr>
        <p:spPr>
          <a:xfrm>
            <a:off x="337851" y="4471670"/>
            <a:ext cx="1017600" cy="10173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51"/>
          <p:cNvSpPr/>
          <p:nvPr/>
        </p:nvSpPr>
        <p:spPr>
          <a:xfrm>
            <a:off x="7830954" y="2208373"/>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0" name="Shape 650"/>
        <p:cNvGrpSpPr/>
        <p:nvPr/>
      </p:nvGrpSpPr>
      <p:grpSpPr>
        <a:xfrm>
          <a:off x="0" y="0"/>
          <a:ext cx="0" cy="0"/>
          <a:chOff x="0" y="0"/>
          <a:chExt cx="0" cy="0"/>
        </a:xfrm>
      </p:grpSpPr>
      <p:sp>
        <p:nvSpPr>
          <p:cNvPr id="651" name="Google Shape;651;p52"/>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52" name="Google Shape;652;p52"/>
          <p:cNvSpPr/>
          <p:nvPr/>
        </p:nvSpPr>
        <p:spPr>
          <a:xfrm>
            <a:off x="8541752" y="4017174"/>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52"/>
          <p:cNvSpPr/>
          <p:nvPr/>
        </p:nvSpPr>
        <p:spPr>
          <a:xfrm>
            <a:off x="-922398" y="-635351"/>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4" name="Google Shape;654;p52"/>
          <p:cNvGrpSpPr/>
          <p:nvPr/>
        </p:nvGrpSpPr>
        <p:grpSpPr>
          <a:xfrm>
            <a:off x="415747" y="200236"/>
            <a:ext cx="436739" cy="436739"/>
            <a:chOff x="3796125" y="-35750"/>
            <a:chExt cx="773400" cy="773400"/>
          </a:xfrm>
        </p:grpSpPr>
        <p:sp>
          <p:nvSpPr>
            <p:cNvPr id="655" name="Google Shape;655;p5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5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 name="Google Shape;657;p52"/>
          <p:cNvGrpSpPr/>
          <p:nvPr/>
        </p:nvGrpSpPr>
        <p:grpSpPr>
          <a:xfrm>
            <a:off x="7831044" y="4962597"/>
            <a:ext cx="272005" cy="272005"/>
            <a:chOff x="3796125" y="-35750"/>
            <a:chExt cx="773400" cy="773400"/>
          </a:xfrm>
        </p:grpSpPr>
        <p:sp>
          <p:nvSpPr>
            <p:cNvPr id="658" name="Google Shape;658;p5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5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0" name="Shape 660"/>
        <p:cNvGrpSpPr/>
        <p:nvPr/>
      </p:nvGrpSpPr>
      <p:grpSpPr>
        <a:xfrm>
          <a:off x="0" y="0"/>
          <a:ext cx="0" cy="0"/>
          <a:chOff x="0" y="0"/>
          <a:chExt cx="0" cy="0"/>
        </a:xfrm>
      </p:grpSpPr>
      <p:sp>
        <p:nvSpPr>
          <p:cNvPr id="661" name="Google Shape;661;p53"/>
          <p:cNvSpPr/>
          <p:nvPr/>
        </p:nvSpPr>
        <p:spPr>
          <a:xfrm rot="-177409">
            <a:off x="1047241" y="453943"/>
            <a:ext cx="7037169" cy="4235665"/>
          </a:xfrm>
          <a:prstGeom prst="roundRect">
            <a:avLst>
              <a:gd fmla="val 2931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3"/>
          <p:cNvSpPr txBox="1"/>
          <p:nvPr>
            <p:ph idx="1" type="body"/>
          </p:nvPr>
        </p:nvSpPr>
        <p:spPr>
          <a:xfrm>
            <a:off x="1894800" y="1826350"/>
            <a:ext cx="5354400" cy="2124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Font typeface="Karla"/>
              <a:buChar char="●"/>
              <a:defRPr/>
            </a:lvl1pPr>
            <a:lvl2pPr indent="-317500" lvl="1" marL="914400" rtl="0">
              <a:spcBef>
                <a:spcPts val="0"/>
              </a:spcBef>
              <a:spcAft>
                <a:spcPts val="0"/>
              </a:spcAft>
              <a:buClr>
                <a:srgbClr val="211F1F"/>
              </a:buClr>
              <a:buSzPts val="1400"/>
              <a:buFont typeface="Karla"/>
              <a:buChar char="○"/>
              <a:defRPr/>
            </a:lvl2pPr>
            <a:lvl3pPr indent="-317500" lvl="2" marL="1371600" rtl="0">
              <a:spcBef>
                <a:spcPts val="0"/>
              </a:spcBef>
              <a:spcAft>
                <a:spcPts val="0"/>
              </a:spcAft>
              <a:buClr>
                <a:srgbClr val="211F1F"/>
              </a:buClr>
              <a:buSzPts val="1400"/>
              <a:buFont typeface="Karla"/>
              <a:buChar char="■"/>
              <a:defRPr/>
            </a:lvl3pPr>
            <a:lvl4pPr indent="-317500" lvl="3" marL="1828800" rtl="0">
              <a:spcBef>
                <a:spcPts val="0"/>
              </a:spcBef>
              <a:spcAft>
                <a:spcPts val="0"/>
              </a:spcAft>
              <a:buClr>
                <a:srgbClr val="211F1F"/>
              </a:buClr>
              <a:buSzPts val="1400"/>
              <a:buFont typeface="Karla"/>
              <a:buChar char="●"/>
              <a:defRPr/>
            </a:lvl4pPr>
            <a:lvl5pPr indent="-317500" lvl="4" marL="2286000" rtl="0">
              <a:spcBef>
                <a:spcPts val="0"/>
              </a:spcBef>
              <a:spcAft>
                <a:spcPts val="0"/>
              </a:spcAft>
              <a:buClr>
                <a:srgbClr val="211F1F"/>
              </a:buClr>
              <a:buSzPts val="1400"/>
              <a:buFont typeface="Karla"/>
              <a:buChar char="○"/>
              <a:defRPr/>
            </a:lvl5pPr>
            <a:lvl6pPr indent="-317500" lvl="5" marL="2743200" rtl="0">
              <a:spcBef>
                <a:spcPts val="0"/>
              </a:spcBef>
              <a:spcAft>
                <a:spcPts val="0"/>
              </a:spcAft>
              <a:buClr>
                <a:srgbClr val="211F1F"/>
              </a:buClr>
              <a:buSzPts val="1400"/>
              <a:buFont typeface="Karla"/>
              <a:buChar char="■"/>
              <a:defRPr/>
            </a:lvl6pPr>
            <a:lvl7pPr indent="-317500" lvl="6" marL="3200400" rtl="0">
              <a:spcBef>
                <a:spcPts val="0"/>
              </a:spcBef>
              <a:spcAft>
                <a:spcPts val="0"/>
              </a:spcAft>
              <a:buClr>
                <a:srgbClr val="211F1F"/>
              </a:buClr>
              <a:buSzPts val="1400"/>
              <a:buFont typeface="Karla"/>
              <a:buChar char="●"/>
              <a:defRPr/>
            </a:lvl7pPr>
            <a:lvl8pPr indent="-317500" lvl="7" marL="3657600" rtl="0">
              <a:spcBef>
                <a:spcPts val="0"/>
              </a:spcBef>
              <a:spcAft>
                <a:spcPts val="0"/>
              </a:spcAft>
              <a:buClr>
                <a:srgbClr val="211F1F"/>
              </a:buClr>
              <a:buSzPts val="1400"/>
              <a:buFont typeface="Karla"/>
              <a:buChar char="○"/>
              <a:defRPr/>
            </a:lvl8pPr>
            <a:lvl9pPr indent="-317500" lvl="8" marL="4114800" rtl="0">
              <a:spcBef>
                <a:spcPts val="0"/>
              </a:spcBef>
              <a:spcAft>
                <a:spcPts val="0"/>
              </a:spcAft>
              <a:buClr>
                <a:srgbClr val="211F1F"/>
              </a:buClr>
              <a:buSzPts val="1400"/>
              <a:buFont typeface="Karla"/>
              <a:buChar char="■"/>
              <a:defRPr/>
            </a:lvl9pPr>
          </a:lstStyle>
          <a:p/>
        </p:txBody>
      </p:sp>
      <p:sp>
        <p:nvSpPr>
          <p:cNvPr id="663" name="Google Shape;663;p53"/>
          <p:cNvSpPr txBox="1"/>
          <p:nvPr>
            <p:ph type="title"/>
          </p:nvPr>
        </p:nvSpPr>
        <p:spPr>
          <a:xfrm>
            <a:off x="1894800" y="1087450"/>
            <a:ext cx="53544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4" name="Shape 664"/>
        <p:cNvGrpSpPr/>
        <p:nvPr/>
      </p:nvGrpSpPr>
      <p:grpSpPr>
        <a:xfrm>
          <a:off x="0" y="0"/>
          <a:ext cx="0" cy="0"/>
          <a:chOff x="0" y="0"/>
          <a:chExt cx="0" cy="0"/>
        </a:xfrm>
      </p:grpSpPr>
      <p:sp>
        <p:nvSpPr>
          <p:cNvPr id="665" name="Google Shape;665;p54"/>
          <p:cNvSpPr/>
          <p:nvPr/>
        </p:nvSpPr>
        <p:spPr>
          <a:xfrm rot="1183069">
            <a:off x="-125892" y="570955"/>
            <a:ext cx="9909784" cy="427643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54"/>
          <p:cNvSpPr txBox="1"/>
          <p:nvPr>
            <p:ph type="title"/>
          </p:nvPr>
        </p:nvSpPr>
        <p:spPr>
          <a:xfrm>
            <a:off x="713275" y="1833000"/>
            <a:ext cx="7717500" cy="147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6000"/>
              <a:buNone/>
              <a:defRPr sz="4000"/>
            </a:lvl1pPr>
            <a:lvl2pPr lvl="1" rtl="0" algn="ctr">
              <a:lnSpc>
                <a:spcPct val="100000"/>
              </a:lnSpc>
              <a:spcBef>
                <a:spcPts val="0"/>
              </a:spcBef>
              <a:spcAft>
                <a:spcPts val="0"/>
              </a:spcAft>
              <a:buSzPts val="6000"/>
              <a:buNone/>
              <a:defRPr sz="6000"/>
            </a:lvl2pPr>
            <a:lvl3pPr lvl="2" rtl="0" algn="ctr">
              <a:lnSpc>
                <a:spcPct val="100000"/>
              </a:lnSpc>
              <a:spcBef>
                <a:spcPts val="0"/>
              </a:spcBef>
              <a:spcAft>
                <a:spcPts val="0"/>
              </a:spcAft>
              <a:buSzPts val="6000"/>
              <a:buNone/>
              <a:defRPr sz="6000"/>
            </a:lvl3pPr>
            <a:lvl4pPr lvl="3" rtl="0" algn="ctr">
              <a:lnSpc>
                <a:spcPct val="100000"/>
              </a:lnSpc>
              <a:spcBef>
                <a:spcPts val="0"/>
              </a:spcBef>
              <a:spcAft>
                <a:spcPts val="0"/>
              </a:spcAft>
              <a:buSzPts val="6000"/>
              <a:buNone/>
              <a:defRPr sz="6000"/>
            </a:lvl4pPr>
            <a:lvl5pPr lvl="4" rtl="0" algn="ctr">
              <a:lnSpc>
                <a:spcPct val="100000"/>
              </a:lnSpc>
              <a:spcBef>
                <a:spcPts val="0"/>
              </a:spcBef>
              <a:spcAft>
                <a:spcPts val="0"/>
              </a:spcAft>
              <a:buSzPts val="6000"/>
              <a:buNone/>
              <a:defRPr sz="6000"/>
            </a:lvl5pPr>
            <a:lvl6pPr lvl="5" rtl="0" algn="ctr">
              <a:lnSpc>
                <a:spcPct val="100000"/>
              </a:lnSpc>
              <a:spcBef>
                <a:spcPts val="0"/>
              </a:spcBef>
              <a:spcAft>
                <a:spcPts val="0"/>
              </a:spcAft>
              <a:buSzPts val="6000"/>
              <a:buNone/>
              <a:defRPr sz="6000"/>
            </a:lvl6pPr>
            <a:lvl7pPr lvl="6" rtl="0" algn="ctr">
              <a:lnSpc>
                <a:spcPct val="100000"/>
              </a:lnSpc>
              <a:spcBef>
                <a:spcPts val="0"/>
              </a:spcBef>
              <a:spcAft>
                <a:spcPts val="0"/>
              </a:spcAft>
              <a:buSzPts val="6000"/>
              <a:buNone/>
              <a:defRPr sz="6000"/>
            </a:lvl7pPr>
            <a:lvl8pPr lvl="7" rtl="0" algn="ctr">
              <a:lnSpc>
                <a:spcPct val="100000"/>
              </a:lnSpc>
              <a:spcBef>
                <a:spcPts val="0"/>
              </a:spcBef>
              <a:spcAft>
                <a:spcPts val="0"/>
              </a:spcAft>
              <a:buSzPts val="6000"/>
              <a:buNone/>
              <a:defRPr sz="6000"/>
            </a:lvl8pPr>
            <a:lvl9pPr lvl="8" rtl="0" algn="ctr">
              <a:lnSpc>
                <a:spcPct val="100000"/>
              </a:lnSpc>
              <a:spcBef>
                <a:spcPts val="0"/>
              </a:spcBef>
              <a:spcAft>
                <a:spcPts val="0"/>
              </a:spcAft>
              <a:buSzPts val="6000"/>
              <a:buNone/>
              <a:defRPr sz="6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67" name="Shape 667"/>
        <p:cNvGrpSpPr/>
        <p:nvPr/>
      </p:nvGrpSpPr>
      <p:grpSpPr>
        <a:xfrm>
          <a:off x="0" y="0"/>
          <a:ext cx="0" cy="0"/>
          <a:chOff x="0" y="0"/>
          <a:chExt cx="0" cy="0"/>
        </a:xfrm>
      </p:grpSpPr>
      <p:sp>
        <p:nvSpPr>
          <p:cNvPr id="668" name="Google Shape;668;p55"/>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55"/>
          <p:cNvSpPr txBox="1"/>
          <p:nvPr>
            <p:ph type="title"/>
          </p:nvPr>
        </p:nvSpPr>
        <p:spPr>
          <a:xfrm>
            <a:off x="2371700" y="1356525"/>
            <a:ext cx="44004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670" name="Google Shape;670;p55"/>
          <p:cNvSpPr txBox="1"/>
          <p:nvPr>
            <p:ph idx="1" type="subTitle"/>
          </p:nvPr>
        </p:nvSpPr>
        <p:spPr>
          <a:xfrm>
            <a:off x="2372317" y="2217075"/>
            <a:ext cx="4400100" cy="156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grpSp>
        <p:nvGrpSpPr>
          <p:cNvPr id="671" name="Google Shape;671;p55"/>
          <p:cNvGrpSpPr/>
          <p:nvPr/>
        </p:nvGrpSpPr>
        <p:grpSpPr>
          <a:xfrm rot="544898">
            <a:off x="7445424" y="2480334"/>
            <a:ext cx="1480057" cy="2886420"/>
            <a:chOff x="6945350" y="145425"/>
            <a:chExt cx="317325" cy="618850"/>
          </a:xfrm>
        </p:grpSpPr>
        <p:sp>
          <p:nvSpPr>
            <p:cNvPr id="672" name="Google Shape;672;p55"/>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5"/>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5"/>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5"/>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55"/>
          <p:cNvGrpSpPr/>
          <p:nvPr/>
        </p:nvGrpSpPr>
        <p:grpSpPr>
          <a:xfrm rot="-2019428">
            <a:off x="173931" y="276323"/>
            <a:ext cx="1078938" cy="1614954"/>
            <a:chOff x="7166500" y="-57275"/>
            <a:chExt cx="414050" cy="619750"/>
          </a:xfrm>
        </p:grpSpPr>
        <p:sp>
          <p:nvSpPr>
            <p:cNvPr id="677" name="Google Shape;677;p55"/>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5"/>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5"/>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5"/>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1" name="Google Shape;681;p55"/>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2" name="Google Shape;682;p55"/>
          <p:cNvGrpSpPr/>
          <p:nvPr/>
        </p:nvGrpSpPr>
        <p:grpSpPr>
          <a:xfrm>
            <a:off x="6882210" y="4033046"/>
            <a:ext cx="609207" cy="609207"/>
            <a:chOff x="3796125" y="-35750"/>
            <a:chExt cx="773400" cy="773400"/>
          </a:xfrm>
        </p:grpSpPr>
        <p:sp>
          <p:nvSpPr>
            <p:cNvPr id="683" name="Google Shape;683;p55"/>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5"/>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5" name="Google Shape;685;p55"/>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86" name="Shape 686"/>
        <p:cNvGrpSpPr/>
        <p:nvPr/>
      </p:nvGrpSpPr>
      <p:grpSpPr>
        <a:xfrm>
          <a:off x="0" y="0"/>
          <a:ext cx="0" cy="0"/>
          <a:chOff x="0" y="0"/>
          <a:chExt cx="0" cy="0"/>
        </a:xfrm>
      </p:grpSpPr>
      <p:sp>
        <p:nvSpPr>
          <p:cNvPr id="687" name="Google Shape;687;p56"/>
          <p:cNvSpPr txBox="1"/>
          <p:nvPr>
            <p:ph type="title"/>
          </p:nvPr>
        </p:nvSpPr>
        <p:spPr>
          <a:xfrm>
            <a:off x="713400" y="426536"/>
            <a:ext cx="2496600" cy="2031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sz="3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8" name="Shape 688"/>
        <p:cNvGrpSpPr/>
        <p:nvPr/>
      </p:nvGrpSpPr>
      <p:grpSpPr>
        <a:xfrm>
          <a:off x="0" y="0"/>
          <a:ext cx="0" cy="0"/>
          <a:chOff x="0" y="0"/>
          <a:chExt cx="0" cy="0"/>
        </a:xfrm>
      </p:grpSpPr>
      <p:sp>
        <p:nvSpPr>
          <p:cNvPr id="689" name="Google Shape;689;p57"/>
          <p:cNvSpPr txBox="1"/>
          <p:nvPr>
            <p:ph hasCustomPrompt="1" type="title"/>
          </p:nvPr>
        </p:nvSpPr>
        <p:spPr>
          <a:xfrm>
            <a:off x="2493475" y="1733875"/>
            <a:ext cx="4157100" cy="113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200"/>
              <a:buNone/>
              <a:defRPr sz="7200"/>
            </a:lvl1pPr>
            <a:lvl2pPr lvl="1" rtl="0" algn="ctr">
              <a:spcBef>
                <a:spcPts val="0"/>
              </a:spcBef>
              <a:spcAft>
                <a:spcPts val="0"/>
              </a:spcAft>
              <a:buSzPts val="8200"/>
              <a:buNone/>
              <a:defRPr sz="8200"/>
            </a:lvl2pPr>
            <a:lvl3pPr lvl="2" rtl="0" algn="ctr">
              <a:spcBef>
                <a:spcPts val="0"/>
              </a:spcBef>
              <a:spcAft>
                <a:spcPts val="0"/>
              </a:spcAft>
              <a:buSzPts val="8200"/>
              <a:buNone/>
              <a:defRPr sz="8200"/>
            </a:lvl3pPr>
            <a:lvl4pPr lvl="3" rtl="0" algn="ctr">
              <a:spcBef>
                <a:spcPts val="0"/>
              </a:spcBef>
              <a:spcAft>
                <a:spcPts val="0"/>
              </a:spcAft>
              <a:buSzPts val="8200"/>
              <a:buNone/>
              <a:defRPr sz="8200"/>
            </a:lvl4pPr>
            <a:lvl5pPr lvl="4" rtl="0" algn="ctr">
              <a:spcBef>
                <a:spcPts val="0"/>
              </a:spcBef>
              <a:spcAft>
                <a:spcPts val="0"/>
              </a:spcAft>
              <a:buSzPts val="8200"/>
              <a:buNone/>
              <a:defRPr sz="8200"/>
            </a:lvl5pPr>
            <a:lvl6pPr lvl="5" rtl="0" algn="ctr">
              <a:spcBef>
                <a:spcPts val="0"/>
              </a:spcBef>
              <a:spcAft>
                <a:spcPts val="0"/>
              </a:spcAft>
              <a:buSzPts val="8200"/>
              <a:buNone/>
              <a:defRPr sz="8200"/>
            </a:lvl6pPr>
            <a:lvl7pPr lvl="6" rtl="0" algn="ctr">
              <a:spcBef>
                <a:spcPts val="0"/>
              </a:spcBef>
              <a:spcAft>
                <a:spcPts val="0"/>
              </a:spcAft>
              <a:buSzPts val="8200"/>
              <a:buNone/>
              <a:defRPr sz="8200"/>
            </a:lvl7pPr>
            <a:lvl8pPr lvl="7" rtl="0" algn="ctr">
              <a:spcBef>
                <a:spcPts val="0"/>
              </a:spcBef>
              <a:spcAft>
                <a:spcPts val="0"/>
              </a:spcAft>
              <a:buSzPts val="8200"/>
              <a:buNone/>
              <a:defRPr sz="8200"/>
            </a:lvl8pPr>
            <a:lvl9pPr lvl="8" rtl="0" algn="ctr">
              <a:spcBef>
                <a:spcPts val="0"/>
              </a:spcBef>
              <a:spcAft>
                <a:spcPts val="0"/>
              </a:spcAft>
              <a:buSzPts val="8200"/>
              <a:buNone/>
              <a:defRPr sz="8200"/>
            </a:lvl9pPr>
          </a:lstStyle>
          <a:p>
            <a:r>
              <a:t>xx%</a:t>
            </a:r>
          </a:p>
        </p:txBody>
      </p:sp>
      <p:sp>
        <p:nvSpPr>
          <p:cNvPr id="690" name="Google Shape;690;p57"/>
          <p:cNvSpPr txBox="1"/>
          <p:nvPr>
            <p:ph idx="1" type="subTitle"/>
          </p:nvPr>
        </p:nvSpPr>
        <p:spPr>
          <a:xfrm>
            <a:off x="2846875" y="2794050"/>
            <a:ext cx="3450000" cy="7389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b="1" sz="1800"/>
            </a:lvl2pPr>
            <a:lvl3pPr lvl="2" rtl="0" algn="ctr">
              <a:spcBef>
                <a:spcPts val="0"/>
              </a:spcBef>
              <a:spcAft>
                <a:spcPts val="0"/>
              </a:spcAft>
              <a:buNone/>
              <a:defRPr b="1" sz="1800"/>
            </a:lvl3pPr>
            <a:lvl4pPr lvl="3" rtl="0" algn="ctr">
              <a:spcBef>
                <a:spcPts val="0"/>
              </a:spcBef>
              <a:spcAft>
                <a:spcPts val="0"/>
              </a:spcAft>
              <a:buNone/>
              <a:defRPr b="1" sz="1800"/>
            </a:lvl4pPr>
            <a:lvl5pPr lvl="4" rtl="0" algn="ctr">
              <a:spcBef>
                <a:spcPts val="0"/>
              </a:spcBef>
              <a:spcAft>
                <a:spcPts val="0"/>
              </a:spcAft>
              <a:buNone/>
              <a:defRPr b="1" sz="1800"/>
            </a:lvl5pPr>
            <a:lvl6pPr lvl="5" rtl="0" algn="ctr">
              <a:spcBef>
                <a:spcPts val="0"/>
              </a:spcBef>
              <a:spcAft>
                <a:spcPts val="0"/>
              </a:spcAft>
              <a:buNone/>
              <a:defRPr b="1" sz="1800"/>
            </a:lvl6pPr>
            <a:lvl7pPr lvl="6" rtl="0" algn="ctr">
              <a:spcBef>
                <a:spcPts val="0"/>
              </a:spcBef>
              <a:spcAft>
                <a:spcPts val="0"/>
              </a:spcAft>
              <a:buNone/>
              <a:defRPr b="1" sz="1800"/>
            </a:lvl7pPr>
            <a:lvl8pPr lvl="7" rtl="0" algn="ctr">
              <a:spcBef>
                <a:spcPts val="0"/>
              </a:spcBef>
              <a:spcAft>
                <a:spcPts val="0"/>
              </a:spcAft>
              <a:buNone/>
              <a:defRPr b="1" sz="1800"/>
            </a:lvl8pPr>
            <a:lvl9pPr lvl="8" rtl="0" algn="ctr">
              <a:spcBef>
                <a:spcPts val="0"/>
              </a:spcBef>
              <a:spcAft>
                <a:spcPts val="0"/>
              </a:spcAft>
              <a:buNone/>
              <a:defRPr b="1" sz="1800"/>
            </a:lvl9pPr>
          </a:lstStyle>
          <a:p/>
        </p:txBody>
      </p:sp>
      <p:sp>
        <p:nvSpPr>
          <p:cNvPr id="691" name="Google Shape;691;p57"/>
          <p:cNvSpPr/>
          <p:nvPr/>
        </p:nvSpPr>
        <p:spPr>
          <a:xfrm>
            <a:off x="135078" y="1158431"/>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7"/>
          <p:cNvSpPr/>
          <p:nvPr/>
        </p:nvSpPr>
        <p:spPr>
          <a:xfrm flipH="1">
            <a:off x="7183578" y="3848356"/>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7"/>
          <p:cNvSpPr/>
          <p:nvPr/>
        </p:nvSpPr>
        <p:spPr>
          <a:xfrm>
            <a:off x="-841766" y="-142767"/>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57"/>
          <p:cNvSpPr/>
          <p:nvPr/>
        </p:nvSpPr>
        <p:spPr>
          <a:xfrm>
            <a:off x="7956534" y="3982408"/>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5" name="Google Shape;695;p57"/>
          <p:cNvGrpSpPr/>
          <p:nvPr/>
        </p:nvGrpSpPr>
        <p:grpSpPr>
          <a:xfrm>
            <a:off x="-702494" y="2003298"/>
            <a:ext cx="3425319" cy="3934103"/>
            <a:chOff x="-702494" y="2003298"/>
            <a:chExt cx="3425319" cy="3934103"/>
          </a:xfrm>
        </p:grpSpPr>
        <p:grpSp>
          <p:nvGrpSpPr>
            <p:cNvPr id="696" name="Google Shape;696;p57"/>
            <p:cNvGrpSpPr/>
            <p:nvPr/>
          </p:nvGrpSpPr>
          <p:grpSpPr>
            <a:xfrm rot="1756180">
              <a:off x="-9676" y="2287004"/>
              <a:ext cx="2039685" cy="3366690"/>
              <a:chOff x="839075" y="2285650"/>
              <a:chExt cx="692675" cy="1143325"/>
            </a:xfrm>
          </p:grpSpPr>
          <p:sp>
            <p:nvSpPr>
              <p:cNvPr id="697" name="Google Shape;697;p57"/>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57"/>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7"/>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7"/>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57"/>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57"/>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7"/>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57"/>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57"/>
            <p:cNvSpPr/>
            <p:nvPr/>
          </p:nvSpPr>
          <p:spPr>
            <a:xfrm rot="301042">
              <a:off x="814248" y="32897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57"/>
            <p:cNvSpPr/>
            <p:nvPr/>
          </p:nvSpPr>
          <p:spPr>
            <a:xfrm rot="301042">
              <a:off x="4748" y="427047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7"/>
            <p:cNvSpPr/>
            <p:nvPr/>
          </p:nvSpPr>
          <p:spPr>
            <a:xfrm rot="301042">
              <a:off x="1916798" y="37201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7"/>
            <p:cNvSpPr/>
            <p:nvPr/>
          </p:nvSpPr>
          <p:spPr>
            <a:xfrm rot="301042">
              <a:off x="647473" y="529352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 name="Google Shape;709;p57"/>
          <p:cNvGrpSpPr/>
          <p:nvPr/>
        </p:nvGrpSpPr>
        <p:grpSpPr>
          <a:xfrm>
            <a:off x="6478194" y="-430877"/>
            <a:ext cx="3425319" cy="3934103"/>
            <a:chOff x="6478194" y="-430877"/>
            <a:chExt cx="3425319" cy="3934103"/>
          </a:xfrm>
        </p:grpSpPr>
        <p:grpSp>
          <p:nvGrpSpPr>
            <p:cNvPr id="710" name="Google Shape;710;p57"/>
            <p:cNvGrpSpPr/>
            <p:nvPr/>
          </p:nvGrpSpPr>
          <p:grpSpPr>
            <a:xfrm flipH="1" rot="9043820">
              <a:off x="7171011" y="-147171"/>
              <a:ext cx="2039685" cy="3366690"/>
              <a:chOff x="839075" y="2285650"/>
              <a:chExt cx="692675" cy="1143325"/>
            </a:xfrm>
          </p:grpSpPr>
          <p:sp>
            <p:nvSpPr>
              <p:cNvPr id="711" name="Google Shape;711;p57"/>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7"/>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57"/>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57"/>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57"/>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57"/>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57"/>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57"/>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9" name="Google Shape;719;p57"/>
            <p:cNvSpPr/>
            <p:nvPr/>
          </p:nvSpPr>
          <p:spPr>
            <a:xfrm rot="301094">
              <a:off x="7804366" y="-97593"/>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57"/>
            <p:cNvSpPr/>
            <p:nvPr/>
          </p:nvSpPr>
          <p:spPr>
            <a:xfrm rot="301094">
              <a:off x="7162316" y="96780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7"/>
            <p:cNvSpPr/>
            <p:nvPr/>
          </p:nvSpPr>
          <p:spPr>
            <a:xfrm rot="301094">
              <a:off x="9102616" y="154635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22" name="Shape 722"/>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
    <p:spTree>
      <p:nvGrpSpPr>
        <p:cNvPr id="723" name="Shape 723"/>
        <p:cNvGrpSpPr/>
        <p:nvPr/>
      </p:nvGrpSpPr>
      <p:grpSpPr>
        <a:xfrm>
          <a:off x="0" y="0"/>
          <a:ext cx="0" cy="0"/>
          <a:chOff x="0" y="0"/>
          <a:chExt cx="0" cy="0"/>
        </a:xfrm>
      </p:grpSpPr>
      <p:sp>
        <p:nvSpPr>
          <p:cNvPr id="724" name="Google Shape;724;p59"/>
          <p:cNvSpPr/>
          <p:nvPr/>
        </p:nvSpPr>
        <p:spPr>
          <a:xfrm flipH="1">
            <a:off x="6421171" y="-339547"/>
            <a:ext cx="2322776" cy="106681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5" name="Google Shape;725;p59"/>
          <p:cNvGrpSpPr/>
          <p:nvPr/>
        </p:nvGrpSpPr>
        <p:grpSpPr>
          <a:xfrm>
            <a:off x="5997322" y="-282391"/>
            <a:ext cx="1424653" cy="1474656"/>
            <a:chOff x="5556925" y="2802275"/>
            <a:chExt cx="757875" cy="784475"/>
          </a:xfrm>
        </p:grpSpPr>
        <p:sp>
          <p:nvSpPr>
            <p:cNvPr id="726" name="Google Shape;726;p59"/>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59"/>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9"/>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9"/>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9"/>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9"/>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9"/>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9"/>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9"/>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9"/>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9"/>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59"/>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9"/>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59"/>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59"/>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59"/>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59"/>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59"/>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59"/>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9"/>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7" name="Google Shape;747;p59"/>
          <p:cNvSpPr txBox="1"/>
          <p:nvPr>
            <p:ph idx="1" type="subTitle"/>
          </p:nvPr>
        </p:nvSpPr>
        <p:spPr>
          <a:xfrm>
            <a:off x="1769358" y="2146325"/>
            <a:ext cx="26709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748" name="Google Shape;748;p59"/>
          <p:cNvSpPr txBox="1"/>
          <p:nvPr>
            <p:ph idx="2" type="subTitle"/>
          </p:nvPr>
        </p:nvSpPr>
        <p:spPr>
          <a:xfrm>
            <a:off x="5761834" y="21463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749" name="Google Shape;749;p59"/>
          <p:cNvSpPr txBox="1"/>
          <p:nvPr>
            <p:ph idx="3" type="subTitle"/>
          </p:nvPr>
        </p:nvSpPr>
        <p:spPr>
          <a:xfrm>
            <a:off x="1771412" y="3816325"/>
            <a:ext cx="26718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750" name="Google Shape;750;p59"/>
          <p:cNvSpPr txBox="1"/>
          <p:nvPr>
            <p:ph idx="4" type="subTitle"/>
          </p:nvPr>
        </p:nvSpPr>
        <p:spPr>
          <a:xfrm>
            <a:off x="5761750" y="38369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751" name="Google Shape;751;p59"/>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752" name="Google Shape;752;p59"/>
          <p:cNvSpPr txBox="1"/>
          <p:nvPr>
            <p:ph idx="5" type="title"/>
          </p:nvPr>
        </p:nvSpPr>
        <p:spPr>
          <a:xfrm>
            <a:off x="1768063" y="1448125"/>
            <a:ext cx="26694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53" name="Google Shape;753;p59"/>
          <p:cNvSpPr txBox="1"/>
          <p:nvPr>
            <p:ph idx="6" type="title"/>
          </p:nvPr>
        </p:nvSpPr>
        <p:spPr>
          <a:xfrm>
            <a:off x="5760537" y="14481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54" name="Google Shape;754;p59"/>
          <p:cNvSpPr txBox="1"/>
          <p:nvPr>
            <p:ph idx="7" type="title"/>
          </p:nvPr>
        </p:nvSpPr>
        <p:spPr>
          <a:xfrm>
            <a:off x="1771649" y="3116125"/>
            <a:ext cx="26709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55" name="Google Shape;755;p59"/>
          <p:cNvSpPr txBox="1"/>
          <p:nvPr>
            <p:ph idx="8" type="title"/>
          </p:nvPr>
        </p:nvSpPr>
        <p:spPr>
          <a:xfrm>
            <a:off x="5761973" y="31367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56" name="Google Shape;756;p59"/>
          <p:cNvSpPr txBox="1"/>
          <p:nvPr>
            <p:ph hasCustomPrompt="1" idx="9" type="title"/>
          </p:nvPr>
        </p:nvSpPr>
        <p:spPr>
          <a:xfrm>
            <a:off x="864512"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757" name="Google Shape;757;p59"/>
          <p:cNvSpPr txBox="1"/>
          <p:nvPr>
            <p:ph hasCustomPrompt="1" idx="13" type="title"/>
          </p:nvPr>
        </p:nvSpPr>
        <p:spPr>
          <a:xfrm>
            <a:off x="4856987"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758" name="Google Shape;758;p59"/>
          <p:cNvSpPr txBox="1"/>
          <p:nvPr>
            <p:ph hasCustomPrompt="1" idx="14" type="title"/>
          </p:nvPr>
        </p:nvSpPr>
        <p:spPr>
          <a:xfrm>
            <a:off x="864512"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759" name="Google Shape;759;p59"/>
          <p:cNvSpPr txBox="1"/>
          <p:nvPr>
            <p:ph hasCustomPrompt="1" idx="15" type="title"/>
          </p:nvPr>
        </p:nvSpPr>
        <p:spPr>
          <a:xfrm>
            <a:off x="4856987"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cxnSp>
        <p:nvCxnSpPr>
          <p:cNvPr id="760" name="Google Shape;760;p59"/>
          <p:cNvCxnSpPr/>
          <p:nvPr/>
        </p:nvCxnSpPr>
        <p:spPr>
          <a:xfrm flipH="1" rot="10800000">
            <a:off x="-133350" y="1514625"/>
            <a:ext cx="495300" cy="361800"/>
          </a:xfrm>
          <a:prstGeom prst="straightConnector1">
            <a:avLst/>
          </a:prstGeom>
          <a:noFill/>
          <a:ln cap="rnd" cmpd="sng" w="38100">
            <a:solidFill>
              <a:schemeClr val="accent3"/>
            </a:solidFill>
            <a:prstDash val="solid"/>
            <a:round/>
            <a:headEnd len="med" w="med" type="none"/>
            <a:tailEnd len="med" w="med" type="none"/>
          </a:ln>
        </p:spPr>
      </p:cxnSp>
      <p:sp>
        <p:nvSpPr>
          <p:cNvPr id="761" name="Google Shape;761;p59"/>
          <p:cNvSpPr/>
          <p:nvPr/>
        </p:nvSpPr>
        <p:spPr>
          <a:xfrm>
            <a:off x="176517" y="134486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9"/>
          <p:cNvSpPr/>
          <p:nvPr/>
        </p:nvSpPr>
        <p:spPr>
          <a:xfrm>
            <a:off x="7929192" y="6819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9"/>
          <p:cNvSpPr/>
          <p:nvPr/>
        </p:nvSpPr>
        <p:spPr>
          <a:xfrm>
            <a:off x="8568042" y="44373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4" name="Google Shape;764;p59"/>
          <p:cNvCxnSpPr/>
          <p:nvPr/>
        </p:nvCxnSpPr>
        <p:spPr>
          <a:xfrm>
            <a:off x="8743950" y="4667250"/>
            <a:ext cx="114300" cy="552600"/>
          </a:xfrm>
          <a:prstGeom prst="straightConnector1">
            <a:avLst/>
          </a:prstGeom>
          <a:noFill/>
          <a:ln cap="rnd" cmpd="sng" w="38100">
            <a:solidFill>
              <a:schemeClr val="accent3"/>
            </a:solidFill>
            <a:prstDash val="solid"/>
            <a:round/>
            <a:headEnd len="med" w="med" type="none"/>
            <a:tailEnd len="med" w="med" type="none"/>
          </a:ln>
        </p:spPr>
      </p:cxnSp>
      <p:sp>
        <p:nvSpPr>
          <p:cNvPr id="765" name="Google Shape;765;p59"/>
          <p:cNvSpPr/>
          <p:nvPr/>
        </p:nvSpPr>
        <p:spPr>
          <a:xfrm>
            <a:off x="3732025" y="4434922"/>
            <a:ext cx="1679940" cy="77157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59"/>
          <p:cNvSpPr/>
          <p:nvPr/>
        </p:nvSpPr>
        <p:spPr>
          <a:xfrm>
            <a:off x="-338654" y="4070374"/>
            <a:ext cx="1203166" cy="55259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 name="Google Shape;767;p59"/>
          <p:cNvGrpSpPr/>
          <p:nvPr/>
        </p:nvGrpSpPr>
        <p:grpSpPr>
          <a:xfrm flipH="1">
            <a:off x="-457210" y="4457782"/>
            <a:ext cx="1732881" cy="1793702"/>
            <a:chOff x="5556925" y="2802275"/>
            <a:chExt cx="757875" cy="784475"/>
          </a:xfrm>
        </p:grpSpPr>
        <p:sp>
          <p:nvSpPr>
            <p:cNvPr id="768" name="Google Shape;768;p59"/>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9"/>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59"/>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9"/>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59"/>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59"/>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59"/>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59"/>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9"/>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9"/>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59"/>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59"/>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59"/>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9"/>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59"/>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9"/>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9"/>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9"/>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9"/>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9"/>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9"/>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89" name="Google Shape;789;p59"/>
          <p:cNvCxnSpPr/>
          <p:nvPr/>
        </p:nvCxnSpPr>
        <p:spPr>
          <a:xfrm>
            <a:off x="8115300" y="866725"/>
            <a:ext cx="1124100" cy="904800"/>
          </a:xfrm>
          <a:prstGeom prst="straightConnector1">
            <a:avLst/>
          </a:prstGeom>
          <a:noFill/>
          <a:ln cap="rnd" cmpd="sng" w="38100">
            <a:solidFill>
              <a:schemeClr val="accent3"/>
            </a:solidFill>
            <a:prstDash val="solid"/>
            <a:round/>
            <a:headEnd len="med" w="med" type="none"/>
            <a:tailEnd len="med" w="med"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_1">
    <p:spTree>
      <p:nvGrpSpPr>
        <p:cNvPr id="790" name="Shape 790"/>
        <p:cNvGrpSpPr/>
        <p:nvPr/>
      </p:nvGrpSpPr>
      <p:grpSpPr>
        <a:xfrm>
          <a:off x="0" y="0"/>
          <a:ext cx="0" cy="0"/>
          <a:chOff x="0" y="0"/>
          <a:chExt cx="0" cy="0"/>
        </a:xfrm>
      </p:grpSpPr>
      <p:sp>
        <p:nvSpPr>
          <p:cNvPr id="791" name="Google Shape;791;p60"/>
          <p:cNvSpPr/>
          <p:nvPr/>
        </p:nvSpPr>
        <p:spPr>
          <a:xfrm flipH="1">
            <a:off x="5305400" y="2877625"/>
            <a:ext cx="4705375" cy="226597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2" name="Google Shape;792;p60"/>
          <p:cNvGrpSpPr/>
          <p:nvPr/>
        </p:nvGrpSpPr>
        <p:grpSpPr>
          <a:xfrm>
            <a:off x="6202042" y="3609324"/>
            <a:ext cx="547954" cy="547954"/>
            <a:chOff x="3796125" y="-35750"/>
            <a:chExt cx="773400" cy="773400"/>
          </a:xfrm>
        </p:grpSpPr>
        <p:sp>
          <p:nvSpPr>
            <p:cNvPr id="793" name="Google Shape;793;p6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6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5" name="Google Shape;795;p60"/>
          <p:cNvSpPr txBox="1"/>
          <p:nvPr>
            <p:ph type="title"/>
          </p:nvPr>
        </p:nvSpPr>
        <p:spPr>
          <a:xfrm>
            <a:off x="1732575" y="3520200"/>
            <a:ext cx="5306400" cy="5541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2400"/>
            </a:lvl1pPr>
            <a:lvl2pPr lvl="1" rtl="0">
              <a:spcBef>
                <a:spcPts val="0"/>
              </a:spcBef>
              <a:spcAft>
                <a:spcPts val="0"/>
              </a:spcAft>
              <a:buNone/>
              <a:defRPr b="1" sz="2400"/>
            </a:lvl2pPr>
            <a:lvl3pPr lvl="2" rtl="0">
              <a:spcBef>
                <a:spcPts val="0"/>
              </a:spcBef>
              <a:spcAft>
                <a:spcPts val="0"/>
              </a:spcAft>
              <a:buNone/>
              <a:defRPr b="1" sz="2400"/>
            </a:lvl3pPr>
            <a:lvl4pPr lvl="3" rtl="0">
              <a:spcBef>
                <a:spcPts val="0"/>
              </a:spcBef>
              <a:spcAft>
                <a:spcPts val="0"/>
              </a:spcAft>
              <a:buNone/>
              <a:defRPr b="1" sz="2400"/>
            </a:lvl4pPr>
            <a:lvl5pPr lvl="4" rtl="0">
              <a:spcBef>
                <a:spcPts val="0"/>
              </a:spcBef>
              <a:spcAft>
                <a:spcPts val="0"/>
              </a:spcAft>
              <a:buNone/>
              <a:defRPr b="1" sz="2400"/>
            </a:lvl5pPr>
            <a:lvl6pPr lvl="5" rtl="0">
              <a:spcBef>
                <a:spcPts val="0"/>
              </a:spcBef>
              <a:spcAft>
                <a:spcPts val="0"/>
              </a:spcAft>
              <a:buNone/>
              <a:defRPr b="1" sz="2400"/>
            </a:lvl6pPr>
            <a:lvl7pPr lvl="6" rtl="0">
              <a:spcBef>
                <a:spcPts val="0"/>
              </a:spcBef>
              <a:spcAft>
                <a:spcPts val="0"/>
              </a:spcAft>
              <a:buNone/>
              <a:defRPr b="1" sz="2400"/>
            </a:lvl7pPr>
            <a:lvl8pPr lvl="7" rtl="0">
              <a:spcBef>
                <a:spcPts val="0"/>
              </a:spcBef>
              <a:spcAft>
                <a:spcPts val="0"/>
              </a:spcAft>
              <a:buNone/>
              <a:defRPr b="1" sz="2400"/>
            </a:lvl8pPr>
            <a:lvl9pPr lvl="8" rtl="0">
              <a:spcBef>
                <a:spcPts val="0"/>
              </a:spcBef>
              <a:spcAft>
                <a:spcPts val="0"/>
              </a:spcAft>
              <a:buNone/>
              <a:defRPr b="1" sz="2400"/>
            </a:lvl9pPr>
          </a:lstStyle>
          <a:p/>
        </p:txBody>
      </p:sp>
      <p:sp>
        <p:nvSpPr>
          <p:cNvPr id="796" name="Google Shape;796;p60"/>
          <p:cNvSpPr txBox="1"/>
          <p:nvPr>
            <p:ph idx="1" type="subTitle"/>
          </p:nvPr>
        </p:nvSpPr>
        <p:spPr>
          <a:xfrm>
            <a:off x="1732623" y="1488300"/>
            <a:ext cx="5306400" cy="2031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lvl1pPr>
            <a:lvl2pPr lvl="1" rtl="0">
              <a:spcBef>
                <a:spcPts val="0"/>
              </a:spcBef>
              <a:spcAft>
                <a:spcPts val="0"/>
              </a:spcAft>
              <a:buNone/>
              <a:defRPr b="1" sz="3000"/>
            </a:lvl2pPr>
            <a:lvl3pPr lvl="2" rtl="0">
              <a:spcBef>
                <a:spcPts val="0"/>
              </a:spcBef>
              <a:spcAft>
                <a:spcPts val="0"/>
              </a:spcAft>
              <a:buNone/>
              <a:defRPr b="1" sz="3000"/>
            </a:lvl3pPr>
            <a:lvl4pPr lvl="3" rtl="0">
              <a:spcBef>
                <a:spcPts val="0"/>
              </a:spcBef>
              <a:spcAft>
                <a:spcPts val="0"/>
              </a:spcAft>
              <a:buNone/>
              <a:defRPr b="1" sz="3000"/>
            </a:lvl4pPr>
            <a:lvl5pPr lvl="4" rtl="0">
              <a:spcBef>
                <a:spcPts val="0"/>
              </a:spcBef>
              <a:spcAft>
                <a:spcPts val="0"/>
              </a:spcAft>
              <a:buNone/>
              <a:defRPr b="1" sz="3000"/>
            </a:lvl5pPr>
            <a:lvl6pPr lvl="5" rtl="0">
              <a:spcBef>
                <a:spcPts val="0"/>
              </a:spcBef>
              <a:spcAft>
                <a:spcPts val="0"/>
              </a:spcAft>
              <a:buNone/>
              <a:defRPr b="1" sz="3000"/>
            </a:lvl6pPr>
            <a:lvl7pPr lvl="6" rtl="0">
              <a:spcBef>
                <a:spcPts val="0"/>
              </a:spcBef>
              <a:spcAft>
                <a:spcPts val="0"/>
              </a:spcAft>
              <a:buNone/>
              <a:defRPr b="1" sz="3000"/>
            </a:lvl7pPr>
            <a:lvl8pPr lvl="7" rtl="0">
              <a:spcBef>
                <a:spcPts val="0"/>
              </a:spcBef>
              <a:spcAft>
                <a:spcPts val="0"/>
              </a:spcAft>
              <a:buNone/>
              <a:defRPr b="1" sz="3000"/>
            </a:lvl8pPr>
            <a:lvl9pPr lvl="8" rtl="0">
              <a:spcBef>
                <a:spcPts val="0"/>
              </a:spcBef>
              <a:spcAft>
                <a:spcPts val="0"/>
              </a:spcAft>
              <a:buNone/>
              <a:defRPr b="1" sz="3000"/>
            </a:lvl9pPr>
          </a:lstStyle>
          <a:p/>
        </p:txBody>
      </p:sp>
      <p:sp>
        <p:nvSpPr>
          <p:cNvPr id="797" name="Google Shape;797;p60"/>
          <p:cNvSpPr/>
          <p:nvPr/>
        </p:nvSpPr>
        <p:spPr>
          <a:xfrm flipH="1" rot="10800000">
            <a:off x="-400075" y="-1"/>
            <a:ext cx="3114701" cy="149995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60"/>
          <p:cNvSpPr/>
          <p:nvPr/>
        </p:nvSpPr>
        <p:spPr>
          <a:xfrm flipH="1">
            <a:off x="3145812" y="-450874"/>
            <a:ext cx="3160647" cy="114656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799" name="Shape 799"/>
        <p:cNvGrpSpPr/>
        <p:nvPr/>
      </p:nvGrpSpPr>
      <p:grpSpPr>
        <a:xfrm>
          <a:off x="0" y="0"/>
          <a:ext cx="0" cy="0"/>
          <a:chOff x="0" y="0"/>
          <a:chExt cx="0" cy="0"/>
        </a:xfrm>
      </p:grpSpPr>
      <p:sp>
        <p:nvSpPr>
          <p:cNvPr id="800" name="Google Shape;800;p61"/>
          <p:cNvSpPr txBox="1"/>
          <p:nvPr>
            <p:ph hasCustomPrompt="1" type="title"/>
          </p:nvPr>
        </p:nvSpPr>
        <p:spPr>
          <a:xfrm>
            <a:off x="740272" y="159310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801" name="Google Shape;801;p61"/>
          <p:cNvSpPr txBox="1"/>
          <p:nvPr>
            <p:ph idx="1" type="subTitle"/>
          </p:nvPr>
        </p:nvSpPr>
        <p:spPr>
          <a:xfrm>
            <a:off x="1114225" y="3865188"/>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802" name="Google Shape;802;p61"/>
          <p:cNvSpPr txBox="1"/>
          <p:nvPr>
            <p:ph idx="2" type="title"/>
          </p:nvPr>
        </p:nvSpPr>
        <p:spPr>
          <a:xfrm>
            <a:off x="1114225" y="2572200"/>
            <a:ext cx="40422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803" name="Google Shape;803;p61"/>
          <p:cNvSpPr/>
          <p:nvPr/>
        </p:nvSpPr>
        <p:spPr>
          <a:xfrm rot="10800000">
            <a:off x="40196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61"/>
          <p:cNvSpPr/>
          <p:nvPr/>
        </p:nvSpPr>
        <p:spPr>
          <a:xfrm flipH="1" rot="-301044">
            <a:off x="2784275" y="232049"/>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61"/>
          <p:cNvSpPr/>
          <p:nvPr/>
        </p:nvSpPr>
        <p:spPr>
          <a:xfrm>
            <a:off x="-281733" y="452082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806" name="Shape 806"/>
        <p:cNvGrpSpPr/>
        <p:nvPr/>
      </p:nvGrpSpPr>
      <p:grpSpPr>
        <a:xfrm>
          <a:off x="0" y="0"/>
          <a:ext cx="0" cy="0"/>
          <a:chOff x="0" y="0"/>
          <a:chExt cx="0" cy="0"/>
        </a:xfrm>
      </p:grpSpPr>
      <p:sp>
        <p:nvSpPr>
          <p:cNvPr id="807" name="Google Shape;807;p62"/>
          <p:cNvSpPr txBox="1"/>
          <p:nvPr>
            <p:ph idx="1" type="subTitle"/>
          </p:nvPr>
        </p:nvSpPr>
        <p:spPr>
          <a:xfrm>
            <a:off x="3910213" y="927630"/>
            <a:ext cx="36129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08" name="Google Shape;808;p62"/>
          <p:cNvSpPr txBox="1"/>
          <p:nvPr>
            <p:ph idx="2" type="subTitle"/>
          </p:nvPr>
        </p:nvSpPr>
        <p:spPr>
          <a:xfrm>
            <a:off x="3911113" y="2314801"/>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09" name="Google Shape;809;p62"/>
          <p:cNvSpPr txBox="1"/>
          <p:nvPr>
            <p:ph hasCustomPrompt="1" type="title"/>
          </p:nvPr>
        </p:nvSpPr>
        <p:spPr>
          <a:xfrm>
            <a:off x="2094613" y="854304"/>
            <a:ext cx="13971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810" name="Google Shape;810;p62"/>
          <p:cNvSpPr txBox="1"/>
          <p:nvPr>
            <p:ph hasCustomPrompt="1" idx="3" type="title"/>
          </p:nvPr>
        </p:nvSpPr>
        <p:spPr>
          <a:xfrm>
            <a:off x="2095098" y="2241475"/>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811" name="Google Shape;811;p62"/>
          <p:cNvSpPr txBox="1"/>
          <p:nvPr>
            <p:ph idx="4" type="title"/>
          </p:nvPr>
        </p:nvSpPr>
        <p:spPr>
          <a:xfrm>
            <a:off x="3910213" y="481529"/>
            <a:ext cx="36093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12" name="Google Shape;812;p62"/>
          <p:cNvSpPr txBox="1"/>
          <p:nvPr>
            <p:ph idx="5" type="title"/>
          </p:nvPr>
        </p:nvSpPr>
        <p:spPr>
          <a:xfrm>
            <a:off x="3911113" y="1868700"/>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13" name="Google Shape;813;p62"/>
          <p:cNvSpPr txBox="1"/>
          <p:nvPr>
            <p:ph idx="6" type="subTitle"/>
          </p:nvPr>
        </p:nvSpPr>
        <p:spPr>
          <a:xfrm>
            <a:off x="3911113" y="3700363"/>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14" name="Google Shape;814;p62"/>
          <p:cNvSpPr txBox="1"/>
          <p:nvPr>
            <p:ph hasCustomPrompt="1" idx="7" type="title"/>
          </p:nvPr>
        </p:nvSpPr>
        <p:spPr>
          <a:xfrm>
            <a:off x="2095098" y="3627038"/>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815" name="Google Shape;815;p62"/>
          <p:cNvSpPr txBox="1"/>
          <p:nvPr>
            <p:ph idx="8" type="title"/>
          </p:nvPr>
        </p:nvSpPr>
        <p:spPr>
          <a:xfrm>
            <a:off x="3911113" y="3254263"/>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16" name="Google Shape;816;p62"/>
          <p:cNvSpPr/>
          <p:nvPr/>
        </p:nvSpPr>
        <p:spPr>
          <a:xfrm rot="-5400000">
            <a:off x="7188506" y="3485240"/>
            <a:ext cx="2639881" cy="127129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2"/>
          <p:cNvSpPr/>
          <p:nvPr/>
        </p:nvSpPr>
        <p:spPr>
          <a:xfrm rot="5400000">
            <a:off x="-734405" y="459087"/>
            <a:ext cx="2833128" cy="13643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2"/>
          <p:cNvSpPr/>
          <p:nvPr/>
        </p:nvSpPr>
        <p:spPr>
          <a:xfrm rot="301049">
            <a:off x="-337103" y="2749362"/>
            <a:ext cx="836305" cy="72540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2"/>
          <p:cNvSpPr/>
          <p:nvPr/>
        </p:nvSpPr>
        <p:spPr>
          <a:xfrm rot="301037">
            <a:off x="8302992" y="2285495"/>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62"/>
          <p:cNvSpPr/>
          <p:nvPr/>
        </p:nvSpPr>
        <p:spPr>
          <a:xfrm>
            <a:off x="8024077" y="-537400"/>
            <a:ext cx="1770000" cy="1770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1" name="Google Shape;821;p62"/>
          <p:cNvGrpSpPr/>
          <p:nvPr/>
        </p:nvGrpSpPr>
        <p:grpSpPr>
          <a:xfrm>
            <a:off x="7816114" y="269722"/>
            <a:ext cx="539292" cy="539292"/>
            <a:chOff x="3796125" y="-35750"/>
            <a:chExt cx="773400" cy="773400"/>
          </a:xfrm>
        </p:grpSpPr>
        <p:sp>
          <p:nvSpPr>
            <p:cNvPr id="822" name="Google Shape;822;p6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 name="Google Shape;824;p62"/>
          <p:cNvGrpSpPr/>
          <p:nvPr/>
        </p:nvGrpSpPr>
        <p:grpSpPr>
          <a:xfrm>
            <a:off x="529314" y="4256097"/>
            <a:ext cx="539292" cy="539292"/>
            <a:chOff x="3796125" y="-35750"/>
            <a:chExt cx="773400" cy="773400"/>
          </a:xfrm>
        </p:grpSpPr>
        <p:sp>
          <p:nvSpPr>
            <p:cNvPr id="825" name="Google Shape;825;p6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_1">
    <p:spTree>
      <p:nvGrpSpPr>
        <p:cNvPr id="827" name="Shape 827"/>
        <p:cNvGrpSpPr/>
        <p:nvPr/>
      </p:nvGrpSpPr>
      <p:grpSpPr>
        <a:xfrm>
          <a:off x="0" y="0"/>
          <a:ext cx="0" cy="0"/>
          <a:chOff x="0" y="0"/>
          <a:chExt cx="0" cy="0"/>
        </a:xfrm>
      </p:grpSpPr>
      <p:sp>
        <p:nvSpPr>
          <p:cNvPr id="828" name="Google Shape;828;p63"/>
          <p:cNvSpPr txBox="1"/>
          <p:nvPr>
            <p:ph idx="1" type="subTitle"/>
          </p:nvPr>
        </p:nvSpPr>
        <p:spPr>
          <a:xfrm>
            <a:off x="794294" y="3012342"/>
            <a:ext cx="22179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29" name="Google Shape;829;p63"/>
          <p:cNvSpPr txBox="1"/>
          <p:nvPr>
            <p:ph idx="2" type="subTitle"/>
          </p:nvPr>
        </p:nvSpPr>
        <p:spPr>
          <a:xfrm>
            <a:off x="6133050" y="3012337"/>
            <a:ext cx="22161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30" name="Google Shape;830;p63"/>
          <p:cNvSpPr txBox="1"/>
          <p:nvPr>
            <p:ph idx="3" type="subTitle"/>
          </p:nvPr>
        </p:nvSpPr>
        <p:spPr>
          <a:xfrm>
            <a:off x="3463500" y="3012337"/>
            <a:ext cx="22170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31" name="Google Shape;831;p63"/>
          <p:cNvSpPr txBox="1"/>
          <p:nvPr>
            <p:ph type="title"/>
          </p:nvPr>
        </p:nvSpPr>
        <p:spPr>
          <a:xfrm>
            <a:off x="793500" y="2562113"/>
            <a:ext cx="2218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32" name="Google Shape;832;p63"/>
          <p:cNvSpPr txBox="1"/>
          <p:nvPr>
            <p:ph idx="4" type="title"/>
          </p:nvPr>
        </p:nvSpPr>
        <p:spPr>
          <a:xfrm>
            <a:off x="6132600" y="2562113"/>
            <a:ext cx="22170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33" name="Google Shape;833;p63"/>
          <p:cNvSpPr txBox="1"/>
          <p:nvPr>
            <p:ph idx="5" type="title"/>
          </p:nvPr>
        </p:nvSpPr>
        <p:spPr>
          <a:xfrm>
            <a:off x="3463050" y="2562113"/>
            <a:ext cx="2217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34" name="Google Shape;834;p63"/>
          <p:cNvSpPr txBox="1"/>
          <p:nvPr>
            <p:ph idx="6" type="title"/>
          </p:nvPr>
        </p:nvSpPr>
        <p:spPr>
          <a:xfrm>
            <a:off x="2231850" y="452325"/>
            <a:ext cx="46803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35" name="Google Shape;835;p63"/>
          <p:cNvSpPr/>
          <p:nvPr/>
        </p:nvSpPr>
        <p:spPr>
          <a:xfrm flipH="1" rot="10800000">
            <a:off x="-938165" y="-18"/>
            <a:ext cx="3303130" cy="159069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3"/>
          <p:cNvSpPr/>
          <p:nvPr/>
        </p:nvSpPr>
        <p:spPr>
          <a:xfrm flipH="1">
            <a:off x="6687499" y="3662402"/>
            <a:ext cx="3075624" cy="148113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3"/>
          <p:cNvSpPr/>
          <p:nvPr/>
        </p:nvSpPr>
        <p:spPr>
          <a:xfrm>
            <a:off x="8089659" y="671821"/>
            <a:ext cx="2037000" cy="20370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
    <p:spTree>
      <p:nvGrpSpPr>
        <p:cNvPr id="838" name="Shape 838"/>
        <p:cNvGrpSpPr/>
        <p:nvPr/>
      </p:nvGrpSpPr>
      <p:grpSpPr>
        <a:xfrm>
          <a:off x="0" y="0"/>
          <a:ext cx="0" cy="0"/>
          <a:chOff x="0" y="0"/>
          <a:chExt cx="0" cy="0"/>
        </a:xfrm>
      </p:grpSpPr>
      <p:sp>
        <p:nvSpPr>
          <p:cNvPr id="839" name="Google Shape;839;p64"/>
          <p:cNvSpPr/>
          <p:nvPr/>
        </p:nvSpPr>
        <p:spPr>
          <a:xfrm flipH="1" rot="10800000">
            <a:off x="-548975" y="-37442"/>
            <a:ext cx="4194689" cy="202004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4"/>
          <p:cNvSpPr/>
          <p:nvPr/>
        </p:nvSpPr>
        <p:spPr>
          <a:xfrm flipH="1">
            <a:off x="7492555" y="4154600"/>
            <a:ext cx="2594915" cy="1249637"/>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4"/>
          <p:cNvSpPr txBox="1"/>
          <p:nvPr>
            <p:ph type="title"/>
          </p:nvPr>
        </p:nvSpPr>
        <p:spPr>
          <a:xfrm>
            <a:off x="713100" y="452325"/>
            <a:ext cx="7710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842" name="Google Shape;842;p64"/>
          <p:cNvSpPr txBox="1"/>
          <p:nvPr>
            <p:ph idx="1" type="subTitle"/>
          </p:nvPr>
        </p:nvSpPr>
        <p:spPr>
          <a:xfrm>
            <a:off x="718123"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43" name="Google Shape;843;p64"/>
          <p:cNvSpPr txBox="1"/>
          <p:nvPr>
            <p:ph idx="2" type="subTitle"/>
          </p:nvPr>
        </p:nvSpPr>
        <p:spPr>
          <a:xfrm>
            <a:off x="3450900"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44" name="Google Shape;844;p64"/>
          <p:cNvSpPr txBox="1"/>
          <p:nvPr>
            <p:ph idx="3" type="subTitle"/>
          </p:nvPr>
        </p:nvSpPr>
        <p:spPr>
          <a:xfrm>
            <a:off x="6186001"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45" name="Google Shape;845;p64"/>
          <p:cNvSpPr txBox="1"/>
          <p:nvPr>
            <p:ph idx="4" type="subTitle"/>
          </p:nvPr>
        </p:nvSpPr>
        <p:spPr>
          <a:xfrm>
            <a:off x="715500" y="3991500"/>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46" name="Google Shape;846;p64"/>
          <p:cNvSpPr txBox="1"/>
          <p:nvPr>
            <p:ph idx="5" type="subTitle"/>
          </p:nvPr>
        </p:nvSpPr>
        <p:spPr>
          <a:xfrm>
            <a:off x="3450900"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47" name="Google Shape;847;p64"/>
          <p:cNvSpPr txBox="1"/>
          <p:nvPr>
            <p:ph idx="6" type="subTitle"/>
          </p:nvPr>
        </p:nvSpPr>
        <p:spPr>
          <a:xfrm>
            <a:off x="6186001"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848" name="Google Shape;848;p64"/>
          <p:cNvSpPr txBox="1"/>
          <p:nvPr>
            <p:ph idx="7" type="title"/>
          </p:nvPr>
        </p:nvSpPr>
        <p:spPr>
          <a:xfrm>
            <a:off x="7155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49" name="Google Shape;849;p64"/>
          <p:cNvSpPr txBox="1"/>
          <p:nvPr>
            <p:ph idx="8" type="title"/>
          </p:nvPr>
        </p:nvSpPr>
        <p:spPr>
          <a:xfrm>
            <a:off x="34506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50" name="Google Shape;850;p64"/>
          <p:cNvSpPr txBox="1"/>
          <p:nvPr>
            <p:ph idx="9" type="title"/>
          </p:nvPr>
        </p:nvSpPr>
        <p:spPr>
          <a:xfrm>
            <a:off x="6185682"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51" name="Google Shape;851;p64"/>
          <p:cNvSpPr txBox="1"/>
          <p:nvPr>
            <p:ph idx="13" type="title"/>
          </p:nvPr>
        </p:nvSpPr>
        <p:spPr>
          <a:xfrm>
            <a:off x="715500" y="358741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52" name="Google Shape;852;p64"/>
          <p:cNvSpPr txBox="1"/>
          <p:nvPr>
            <p:ph idx="14" type="title"/>
          </p:nvPr>
        </p:nvSpPr>
        <p:spPr>
          <a:xfrm>
            <a:off x="3450600"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53" name="Google Shape;853;p64"/>
          <p:cNvSpPr txBox="1"/>
          <p:nvPr>
            <p:ph idx="15" type="title"/>
          </p:nvPr>
        </p:nvSpPr>
        <p:spPr>
          <a:xfrm>
            <a:off x="6185682"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grpSp>
        <p:nvGrpSpPr>
          <p:cNvPr id="854" name="Google Shape;854;p64"/>
          <p:cNvGrpSpPr/>
          <p:nvPr/>
        </p:nvGrpSpPr>
        <p:grpSpPr>
          <a:xfrm>
            <a:off x="-142526" y="4225674"/>
            <a:ext cx="756849" cy="756849"/>
            <a:chOff x="3796125" y="-35750"/>
            <a:chExt cx="773400" cy="773400"/>
          </a:xfrm>
        </p:grpSpPr>
        <p:sp>
          <p:nvSpPr>
            <p:cNvPr id="855" name="Google Shape;855;p6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6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 name="Google Shape;857;p64"/>
          <p:cNvGrpSpPr/>
          <p:nvPr/>
        </p:nvGrpSpPr>
        <p:grpSpPr>
          <a:xfrm>
            <a:off x="6133524" y="4711349"/>
            <a:ext cx="756849" cy="756849"/>
            <a:chOff x="3796125" y="-35750"/>
            <a:chExt cx="773400" cy="773400"/>
          </a:xfrm>
        </p:grpSpPr>
        <p:sp>
          <p:nvSpPr>
            <p:cNvPr id="858" name="Google Shape;858;p6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6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 name="Google Shape;860;p64"/>
          <p:cNvGrpSpPr/>
          <p:nvPr/>
        </p:nvGrpSpPr>
        <p:grpSpPr>
          <a:xfrm>
            <a:off x="296224" y="271588"/>
            <a:ext cx="535579" cy="535579"/>
            <a:chOff x="3796125" y="-35750"/>
            <a:chExt cx="773400" cy="773400"/>
          </a:xfrm>
        </p:grpSpPr>
        <p:sp>
          <p:nvSpPr>
            <p:cNvPr id="861" name="Google Shape;861;p6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6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 name="Google Shape;863;p64"/>
          <p:cNvGrpSpPr/>
          <p:nvPr/>
        </p:nvGrpSpPr>
        <p:grpSpPr>
          <a:xfrm>
            <a:off x="7713624" y="-217476"/>
            <a:ext cx="756849" cy="756849"/>
            <a:chOff x="3796125" y="-35750"/>
            <a:chExt cx="773400" cy="773400"/>
          </a:xfrm>
        </p:grpSpPr>
        <p:sp>
          <p:nvSpPr>
            <p:cNvPr id="864" name="Google Shape;864;p6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866" name="Shape 866"/>
        <p:cNvGrpSpPr/>
        <p:nvPr/>
      </p:nvGrpSpPr>
      <p:grpSpPr>
        <a:xfrm>
          <a:off x="0" y="0"/>
          <a:ext cx="0" cy="0"/>
          <a:chOff x="0" y="0"/>
          <a:chExt cx="0" cy="0"/>
        </a:xfrm>
      </p:grpSpPr>
      <p:sp>
        <p:nvSpPr>
          <p:cNvPr id="867" name="Google Shape;867;p65"/>
          <p:cNvSpPr/>
          <p:nvPr/>
        </p:nvSpPr>
        <p:spPr>
          <a:xfrm flipH="1">
            <a:off x="5495850" y="3102025"/>
            <a:ext cx="4311387" cy="207624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65"/>
          <p:cNvSpPr/>
          <p:nvPr/>
        </p:nvSpPr>
        <p:spPr>
          <a:xfrm rot="-99686">
            <a:off x="581577" y="952116"/>
            <a:ext cx="7956945" cy="3612917"/>
          </a:xfrm>
          <a:prstGeom prst="roundRect">
            <a:avLst>
              <a:gd fmla="val 1869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65"/>
          <p:cNvSpPr txBox="1"/>
          <p:nvPr>
            <p:ph idx="1" type="subTitle"/>
          </p:nvPr>
        </p:nvSpPr>
        <p:spPr>
          <a:xfrm>
            <a:off x="1934400" y="2291077"/>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70" name="Google Shape;870;p65"/>
          <p:cNvSpPr txBox="1"/>
          <p:nvPr>
            <p:ph idx="2" type="subTitle"/>
          </p:nvPr>
        </p:nvSpPr>
        <p:spPr>
          <a:xfrm>
            <a:off x="5876160" y="229107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71" name="Google Shape;871;p65"/>
          <p:cNvSpPr txBox="1"/>
          <p:nvPr>
            <p:ph idx="3" type="subTitle"/>
          </p:nvPr>
        </p:nvSpPr>
        <p:spPr>
          <a:xfrm>
            <a:off x="1934400" y="3637714"/>
            <a:ext cx="23133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72" name="Google Shape;872;p65"/>
          <p:cNvSpPr txBox="1"/>
          <p:nvPr>
            <p:ph idx="4" type="subTitle"/>
          </p:nvPr>
        </p:nvSpPr>
        <p:spPr>
          <a:xfrm>
            <a:off x="5876160" y="363771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73" name="Google Shape;873;p65"/>
          <p:cNvSpPr txBox="1"/>
          <p:nvPr>
            <p:ph type="title"/>
          </p:nvPr>
        </p:nvSpPr>
        <p:spPr>
          <a:xfrm>
            <a:off x="2140025" y="457050"/>
            <a:ext cx="48639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solidFill>
                  <a:schemeClr val="accent5"/>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74" name="Google Shape;874;p65"/>
          <p:cNvSpPr txBox="1"/>
          <p:nvPr>
            <p:ph idx="5" type="title"/>
          </p:nvPr>
        </p:nvSpPr>
        <p:spPr>
          <a:xfrm>
            <a:off x="1934400" y="1852054"/>
            <a:ext cx="23133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75" name="Google Shape;875;p65"/>
          <p:cNvSpPr txBox="1"/>
          <p:nvPr>
            <p:ph idx="6" type="title"/>
          </p:nvPr>
        </p:nvSpPr>
        <p:spPr>
          <a:xfrm>
            <a:off x="5876160" y="1852054"/>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76" name="Google Shape;876;p65"/>
          <p:cNvSpPr txBox="1"/>
          <p:nvPr>
            <p:ph idx="7" type="title"/>
          </p:nvPr>
        </p:nvSpPr>
        <p:spPr>
          <a:xfrm>
            <a:off x="1934400" y="3198690"/>
            <a:ext cx="23106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77" name="Google Shape;877;p65"/>
          <p:cNvSpPr txBox="1"/>
          <p:nvPr>
            <p:ph idx="8" type="title"/>
          </p:nvPr>
        </p:nvSpPr>
        <p:spPr>
          <a:xfrm>
            <a:off x="5876160" y="3198690"/>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78" name="Google Shape;878;p65"/>
          <p:cNvSpPr/>
          <p:nvPr/>
        </p:nvSpPr>
        <p:spPr>
          <a:xfrm>
            <a:off x="8117330" y="-957827"/>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65"/>
          <p:cNvSpPr/>
          <p:nvPr/>
        </p:nvSpPr>
        <p:spPr>
          <a:xfrm>
            <a:off x="-214108" y="24657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0" name="Google Shape;880;p65"/>
          <p:cNvGrpSpPr/>
          <p:nvPr/>
        </p:nvGrpSpPr>
        <p:grpSpPr>
          <a:xfrm>
            <a:off x="8156742" y="297686"/>
            <a:ext cx="547954" cy="547954"/>
            <a:chOff x="3796125" y="-35750"/>
            <a:chExt cx="773400" cy="773400"/>
          </a:xfrm>
        </p:grpSpPr>
        <p:sp>
          <p:nvSpPr>
            <p:cNvPr id="881" name="Google Shape;881;p65"/>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65"/>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65"/>
          <p:cNvGrpSpPr/>
          <p:nvPr/>
        </p:nvGrpSpPr>
        <p:grpSpPr>
          <a:xfrm>
            <a:off x="-175883" y="4234686"/>
            <a:ext cx="547954" cy="547954"/>
            <a:chOff x="3796125" y="-35750"/>
            <a:chExt cx="773400" cy="773400"/>
          </a:xfrm>
        </p:grpSpPr>
        <p:sp>
          <p:nvSpPr>
            <p:cNvPr id="884" name="Google Shape;884;p65"/>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65"/>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6" name="Google Shape;886;p65"/>
          <p:cNvSpPr/>
          <p:nvPr/>
        </p:nvSpPr>
        <p:spPr>
          <a:xfrm>
            <a:off x="-1003645" y="4467973"/>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spTree>
      <p:nvGrpSpPr>
        <p:cNvPr id="887" name="Shape 887"/>
        <p:cNvGrpSpPr/>
        <p:nvPr/>
      </p:nvGrpSpPr>
      <p:grpSpPr>
        <a:xfrm>
          <a:off x="0" y="0"/>
          <a:ext cx="0" cy="0"/>
          <a:chOff x="0" y="0"/>
          <a:chExt cx="0" cy="0"/>
        </a:xfrm>
      </p:grpSpPr>
      <p:sp>
        <p:nvSpPr>
          <p:cNvPr id="888" name="Google Shape;888;p66"/>
          <p:cNvSpPr txBox="1"/>
          <p:nvPr>
            <p:ph type="title"/>
          </p:nvPr>
        </p:nvSpPr>
        <p:spPr>
          <a:xfrm>
            <a:off x="4567625" y="2018100"/>
            <a:ext cx="3863100" cy="175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400"/>
              <a:buNone/>
              <a:defRPr>
                <a:highlight>
                  <a:schemeClr val="lt2"/>
                </a:highlight>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889" name="Google Shape;889;p66"/>
          <p:cNvSpPr txBox="1"/>
          <p:nvPr>
            <p:ph idx="1" type="subTitle"/>
          </p:nvPr>
        </p:nvSpPr>
        <p:spPr>
          <a:xfrm>
            <a:off x="4567600" y="3772800"/>
            <a:ext cx="3554100" cy="8313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890" name="Google Shape;890;p66"/>
          <p:cNvSpPr/>
          <p:nvPr/>
        </p:nvSpPr>
        <p:spPr>
          <a:xfrm rot="301044">
            <a:off x="3581450" y="4022124"/>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66"/>
          <p:cNvSpPr/>
          <p:nvPr/>
        </p:nvSpPr>
        <p:spPr>
          <a:xfrm flipH="1" rot="10800000">
            <a:off x="-547924" y="11"/>
            <a:ext cx="6775419" cy="3262719"/>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spTree>
      <p:nvGrpSpPr>
        <p:cNvPr id="892" name="Shape 892"/>
        <p:cNvGrpSpPr/>
        <p:nvPr/>
      </p:nvGrpSpPr>
      <p:grpSpPr>
        <a:xfrm>
          <a:off x="0" y="0"/>
          <a:ext cx="0" cy="0"/>
          <a:chOff x="0" y="0"/>
          <a:chExt cx="0" cy="0"/>
        </a:xfrm>
      </p:grpSpPr>
      <p:sp>
        <p:nvSpPr>
          <p:cNvPr id="893" name="Google Shape;893;p67"/>
          <p:cNvSpPr/>
          <p:nvPr/>
        </p:nvSpPr>
        <p:spPr>
          <a:xfrm flipH="1" rot="10498946">
            <a:off x="3443994" y="4145866"/>
            <a:ext cx="1469505" cy="127463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67"/>
          <p:cNvSpPr/>
          <p:nvPr/>
        </p:nvSpPr>
        <p:spPr>
          <a:xfrm rot="10800000">
            <a:off x="496642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7"/>
          <p:cNvSpPr txBox="1"/>
          <p:nvPr>
            <p:ph idx="1" type="subTitle"/>
          </p:nvPr>
        </p:nvSpPr>
        <p:spPr>
          <a:xfrm>
            <a:off x="5392225" y="3002350"/>
            <a:ext cx="26139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96" name="Google Shape;896;p67"/>
          <p:cNvSpPr txBox="1"/>
          <p:nvPr>
            <p:ph type="title"/>
          </p:nvPr>
        </p:nvSpPr>
        <p:spPr>
          <a:xfrm>
            <a:off x="5395776" y="1770850"/>
            <a:ext cx="26139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4">
    <p:spTree>
      <p:nvGrpSpPr>
        <p:cNvPr id="897" name="Shape 897"/>
        <p:cNvGrpSpPr/>
        <p:nvPr/>
      </p:nvGrpSpPr>
      <p:grpSpPr>
        <a:xfrm>
          <a:off x="0" y="0"/>
          <a:ext cx="0" cy="0"/>
          <a:chOff x="0" y="0"/>
          <a:chExt cx="0" cy="0"/>
        </a:xfrm>
      </p:grpSpPr>
      <p:sp>
        <p:nvSpPr>
          <p:cNvPr id="898" name="Google Shape;898;p68"/>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899" name="Google Shape;899;p68"/>
          <p:cNvSpPr/>
          <p:nvPr/>
        </p:nvSpPr>
        <p:spPr>
          <a:xfrm rot="301059">
            <a:off x="83464" y="1248354"/>
            <a:ext cx="425107" cy="36873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8"/>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8"/>
          <p:cNvSpPr/>
          <p:nvPr/>
        </p:nvSpPr>
        <p:spPr>
          <a:xfrm rot="301044">
            <a:off x="8751312" y="3601116"/>
            <a:ext cx="590447" cy="51212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68"/>
          <p:cNvSpPr/>
          <p:nvPr/>
        </p:nvSpPr>
        <p:spPr>
          <a:xfrm flipH="1">
            <a:off x="7620017" y="4288550"/>
            <a:ext cx="1793556" cy="863725"/>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3" name="Google Shape;903;p68"/>
          <p:cNvGrpSpPr/>
          <p:nvPr/>
        </p:nvGrpSpPr>
        <p:grpSpPr>
          <a:xfrm>
            <a:off x="1471197" y="68718"/>
            <a:ext cx="383606" cy="383606"/>
            <a:chOff x="3796125" y="-35750"/>
            <a:chExt cx="773400" cy="773400"/>
          </a:xfrm>
        </p:grpSpPr>
        <p:sp>
          <p:nvSpPr>
            <p:cNvPr id="904" name="Google Shape;904;p6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6" name="Google Shape;906;p68"/>
          <p:cNvGrpSpPr/>
          <p:nvPr/>
        </p:nvGrpSpPr>
        <p:grpSpPr>
          <a:xfrm>
            <a:off x="6382447" y="4873543"/>
            <a:ext cx="383606" cy="383606"/>
            <a:chOff x="3796125" y="-35750"/>
            <a:chExt cx="773400" cy="773400"/>
          </a:xfrm>
        </p:grpSpPr>
        <p:sp>
          <p:nvSpPr>
            <p:cNvPr id="907" name="Google Shape;907;p6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9" name="Google Shape;909;p68"/>
          <p:cNvSpPr/>
          <p:nvPr/>
        </p:nvSpPr>
        <p:spPr>
          <a:xfrm>
            <a:off x="-658575" y="4288550"/>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8"/>
          <p:cNvSpPr/>
          <p:nvPr/>
        </p:nvSpPr>
        <p:spPr>
          <a:xfrm>
            <a:off x="8572525" y="-146575"/>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_1">
    <p:spTree>
      <p:nvGrpSpPr>
        <p:cNvPr id="911" name="Shape 911"/>
        <p:cNvGrpSpPr/>
        <p:nvPr/>
      </p:nvGrpSpPr>
      <p:grpSpPr>
        <a:xfrm>
          <a:off x="0" y="0"/>
          <a:ext cx="0" cy="0"/>
          <a:chOff x="0" y="0"/>
          <a:chExt cx="0" cy="0"/>
        </a:xfrm>
      </p:grpSpPr>
      <p:sp>
        <p:nvSpPr>
          <p:cNvPr id="912" name="Google Shape;912;p69"/>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913" name="Google Shape;913;p69"/>
          <p:cNvSpPr/>
          <p:nvPr/>
        </p:nvSpPr>
        <p:spPr>
          <a:xfrm>
            <a:off x="8591275" y="3687150"/>
            <a:ext cx="1371900" cy="137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9"/>
          <p:cNvSpPr/>
          <p:nvPr/>
        </p:nvSpPr>
        <p:spPr>
          <a:xfrm>
            <a:off x="293414" y="9457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9"/>
          <p:cNvSpPr/>
          <p:nvPr/>
        </p:nvSpPr>
        <p:spPr>
          <a:xfrm flipH="1">
            <a:off x="-1088449" y="755187"/>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9"/>
          <p:cNvSpPr/>
          <p:nvPr/>
        </p:nvSpPr>
        <p:spPr>
          <a:xfrm>
            <a:off x="8237964" y="4405504"/>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69"/>
          <p:cNvSpPr/>
          <p:nvPr/>
        </p:nvSpPr>
        <p:spPr>
          <a:xfrm>
            <a:off x="6686776" y="4710212"/>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8" name="Google Shape;918;p69"/>
          <p:cNvGrpSpPr/>
          <p:nvPr/>
        </p:nvGrpSpPr>
        <p:grpSpPr>
          <a:xfrm>
            <a:off x="8699187" y="2681099"/>
            <a:ext cx="701087" cy="701087"/>
            <a:chOff x="3796125" y="-35750"/>
            <a:chExt cx="773400" cy="773400"/>
          </a:xfrm>
        </p:grpSpPr>
        <p:sp>
          <p:nvSpPr>
            <p:cNvPr id="919" name="Google Shape;919;p69"/>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9"/>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1" name="Google Shape;921;p69"/>
          <p:cNvGrpSpPr/>
          <p:nvPr/>
        </p:nvGrpSpPr>
        <p:grpSpPr>
          <a:xfrm>
            <a:off x="163895" y="665197"/>
            <a:ext cx="439987" cy="439987"/>
            <a:chOff x="3796125" y="-35750"/>
            <a:chExt cx="773400" cy="773400"/>
          </a:xfrm>
        </p:grpSpPr>
        <p:sp>
          <p:nvSpPr>
            <p:cNvPr id="922" name="Google Shape;922;p69"/>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69"/>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4" name="Google Shape;924;p69"/>
          <p:cNvGrpSpPr/>
          <p:nvPr/>
        </p:nvGrpSpPr>
        <p:grpSpPr>
          <a:xfrm>
            <a:off x="-127000" y="4491635"/>
            <a:ext cx="840522" cy="492496"/>
            <a:chOff x="-127000" y="3412135"/>
            <a:chExt cx="840522" cy="492496"/>
          </a:xfrm>
        </p:grpSpPr>
        <p:cxnSp>
          <p:nvCxnSpPr>
            <p:cNvPr id="925" name="Google Shape;925;p69"/>
            <p:cNvCxnSpPr/>
            <p:nvPr/>
          </p:nvCxnSpPr>
          <p:spPr>
            <a:xfrm flipH="1" rot="10800000">
              <a:off x="-127000" y="3582050"/>
              <a:ext cx="406200" cy="298500"/>
            </a:xfrm>
            <a:prstGeom prst="straightConnector1">
              <a:avLst/>
            </a:prstGeom>
            <a:noFill/>
            <a:ln cap="rnd" cmpd="sng" w="38100">
              <a:solidFill>
                <a:schemeClr val="accent3"/>
              </a:solidFill>
              <a:prstDash val="solid"/>
              <a:round/>
              <a:headEnd len="med" w="med" type="none"/>
              <a:tailEnd len="med" w="med" type="none"/>
            </a:ln>
          </p:spPr>
        </p:cxnSp>
        <p:sp>
          <p:nvSpPr>
            <p:cNvPr id="926" name="Google Shape;926;p69"/>
            <p:cNvSpPr/>
            <p:nvPr/>
          </p:nvSpPr>
          <p:spPr>
            <a:xfrm>
              <a:off x="93867" y="3412135"/>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7" name="Google Shape;927;p69"/>
            <p:cNvCxnSpPr/>
            <p:nvPr/>
          </p:nvCxnSpPr>
          <p:spPr>
            <a:xfrm rot="10800000">
              <a:off x="293425" y="3602978"/>
              <a:ext cx="258300" cy="164700"/>
            </a:xfrm>
            <a:prstGeom prst="straightConnector1">
              <a:avLst/>
            </a:prstGeom>
            <a:noFill/>
            <a:ln cap="rnd" cmpd="sng" w="38100">
              <a:solidFill>
                <a:schemeClr val="accent3"/>
              </a:solidFill>
              <a:prstDash val="solid"/>
              <a:round/>
              <a:headEnd len="med" w="med" type="none"/>
              <a:tailEnd len="med" w="med" type="none"/>
            </a:ln>
          </p:spPr>
        </p:cxnSp>
        <p:sp>
          <p:nvSpPr>
            <p:cNvPr id="928" name="Google Shape;928;p69"/>
            <p:cNvSpPr/>
            <p:nvPr/>
          </p:nvSpPr>
          <p:spPr>
            <a:xfrm>
              <a:off x="467822" y="3658931"/>
              <a:ext cx="245700" cy="24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9" name="Google Shape;929;p69"/>
          <p:cNvGrpSpPr/>
          <p:nvPr/>
        </p:nvGrpSpPr>
        <p:grpSpPr>
          <a:xfrm rot="10800000">
            <a:off x="8459600" y="172710"/>
            <a:ext cx="840522" cy="492496"/>
            <a:chOff x="-127000" y="3412135"/>
            <a:chExt cx="840522" cy="492496"/>
          </a:xfrm>
        </p:grpSpPr>
        <p:cxnSp>
          <p:nvCxnSpPr>
            <p:cNvPr id="930" name="Google Shape;930;p69"/>
            <p:cNvCxnSpPr/>
            <p:nvPr/>
          </p:nvCxnSpPr>
          <p:spPr>
            <a:xfrm flipH="1" rot="10800000">
              <a:off x="-127000" y="3582050"/>
              <a:ext cx="406200" cy="298500"/>
            </a:xfrm>
            <a:prstGeom prst="straightConnector1">
              <a:avLst/>
            </a:prstGeom>
            <a:noFill/>
            <a:ln cap="rnd" cmpd="sng" w="38100">
              <a:solidFill>
                <a:schemeClr val="dk2"/>
              </a:solidFill>
              <a:prstDash val="solid"/>
              <a:round/>
              <a:headEnd len="med" w="med" type="none"/>
              <a:tailEnd len="med" w="med" type="none"/>
            </a:ln>
          </p:spPr>
        </p:cxnSp>
        <p:sp>
          <p:nvSpPr>
            <p:cNvPr id="931" name="Google Shape;931;p69"/>
            <p:cNvSpPr/>
            <p:nvPr/>
          </p:nvSpPr>
          <p:spPr>
            <a:xfrm>
              <a:off x="93867" y="3412135"/>
              <a:ext cx="333600" cy="333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2" name="Google Shape;932;p69"/>
            <p:cNvCxnSpPr/>
            <p:nvPr/>
          </p:nvCxnSpPr>
          <p:spPr>
            <a:xfrm rot="10800000">
              <a:off x="293425" y="3602978"/>
              <a:ext cx="258300" cy="164700"/>
            </a:xfrm>
            <a:prstGeom prst="straightConnector1">
              <a:avLst/>
            </a:prstGeom>
            <a:noFill/>
            <a:ln cap="rnd" cmpd="sng" w="38100">
              <a:solidFill>
                <a:schemeClr val="dk2"/>
              </a:solidFill>
              <a:prstDash val="solid"/>
              <a:round/>
              <a:headEnd len="med" w="med" type="none"/>
              <a:tailEnd len="med" w="med" type="none"/>
            </a:ln>
          </p:spPr>
        </p:cxnSp>
        <p:sp>
          <p:nvSpPr>
            <p:cNvPr id="933" name="Google Shape;933;p69"/>
            <p:cNvSpPr/>
            <p:nvPr/>
          </p:nvSpPr>
          <p:spPr>
            <a:xfrm>
              <a:off x="467822" y="3658931"/>
              <a:ext cx="245700" cy="245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7">
    <p:spTree>
      <p:nvGrpSpPr>
        <p:cNvPr id="934" name="Shape 934"/>
        <p:cNvGrpSpPr/>
        <p:nvPr/>
      </p:nvGrpSpPr>
      <p:grpSpPr>
        <a:xfrm>
          <a:off x="0" y="0"/>
          <a:ext cx="0" cy="0"/>
          <a:chOff x="0" y="0"/>
          <a:chExt cx="0" cy="0"/>
        </a:xfrm>
      </p:grpSpPr>
      <p:sp>
        <p:nvSpPr>
          <p:cNvPr id="935" name="Google Shape;935;p70"/>
          <p:cNvSpPr txBox="1"/>
          <p:nvPr>
            <p:ph idx="1" type="subTitle"/>
          </p:nvPr>
        </p:nvSpPr>
        <p:spPr>
          <a:xfrm>
            <a:off x="91807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36" name="Google Shape;936;p70"/>
          <p:cNvSpPr txBox="1"/>
          <p:nvPr>
            <p:ph type="title"/>
          </p:nvPr>
        </p:nvSpPr>
        <p:spPr>
          <a:xfrm>
            <a:off x="91807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937" name="Google Shape;937;p70"/>
          <p:cNvSpPr/>
          <p:nvPr/>
        </p:nvSpPr>
        <p:spPr>
          <a:xfrm>
            <a:off x="410699" y="305346"/>
            <a:ext cx="1764756" cy="64005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7_1">
    <p:spTree>
      <p:nvGrpSpPr>
        <p:cNvPr id="938" name="Shape 938"/>
        <p:cNvGrpSpPr/>
        <p:nvPr/>
      </p:nvGrpSpPr>
      <p:grpSpPr>
        <a:xfrm>
          <a:off x="0" y="0"/>
          <a:ext cx="0" cy="0"/>
          <a:chOff x="0" y="0"/>
          <a:chExt cx="0" cy="0"/>
        </a:xfrm>
      </p:grpSpPr>
      <p:sp>
        <p:nvSpPr>
          <p:cNvPr id="939" name="Google Shape;939;p71"/>
          <p:cNvSpPr/>
          <p:nvPr/>
        </p:nvSpPr>
        <p:spPr>
          <a:xfrm>
            <a:off x="-598300" y="-487749"/>
            <a:ext cx="3055800" cy="3055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1"/>
          <p:cNvSpPr txBox="1"/>
          <p:nvPr>
            <p:ph idx="1" type="subTitle"/>
          </p:nvPr>
        </p:nvSpPr>
        <p:spPr>
          <a:xfrm>
            <a:off x="490152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41" name="Google Shape;941;p71"/>
          <p:cNvSpPr txBox="1"/>
          <p:nvPr>
            <p:ph type="title"/>
          </p:nvPr>
        </p:nvSpPr>
        <p:spPr>
          <a:xfrm>
            <a:off x="490152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942" name="Google Shape;942;p71"/>
          <p:cNvSpPr/>
          <p:nvPr/>
        </p:nvSpPr>
        <p:spPr>
          <a:xfrm>
            <a:off x="2858351" y="2942876"/>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1"/>
          <p:cNvSpPr/>
          <p:nvPr/>
        </p:nvSpPr>
        <p:spPr>
          <a:xfrm>
            <a:off x="6908624" y="-142875"/>
            <a:ext cx="2749500" cy="27495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9">
    <p:spTree>
      <p:nvGrpSpPr>
        <p:cNvPr id="944" name="Shape 944"/>
        <p:cNvGrpSpPr/>
        <p:nvPr/>
      </p:nvGrpSpPr>
      <p:grpSpPr>
        <a:xfrm>
          <a:off x="0" y="0"/>
          <a:ext cx="0" cy="0"/>
          <a:chOff x="0" y="0"/>
          <a:chExt cx="0" cy="0"/>
        </a:xfrm>
      </p:grpSpPr>
      <p:sp>
        <p:nvSpPr>
          <p:cNvPr id="945" name="Google Shape;945;p72"/>
          <p:cNvSpPr txBox="1"/>
          <p:nvPr>
            <p:ph idx="1" type="subTitle"/>
          </p:nvPr>
        </p:nvSpPr>
        <p:spPr>
          <a:xfrm>
            <a:off x="3149300" y="2417850"/>
            <a:ext cx="2841300" cy="1046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946" name="Google Shape;946;p72"/>
          <p:cNvSpPr txBox="1"/>
          <p:nvPr>
            <p:ph type="title"/>
          </p:nvPr>
        </p:nvSpPr>
        <p:spPr>
          <a:xfrm>
            <a:off x="3153160" y="1678950"/>
            <a:ext cx="2841300" cy="73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947" name="Google Shape;947;p72"/>
          <p:cNvSpPr/>
          <p:nvPr/>
        </p:nvSpPr>
        <p:spPr>
          <a:xfrm flipH="1" rot="10800000">
            <a:off x="-345625" y="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2"/>
          <p:cNvSpPr/>
          <p:nvPr/>
        </p:nvSpPr>
        <p:spPr>
          <a:xfrm flipH="1">
            <a:off x="5573975" y="32816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9" name="Google Shape;949;p72"/>
          <p:cNvGrpSpPr/>
          <p:nvPr/>
        </p:nvGrpSpPr>
        <p:grpSpPr>
          <a:xfrm rot="1315216">
            <a:off x="323950" y="3912716"/>
            <a:ext cx="2444815" cy="1749364"/>
            <a:chOff x="3698375" y="764675"/>
            <a:chExt cx="1508825" cy="1079625"/>
          </a:xfrm>
        </p:grpSpPr>
        <p:sp>
          <p:nvSpPr>
            <p:cNvPr id="950" name="Google Shape;950;p72"/>
            <p:cNvSpPr/>
            <p:nvPr/>
          </p:nvSpPr>
          <p:spPr>
            <a:xfrm>
              <a:off x="4393700" y="1763775"/>
              <a:ext cx="111350" cy="80525"/>
            </a:xfrm>
            <a:custGeom>
              <a:rect b="b" l="l" r="r" t="t"/>
              <a:pathLst>
                <a:path extrusionOk="0" h="3221" w="4454">
                  <a:moveTo>
                    <a:pt x="2922" y="0"/>
                  </a:moveTo>
                  <a:cubicBezTo>
                    <a:pt x="1905" y="0"/>
                    <a:pt x="876" y="599"/>
                    <a:pt x="322" y="1606"/>
                  </a:cubicBezTo>
                  <a:cubicBezTo>
                    <a:pt x="143" y="1952"/>
                    <a:pt x="0" y="2416"/>
                    <a:pt x="214" y="2738"/>
                  </a:cubicBezTo>
                  <a:cubicBezTo>
                    <a:pt x="322" y="2904"/>
                    <a:pt x="500" y="2999"/>
                    <a:pt x="679" y="3059"/>
                  </a:cubicBezTo>
                  <a:cubicBezTo>
                    <a:pt x="993" y="3161"/>
                    <a:pt x="1324" y="3220"/>
                    <a:pt x="1657" y="3220"/>
                  </a:cubicBezTo>
                  <a:cubicBezTo>
                    <a:pt x="1792" y="3220"/>
                    <a:pt x="1926" y="3211"/>
                    <a:pt x="2060" y="3190"/>
                  </a:cubicBezTo>
                  <a:cubicBezTo>
                    <a:pt x="3001" y="3059"/>
                    <a:pt x="3858" y="2345"/>
                    <a:pt x="4310" y="1368"/>
                  </a:cubicBezTo>
                  <a:cubicBezTo>
                    <a:pt x="4394" y="1214"/>
                    <a:pt x="4453" y="1011"/>
                    <a:pt x="4429" y="809"/>
                  </a:cubicBezTo>
                  <a:cubicBezTo>
                    <a:pt x="4382" y="463"/>
                    <a:pt x="4072" y="249"/>
                    <a:pt x="3786" y="154"/>
                  </a:cubicBezTo>
                  <a:cubicBezTo>
                    <a:pt x="3507" y="50"/>
                    <a:pt x="321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72"/>
            <p:cNvSpPr/>
            <p:nvPr/>
          </p:nvSpPr>
          <p:spPr>
            <a:xfrm>
              <a:off x="3698375" y="963450"/>
              <a:ext cx="711125" cy="872650"/>
            </a:xfrm>
            <a:custGeom>
              <a:rect b="b" l="l" r="r" t="t"/>
              <a:pathLst>
                <a:path extrusionOk="0" h="34906" w="28445">
                  <a:moveTo>
                    <a:pt x="10311" y="1"/>
                  </a:moveTo>
                  <a:cubicBezTo>
                    <a:pt x="6847" y="1"/>
                    <a:pt x="3385" y="574"/>
                    <a:pt x="12" y="1532"/>
                  </a:cubicBezTo>
                  <a:lnTo>
                    <a:pt x="0" y="33477"/>
                  </a:lnTo>
                  <a:cubicBezTo>
                    <a:pt x="4306" y="32454"/>
                    <a:pt x="8702" y="31938"/>
                    <a:pt x="13097" y="31938"/>
                  </a:cubicBezTo>
                  <a:cubicBezTo>
                    <a:pt x="15507" y="31938"/>
                    <a:pt x="17917" y="32093"/>
                    <a:pt x="20312" y="32405"/>
                  </a:cubicBezTo>
                  <a:cubicBezTo>
                    <a:pt x="23110" y="32762"/>
                    <a:pt x="25980" y="33381"/>
                    <a:pt x="28432" y="34905"/>
                  </a:cubicBezTo>
                  <a:lnTo>
                    <a:pt x="28444" y="6771"/>
                  </a:lnTo>
                  <a:cubicBezTo>
                    <a:pt x="24110" y="2770"/>
                    <a:pt x="18622" y="627"/>
                    <a:pt x="13085" y="127"/>
                  </a:cubicBezTo>
                  <a:cubicBezTo>
                    <a:pt x="12161" y="42"/>
                    <a:pt x="11236" y="1"/>
                    <a:pt x="103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72"/>
            <p:cNvSpPr/>
            <p:nvPr/>
          </p:nvSpPr>
          <p:spPr>
            <a:xfrm>
              <a:off x="3726650" y="928050"/>
              <a:ext cx="772425" cy="894350"/>
            </a:xfrm>
            <a:custGeom>
              <a:rect b="b" l="l" r="r" t="t"/>
              <a:pathLst>
                <a:path extrusionOk="0" h="35774" w="30897">
                  <a:moveTo>
                    <a:pt x="12477" y="0"/>
                  </a:moveTo>
                  <a:cubicBezTo>
                    <a:pt x="9021" y="0"/>
                    <a:pt x="5565" y="575"/>
                    <a:pt x="2191" y="1543"/>
                  </a:cubicBezTo>
                  <a:lnTo>
                    <a:pt x="2191" y="1758"/>
                  </a:lnTo>
                  <a:cubicBezTo>
                    <a:pt x="1465" y="1936"/>
                    <a:pt x="750" y="2115"/>
                    <a:pt x="36" y="2329"/>
                  </a:cubicBezTo>
                  <a:lnTo>
                    <a:pt x="0" y="34262"/>
                  </a:lnTo>
                  <a:cubicBezTo>
                    <a:pt x="4315" y="33245"/>
                    <a:pt x="8724" y="32736"/>
                    <a:pt x="13127" y="32736"/>
                  </a:cubicBezTo>
                  <a:cubicBezTo>
                    <a:pt x="15529" y="32736"/>
                    <a:pt x="17930" y="32887"/>
                    <a:pt x="20312" y="33190"/>
                  </a:cubicBezTo>
                  <a:cubicBezTo>
                    <a:pt x="23098" y="33547"/>
                    <a:pt x="25670" y="34250"/>
                    <a:pt x="28135" y="35774"/>
                  </a:cubicBezTo>
                  <a:cubicBezTo>
                    <a:pt x="28135" y="35774"/>
                    <a:pt x="30016" y="34678"/>
                    <a:pt x="30897" y="34583"/>
                  </a:cubicBezTo>
                  <a:lnTo>
                    <a:pt x="30576" y="6782"/>
                  </a:lnTo>
                  <a:cubicBezTo>
                    <a:pt x="26242" y="2770"/>
                    <a:pt x="20777" y="626"/>
                    <a:pt x="15240" y="126"/>
                  </a:cubicBezTo>
                  <a:cubicBezTo>
                    <a:pt x="14320" y="41"/>
                    <a:pt x="13399" y="0"/>
                    <a:pt x="124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2"/>
            <p:cNvSpPr/>
            <p:nvPr/>
          </p:nvSpPr>
          <p:spPr>
            <a:xfrm>
              <a:off x="4498775" y="919275"/>
              <a:ext cx="708425" cy="872175"/>
            </a:xfrm>
            <a:custGeom>
              <a:rect b="b" l="l" r="r" t="t"/>
              <a:pathLst>
                <a:path extrusionOk="0" h="34887" w="28337">
                  <a:moveTo>
                    <a:pt x="17978" y="0"/>
                  </a:moveTo>
                  <a:cubicBezTo>
                    <a:pt x="17073" y="0"/>
                    <a:pt x="16167" y="39"/>
                    <a:pt x="15264" y="120"/>
                  </a:cubicBezTo>
                  <a:cubicBezTo>
                    <a:pt x="9727" y="608"/>
                    <a:pt x="4358" y="2751"/>
                    <a:pt x="24" y="6740"/>
                  </a:cubicBezTo>
                  <a:lnTo>
                    <a:pt x="0" y="34886"/>
                  </a:lnTo>
                  <a:cubicBezTo>
                    <a:pt x="2453" y="33362"/>
                    <a:pt x="5227" y="33005"/>
                    <a:pt x="7989" y="32398"/>
                  </a:cubicBezTo>
                  <a:cubicBezTo>
                    <a:pt x="10346" y="31881"/>
                    <a:pt x="12712" y="31660"/>
                    <a:pt x="15075" y="31660"/>
                  </a:cubicBezTo>
                  <a:cubicBezTo>
                    <a:pt x="19517" y="31660"/>
                    <a:pt x="23949" y="32441"/>
                    <a:pt x="28301" y="33505"/>
                  </a:cubicBezTo>
                  <a:lnTo>
                    <a:pt x="28337" y="1561"/>
                  </a:lnTo>
                  <a:cubicBezTo>
                    <a:pt x="24944" y="578"/>
                    <a:pt x="21461" y="0"/>
                    <a:pt x="179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2"/>
            <p:cNvSpPr/>
            <p:nvPr/>
          </p:nvSpPr>
          <p:spPr>
            <a:xfrm>
              <a:off x="4499050" y="919275"/>
              <a:ext cx="536125" cy="871875"/>
            </a:xfrm>
            <a:custGeom>
              <a:rect b="b" l="l" r="r" t="t"/>
              <a:pathLst>
                <a:path extrusionOk="0" h="34875" w="21445">
                  <a:moveTo>
                    <a:pt x="17950" y="1"/>
                  </a:moveTo>
                  <a:cubicBezTo>
                    <a:pt x="17053" y="1"/>
                    <a:pt x="16154" y="40"/>
                    <a:pt x="15253" y="120"/>
                  </a:cubicBezTo>
                  <a:cubicBezTo>
                    <a:pt x="9716" y="608"/>
                    <a:pt x="4347" y="2751"/>
                    <a:pt x="13" y="6740"/>
                  </a:cubicBezTo>
                  <a:lnTo>
                    <a:pt x="1" y="34874"/>
                  </a:lnTo>
                  <a:cubicBezTo>
                    <a:pt x="2454" y="33350"/>
                    <a:pt x="5228" y="32993"/>
                    <a:pt x="7990" y="32386"/>
                  </a:cubicBezTo>
                  <a:cubicBezTo>
                    <a:pt x="10342" y="31868"/>
                    <a:pt x="12697" y="31648"/>
                    <a:pt x="15048" y="31648"/>
                  </a:cubicBezTo>
                  <a:cubicBezTo>
                    <a:pt x="17185" y="31648"/>
                    <a:pt x="19318" y="31830"/>
                    <a:pt x="21444" y="32136"/>
                  </a:cubicBezTo>
                  <a:cubicBezTo>
                    <a:pt x="21170" y="21480"/>
                    <a:pt x="20968" y="10800"/>
                    <a:pt x="20837" y="132"/>
                  </a:cubicBezTo>
                  <a:cubicBezTo>
                    <a:pt x="19875" y="46"/>
                    <a:pt x="18913" y="1"/>
                    <a:pt x="179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2"/>
            <p:cNvSpPr/>
            <p:nvPr/>
          </p:nvSpPr>
          <p:spPr>
            <a:xfrm>
              <a:off x="4498775" y="764675"/>
              <a:ext cx="459000" cy="1027375"/>
            </a:xfrm>
            <a:custGeom>
              <a:rect b="b" l="l" r="r" t="t"/>
              <a:pathLst>
                <a:path extrusionOk="0" h="41095" w="18360">
                  <a:moveTo>
                    <a:pt x="17924" y="0"/>
                  </a:moveTo>
                  <a:cubicBezTo>
                    <a:pt x="15322" y="0"/>
                    <a:pt x="12651" y="612"/>
                    <a:pt x="9989" y="2089"/>
                  </a:cubicBezTo>
                  <a:cubicBezTo>
                    <a:pt x="6429" y="4066"/>
                    <a:pt x="2810" y="7685"/>
                    <a:pt x="24" y="12841"/>
                  </a:cubicBezTo>
                  <a:lnTo>
                    <a:pt x="0" y="41094"/>
                  </a:lnTo>
                  <a:cubicBezTo>
                    <a:pt x="1560" y="38927"/>
                    <a:pt x="3524" y="37308"/>
                    <a:pt x="5310" y="36201"/>
                  </a:cubicBezTo>
                  <a:cubicBezTo>
                    <a:pt x="9656" y="33522"/>
                    <a:pt x="14061" y="32045"/>
                    <a:pt x="18336" y="31843"/>
                  </a:cubicBezTo>
                  <a:lnTo>
                    <a:pt x="18360" y="6"/>
                  </a:lnTo>
                  <a:cubicBezTo>
                    <a:pt x="18215" y="2"/>
                    <a:pt x="18069" y="0"/>
                    <a:pt x="179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72"/>
            <p:cNvSpPr/>
            <p:nvPr/>
          </p:nvSpPr>
          <p:spPr>
            <a:xfrm>
              <a:off x="3788850" y="919850"/>
              <a:ext cx="710525" cy="872775"/>
            </a:xfrm>
            <a:custGeom>
              <a:rect b="b" l="l" r="r" t="t"/>
              <a:pathLst>
                <a:path extrusionOk="0" h="34911" w="28421">
                  <a:moveTo>
                    <a:pt x="10377" y="1"/>
                  </a:moveTo>
                  <a:cubicBezTo>
                    <a:pt x="6895" y="1"/>
                    <a:pt x="3415" y="575"/>
                    <a:pt x="24" y="1538"/>
                  </a:cubicBezTo>
                  <a:lnTo>
                    <a:pt x="1" y="33482"/>
                  </a:lnTo>
                  <a:cubicBezTo>
                    <a:pt x="4307" y="32460"/>
                    <a:pt x="8697" y="31943"/>
                    <a:pt x="13092" y="31943"/>
                  </a:cubicBezTo>
                  <a:cubicBezTo>
                    <a:pt x="15502" y="31943"/>
                    <a:pt x="17913" y="32099"/>
                    <a:pt x="20313" y="32411"/>
                  </a:cubicBezTo>
                  <a:cubicBezTo>
                    <a:pt x="23111" y="32768"/>
                    <a:pt x="25956" y="33387"/>
                    <a:pt x="28397" y="34911"/>
                  </a:cubicBezTo>
                  <a:lnTo>
                    <a:pt x="28421" y="6777"/>
                  </a:lnTo>
                  <a:cubicBezTo>
                    <a:pt x="24099" y="2776"/>
                    <a:pt x="18634" y="633"/>
                    <a:pt x="13098" y="121"/>
                  </a:cubicBezTo>
                  <a:cubicBezTo>
                    <a:pt x="12192" y="40"/>
                    <a:pt x="11284" y="1"/>
                    <a:pt x="103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72"/>
            <p:cNvSpPr/>
            <p:nvPr/>
          </p:nvSpPr>
          <p:spPr>
            <a:xfrm>
              <a:off x="3932625" y="1036200"/>
              <a:ext cx="453350" cy="78375"/>
            </a:xfrm>
            <a:custGeom>
              <a:rect b="b" l="l" r="r" t="t"/>
              <a:pathLst>
                <a:path extrusionOk="0" h="3135" w="18134">
                  <a:moveTo>
                    <a:pt x="5724" y="0"/>
                  </a:moveTo>
                  <a:cubicBezTo>
                    <a:pt x="3859" y="0"/>
                    <a:pt x="1968" y="158"/>
                    <a:pt x="0" y="468"/>
                  </a:cubicBezTo>
                  <a:cubicBezTo>
                    <a:pt x="0" y="801"/>
                    <a:pt x="24" y="944"/>
                    <a:pt x="24" y="1277"/>
                  </a:cubicBezTo>
                  <a:cubicBezTo>
                    <a:pt x="1988" y="967"/>
                    <a:pt x="3878" y="810"/>
                    <a:pt x="5743" y="810"/>
                  </a:cubicBezTo>
                  <a:cubicBezTo>
                    <a:pt x="9825" y="810"/>
                    <a:pt x="13786" y="1565"/>
                    <a:pt x="18134" y="3135"/>
                  </a:cubicBezTo>
                  <a:cubicBezTo>
                    <a:pt x="18134" y="2813"/>
                    <a:pt x="18134" y="2658"/>
                    <a:pt x="18122" y="2325"/>
                  </a:cubicBezTo>
                  <a:cubicBezTo>
                    <a:pt x="13766" y="756"/>
                    <a:pt x="9808" y="0"/>
                    <a:pt x="57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2"/>
            <p:cNvSpPr/>
            <p:nvPr/>
          </p:nvSpPr>
          <p:spPr>
            <a:xfrm>
              <a:off x="3934400" y="1110475"/>
              <a:ext cx="453075" cy="78525"/>
            </a:xfrm>
            <a:custGeom>
              <a:rect b="b" l="l" r="r" t="t"/>
              <a:pathLst>
                <a:path extrusionOk="0" h="3141" w="18123">
                  <a:moveTo>
                    <a:pt x="5713" y="1"/>
                  </a:moveTo>
                  <a:cubicBezTo>
                    <a:pt x="3851" y="1"/>
                    <a:pt x="1963" y="160"/>
                    <a:pt x="1" y="473"/>
                  </a:cubicBezTo>
                  <a:cubicBezTo>
                    <a:pt x="1" y="807"/>
                    <a:pt x="13" y="949"/>
                    <a:pt x="13" y="1283"/>
                  </a:cubicBezTo>
                  <a:cubicBezTo>
                    <a:pt x="1984" y="972"/>
                    <a:pt x="3881" y="813"/>
                    <a:pt x="5753" y="813"/>
                  </a:cubicBezTo>
                  <a:cubicBezTo>
                    <a:pt x="9827" y="813"/>
                    <a:pt x="13782" y="1566"/>
                    <a:pt x="18122" y="3140"/>
                  </a:cubicBezTo>
                  <a:cubicBezTo>
                    <a:pt x="18122" y="2819"/>
                    <a:pt x="18122" y="2652"/>
                    <a:pt x="18110" y="2342"/>
                  </a:cubicBezTo>
                  <a:cubicBezTo>
                    <a:pt x="13753" y="765"/>
                    <a:pt x="9794" y="1"/>
                    <a:pt x="57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2"/>
            <p:cNvSpPr/>
            <p:nvPr/>
          </p:nvSpPr>
          <p:spPr>
            <a:xfrm>
              <a:off x="3935900" y="1185025"/>
              <a:ext cx="453050" cy="78075"/>
            </a:xfrm>
            <a:custGeom>
              <a:rect b="b" l="l" r="r" t="t"/>
              <a:pathLst>
                <a:path extrusionOk="0" h="3123" w="18122">
                  <a:moveTo>
                    <a:pt x="5710" y="1"/>
                  </a:moveTo>
                  <a:cubicBezTo>
                    <a:pt x="3848" y="1"/>
                    <a:pt x="1962" y="158"/>
                    <a:pt x="0" y="468"/>
                  </a:cubicBezTo>
                  <a:cubicBezTo>
                    <a:pt x="0" y="801"/>
                    <a:pt x="12" y="944"/>
                    <a:pt x="12" y="1277"/>
                  </a:cubicBezTo>
                  <a:cubicBezTo>
                    <a:pt x="1979" y="963"/>
                    <a:pt x="3872" y="804"/>
                    <a:pt x="5740" y="804"/>
                  </a:cubicBezTo>
                  <a:cubicBezTo>
                    <a:pt x="9819" y="804"/>
                    <a:pt x="13777" y="1563"/>
                    <a:pt x="18122" y="3123"/>
                  </a:cubicBezTo>
                  <a:cubicBezTo>
                    <a:pt x="18122" y="2813"/>
                    <a:pt x="18110" y="2647"/>
                    <a:pt x="18110" y="2337"/>
                  </a:cubicBezTo>
                  <a:cubicBezTo>
                    <a:pt x="13751" y="759"/>
                    <a:pt x="9792" y="1"/>
                    <a:pt x="57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72"/>
            <p:cNvSpPr/>
            <p:nvPr/>
          </p:nvSpPr>
          <p:spPr>
            <a:xfrm>
              <a:off x="3937375" y="1259000"/>
              <a:ext cx="453075" cy="78525"/>
            </a:xfrm>
            <a:custGeom>
              <a:rect b="b" l="l" r="r" t="t"/>
              <a:pathLst>
                <a:path extrusionOk="0" h="3141" w="18123">
                  <a:moveTo>
                    <a:pt x="5720" y="1"/>
                  </a:moveTo>
                  <a:cubicBezTo>
                    <a:pt x="3855" y="1"/>
                    <a:pt x="1966" y="160"/>
                    <a:pt x="1" y="473"/>
                  </a:cubicBezTo>
                  <a:cubicBezTo>
                    <a:pt x="1" y="807"/>
                    <a:pt x="13" y="950"/>
                    <a:pt x="13" y="1283"/>
                  </a:cubicBezTo>
                  <a:cubicBezTo>
                    <a:pt x="1984" y="972"/>
                    <a:pt x="3881" y="813"/>
                    <a:pt x="5753" y="813"/>
                  </a:cubicBezTo>
                  <a:cubicBezTo>
                    <a:pt x="9828" y="813"/>
                    <a:pt x="13782" y="1566"/>
                    <a:pt x="18122" y="3140"/>
                  </a:cubicBezTo>
                  <a:cubicBezTo>
                    <a:pt x="18110" y="2831"/>
                    <a:pt x="18110" y="2664"/>
                    <a:pt x="18110" y="2331"/>
                  </a:cubicBezTo>
                  <a:cubicBezTo>
                    <a:pt x="13755" y="762"/>
                    <a:pt x="9798" y="1"/>
                    <a:pt x="57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72"/>
            <p:cNvSpPr/>
            <p:nvPr/>
          </p:nvSpPr>
          <p:spPr>
            <a:xfrm>
              <a:off x="3938875" y="1333425"/>
              <a:ext cx="453050" cy="78500"/>
            </a:xfrm>
            <a:custGeom>
              <a:rect b="b" l="l" r="r" t="t"/>
              <a:pathLst>
                <a:path extrusionOk="0" h="3140" w="18122">
                  <a:moveTo>
                    <a:pt x="5719" y="0"/>
                  </a:moveTo>
                  <a:cubicBezTo>
                    <a:pt x="3855" y="0"/>
                    <a:pt x="1965" y="159"/>
                    <a:pt x="0" y="473"/>
                  </a:cubicBezTo>
                  <a:cubicBezTo>
                    <a:pt x="0" y="806"/>
                    <a:pt x="12" y="949"/>
                    <a:pt x="12" y="1283"/>
                  </a:cubicBezTo>
                  <a:cubicBezTo>
                    <a:pt x="1984" y="971"/>
                    <a:pt x="3881" y="813"/>
                    <a:pt x="5753" y="813"/>
                  </a:cubicBezTo>
                  <a:cubicBezTo>
                    <a:pt x="9827" y="813"/>
                    <a:pt x="13782" y="1565"/>
                    <a:pt x="18122" y="3140"/>
                  </a:cubicBezTo>
                  <a:cubicBezTo>
                    <a:pt x="18110" y="2807"/>
                    <a:pt x="18110" y="2664"/>
                    <a:pt x="18110" y="2330"/>
                  </a:cubicBezTo>
                  <a:cubicBezTo>
                    <a:pt x="13755" y="761"/>
                    <a:pt x="9798" y="0"/>
                    <a:pt x="57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2"/>
            <p:cNvSpPr/>
            <p:nvPr/>
          </p:nvSpPr>
          <p:spPr>
            <a:xfrm>
              <a:off x="3940075" y="1407825"/>
              <a:ext cx="453350" cy="78525"/>
            </a:xfrm>
            <a:custGeom>
              <a:rect b="b" l="l" r="r" t="t"/>
              <a:pathLst>
                <a:path extrusionOk="0" h="3141" w="18134">
                  <a:moveTo>
                    <a:pt x="5727" y="1"/>
                  </a:moveTo>
                  <a:cubicBezTo>
                    <a:pt x="3861" y="1"/>
                    <a:pt x="1968" y="160"/>
                    <a:pt x="0" y="473"/>
                  </a:cubicBezTo>
                  <a:cubicBezTo>
                    <a:pt x="0" y="807"/>
                    <a:pt x="24" y="950"/>
                    <a:pt x="24" y="1283"/>
                  </a:cubicBezTo>
                  <a:cubicBezTo>
                    <a:pt x="1995" y="972"/>
                    <a:pt x="3892" y="813"/>
                    <a:pt x="5764" y="813"/>
                  </a:cubicBezTo>
                  <a:cubicBezTo>
                    <a:pt x="9839" y="813"/>
                    <a:pt x="13793" y="1566"/>
                    <a:pt x="18133" y="3140"/>
                  </a:cubicBezTo>
                  <a:cubicBezTo>
                    <a:pt x="18121" y="2807"/>
                    <a:pt x="18121" y="2664"/>
                    <a:pt x="18121" y="2331"/>
                  </a:cubicBezTo>
                  <a:cubicBezTo>
                    <a:pt x="13766" y="762"/>
                    <a:pt x="9809"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2"/>
            <p:cNvSpPr/>
            <p:nvPr/>
          </p:nvSpPr>
          <p:spPr>
            <a:xfrm>
              <a:off x="3941250" y="1482250"/>
              <a:ext cx="453350" cy="78525"/>
            </a:xfrm>
            <a:custGeom>
              <a:rect b="b" l="l" r="r" t="t"/>
              <a:pathLst>
                <a:path extrusionOk="0" h="3141" w="18134">
                  <a:moveTo>
                    <a:pt x="5722" y="0"/>
                  </a:moveTo>
                  <a:cubicBezTo>
                    <a:pt x="3856" y="0"/>
                    <a:pt x="1965" y="159"/>
                    <a:pt x="1" y="473"/>
                  </a:cubicBezTo>
                  <a:cubicBezTo>
                    <a:pt x="1" y="806"/>
                    <a:pt x="13" y="949"/>
                    <a:pt x="13" y="1283"/>
                  </a:cubicBezTo>
                  <a:cubicBezTo>
                    <a:pt x="1988" y="972"/>
                    <a:pt x="3886" y="813"/>
                    <a:pt x="5759" y="813"/>
                  </a:cubicBezTo>
                  <a:cubicBezTo>
                    <a:pt x="9834" y="813"/>
                    <a:pt x="13786" y="1565"/>
                    <a:pt x="18134" y="3140"/>
                  </a:cubicBezTo>
                  <a:cubicBezTo>
                    <a:pt x="18134" y="2807"/>
                    <a:pt x="18134" y="2652"/>
                    <a:pt x="18110" y="2330"/>
                  </a:cubicBezTo>
                  <a:cubicBezTo>
                    <a:pt x="13763" y="762"/>
                    <a:pt x="9803" y="0"/>
                    <a:pt x="57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2"/>
            <p:cNvSpPr/>
            <p:nvPr/>
          </p:nvSpPr>
          <p:spPr>
            <a:xfrm>
              <a:off x="3942750" y="1556350"/>
              <a:ext cx="453350" cy="78525"/>
            </a:xfrm>
            <a:custGeom>
              <a:rect b="b" l="l" r="r" t="t"/>
              <a:pathLst>
                <a:path extrusionOk="0" h="3141" w="18134">
                  <a:moveTo>
                    <a:pt x="5727" y="1"/>
                  </a:moveTo>
                  <a:cubicBezTo>
                    <a:pt x="3861" y="1"/>
                    <a:pt x="1969" y="160"/>
                    <a:pt x="0" y="474"/>
                  </a:cubicBezTo>
                  <a:cubicBezTo>
                    <a:pt x="0" y="795"/>
                    <a:pt x="24" y="950"/>
                    <a:pt x="24" y="1271"/>
                  </a:cubicBezTo>
                  <a:cubicBezTo>
                    <a:pt x="1984" y="966"/>
                    <a:pt x="3870" y="810"/>
                    <a:pt x="5731" y="810"/>
                  </a:cubicBezTo>
                  <a:cubicBezTo>
                    <a:pt x="9813" y="810"/>
                    <a:pt x="13774" y="1562"/>
                    <a:pt x="18133" y="3141"/>
                  </a:cubicBezTo>
                  <a:cubicBezTo>
                    <a:pt x="18133" y="2819"/>
                    <a:pt x="18133" y="2664"/>
                    <a:pt x="18110" y="2331"/>
                  </a:cubicBezTo>
                  <a:cubicBezTo>
                    <a:pt x="13763" y="762"/>
                    <a:pt x="9808"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72"/>
            <p:cNvSpPr/>
            <p:nvPr/>
          </p:nvSpPr>
          <p:spPr>
            <a:xfrm>
              <a:off x="3944225" y="1630775"/>
              <a:ext cx="453350" cy="78525"/>
            </a:xfrm>
            <a:custGeom>
              <a:rect b="b" l="l" r="r" t="t"/>
              <a:pathLst>
                <a:path extrusionOk="0" h="3141" w="18134">
                  <a:moveTo>
                    <a:pt x="5727" y="0"/>
                  </a:moveTo>
                  <a:cubicBezTo>
                    <a:pt x="3861" y="0"/>
                    <a:pt x="1969" y="159"/>
                    <a:pt x="1" y="473"/>
                  </a:cubicBezTo>
                  <a:cubicBezTo>
                    <a:pt x="1" y="795"/>
                    <a:pt x="25" y="949"/>
                    <a:pt x="25" y="1271"/>
                  </a:cubicBezTo>
                  <a:cubicBezTo>
                    <a:pt x="1985" y="965"/>
                    <a:pt x="3871" y="809"/>
                    <a:pt x="5731" y="809"/>
                  </a:cubicBezTo>
                  <a:cubicBezTo>
                    <a:pt x="9814" y="809"/>
                    <a:pt x="13774" y="1562"/>
                    <a:pt x="18134" y="3140"/>
                  </a:cubicBezTo>
                  <a:cubicBezTo>
                    <a:pt x="18134" y="2819"/>
                    <a:pt x="18122" y="2664"/>
                    <a:pt x="18122" y="2331"/>
                  </a:cubicBezTo>
                  <a:cubicBezTo>
                    <a:pt x="13767" y="762"/>
                    <a:pt x="9810" y="0"/>
                    <a:pt x="5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2"/>
            <p:cNvSpPr/>
            <p:nvPr/>
          </p:nvSpPr>
          <p:spPr>
            <a:xfrm>
              <a:off x="4557400" y="881250"/>
              <a:ext cx="347975" cy="229750"/>
            </a:xfrm>
            <a:custGeom>
              <a:rect b="b" l="l" r="r" t="t"/>
              <a:pathLst>
                <a:path extrusionOk="0" h="9190" w="13919">
                  <a:moveTo>
                    <a:pt x="13021" y="0"/>
                  </a:moveTo>
                  <a:cubicBezTo>
                    <a:pt x="6999" y="0"/>
                    <a:pt x="3045" y="4692"/>
                    <a:pt x="1" y="8452"/>
                  </a:cubicBezTo>
                  <a:lnTo>
                    <a:pt x="1" y="9190"/>
                  </a:lnTo>
                  <a:cubicBezTo>
                    <a:pt x="3038" y="5450"/>
                    <a:pt x="6981" y="771"/>
                    <a:pt x="12992" y="771"/>
                  </a:cubicBezTo>
                  <a:cubicBezTo>
                    <a:pt x="13295" y="771"/>
                    <a:pt x="13604" y="783"/>
                    <a:pt x="13919" y="808"/>
                  </a:cubicBezTo>
                  <a:cubicBezTo>
                    <a:pt x="13919" y="498"/>
                    <a:pt x="13907" y="343"/>
                    <a:pt x="13907" y="34"/>
                  </a:cubicBezTo>
                  <a:cubicBezTo>
                    <a:pt x="13607" y="11"/>
                    <a:pt x="13312" y="0"/>
                    <a:pt x="13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72"/>
            <p:cNvSpPr/>
            <p:nvPr/>
          </p:nvSpPr>
          <p:spPr>
            <a:xfrm>
              <a:off x="4558000" y="952875"/>
              <a:ext cx="348875" cy="225700"/>
            </a:xfrm>
            <a:custGeom>
              <a:rect b="b" l="l" r="r" t="t"/>
              <a:pathLst>
                <a:path extrusionOk="0" h="9028" w="13955">
                  <a:moveTo>
                    <a:pt x="12870" y="1"/>
                  </a:moveTo>
                  <a:cubicBezTo>
                    <a:pt x="6929" y="1"/>
                    <a:pt x="3014" y="4602"/>
                    <a:pt x="12" y="8301"/>
                  </a:cubicBezTo>
                  <a:cubicBezTo>
                    <a:pt x="0" y="8599"/>
                    <a:pt x="0" y="8742"/>
                    <a:pt x="12" y="9027"/>
                  </a:cubicBezTo>
                  <a:cubicBezTo>
                    <a:pt x="3015" y="5364"/>
                    <a:pt x="6914" y="793"/>
                    <a:pt x="12821" y="793"/>
                  </a:cubicBezTo>
                  <a:cubicBezTo>
                    <a:pt x="13191" y="793"/>
                    <a:pt x="13569" y="811"/>
                    <a:pt x="13955" y="848"/>
                  </a:cubicBezTo>
                  <a:cubicBezTo>
                    <a:pt x="13955" y="526"/>
                    <a:pt x="13943" y="372"/>
                    <a:pt x="13943" y="50"/>
                  </a:cubicBezTo>
                  <a:cubicBezTo>
                    <a:pt x="13578" y="17"/>
                    <a:pt x="13220" y="1"/>
                    <a:pt x="128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72"/>
            <p:cNvSpPr/>
            <p:nvPr/>
          </p:nvSpPr>
          <p:spPr>
            <a:xfrm>
              <a:off x="4558600" y="1025050"/>
              <a:ext cx="349775" cy="221675"/>
            </a:xfrm>
            <a:custGeom>
              <a:rect b="b" l="l" r="r" t="t"/>
              <a:pathLst>
                <a:path extrusionOk="0" h="8867" w="13991">
                  <a:moveTo>
                    <a:pt x="12720" y="0"/>
                  </a:moveTo>
                  <a:cubicBezTo>
                    <a:pt x="6871" y="0"/>
                    <a:pt x="2993" y="4501"/>
                    <a:pt x="0" y="8117"/>
                  </a:cubicBezTo>
                  <a:lnTo>
                    <a:pt x="0" y="8867"/>
                  </a:lnTo>
                  <a:cubicBezTo>
                    <a:pt x="2987" y="5259"/>
                    <a:pt x="6863" y="781"/>
                    <a:pt x="12691" y="781"/>
                  </a:cubicBezTo>
                  <a:cubicBezTo>
                    <a:pt x="13114" y="781"/>
                    <a:pt x="13547" y="805"/>
                    <a:pt x="13990" y="854"/>
                  </a:cubicBezTo>
                  <a:cubicBezTo>
                    <a:pt x="13990" y="545"/>
                    <a:pt x="13978" y="378"/>
                    <a:pt x="13978" y="68"/>
                  </a:cubicBezTo>
                  <a:cubicBezTo>
                    <a:pt x="13549" y="22"/>
                    <a:pt x="13130" y="0"/>
                    <a:pt x="127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2"/>
            <p:cNvSpPr/>
            <p:nvPr/>
          </p:nvSpPr>
          <p:spPr>
            <a:xfrm>
              <a:off x="4558600" y="1097725"/>
              <a:ext cx="350950" cy="217475"/>
            </a:xfrm>
            <a:custGeom>
              <a:rect b="b" l="l" r="r" t="t"/>
              <a:pathLst>
                <a:path extrusionOk="0" h="8699" w="14038">
                  <a:moveTo>
                    <a:pt x="12583" y="0"/>
                  </a:moveTo>
                  <a:cubicBezTo>
                    <a:pt x="6813" y="0"/>
                    <a:pt x="2974" y="4404"/>
                    <a:pt x="0" y="7972"/>
                  </a:cubicBezTo>
                  <a:cubicBezTo>
                    <a:pt x="12" y="8270"/>
                    <a:pt x="12" y="8413"/>
                    <a:pt x="12" y="8698"/>
                  </a:cubicBezTo>
                  <a:cubicBezTo>
                    <a:pt x="2972" y="5157"/>
                    <a:pt x="6791" y="788"/>
                    <a:pt x="12518" y="788"/>
                  </a:cubicBezTo>
                  <a:cubicBezTo>
                    <a:pt x="13010" y="788"/>
                    <a:pt x="13517" y="820"/>
                    <a:pt x="14038" y="888"/>
                  </a:cubicBezTo>
                  <a:cubicBezTo>
                    <a:pt x="14038" y="566"/>
                    <a:pt x="14026" y="412"/>
                    <a:pt x="14026" y="90"/>
                  </a:cubicBezTo>
                  <a:cubicBezTo>
                    <a:pt x="13532" y="29"/>
                    <a:pt x="13051" y="0"/>
                    <a:pt x="12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72"/>
            <p:cNvSpPr/>
            <p:nvPr/>
          </p:nvSpPr>
          <p:spPr>
            <a:xfrm>
              <a:off x="4559475" y="1170875"/>
              <a:ext cx="351575" cy="213075"/>
            </a:xfrm>
            <a:custGeom>
              <a:rect b="b" l="l" r="r" t="t"/>
              <a:pathLst>
                <a:path extrusionOk="0" h="8523" w="14063">
                  <a:moveTo>
                    <a:pt x="12412" y="0"/>
                  </a:moveTo>
                  <a:cubicBezTo>
                    <a:pt x="6738" y="0"/>
                    <a:pt x="2941" y="4312"/>
                    <a:pt x="1" y="7796"/>
                  </a:cubicBezTo>
                  <a:lnTo>
                    <a:pt x="1" y="8523"/>
                  </a:lnTo>
                  <a:cubicBezTo>
                    <a:pt x="2945" y="5058"/>
                    <a:pt x="6721" y="780"/>
                    <a:pt x="12378" y="780"/>
                  </a:cubicBezTo>
                  <a:cubicBezTo>
                    <a:pt x="12922" y="780"/>
                    <a:pt x="13483" y="819"/>
                    <a:pt x="14062" y="903"/>
                  </a:cubicBezTo>
                  <a:cubicBezTo>
                    <a:pt x="14062" y="593"/>
                    <a:pt x="14050" y="427"/>
                    <a:pt x="14050" y="117"/>
                  </a:cubicBezTo>
                  <a:cubicBezTo>
                    <a:pt x="13487" y="38"/>
                    <a:pt x="12942" y="0"/>
                    <a:pt x="12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72"/>
            <p:cNvSpPr/>
            <p:nvPr/>
          </p:nvSpPr>
          <p:spPr>
            <a:xfrm>
              <a:off x="4559775" y="1243700"/>
              <a:ext cx="352750" cy="209600"/>
            </a:xfrm>
            <a:custGeom>
              <a:rect b="b" l="l" r="r" t="t"/>
              <a:pathLst>
                <a:path extrusionOk="0" h="8384" w="14110">
                  <a:moveTo>
                    <a:pt x="12276" y="0"/>
                  </a:moveTo>
                  <a:cubicBezTo>
                    <a:pt x="6672" y="0"/>
                    <a:pt x="2922" y="4217"/>
                    <a:pt x="1" y="7634"/>
                  </a:cubicBezTo>
                  <a:lnTo>
                    <a:pt x="1" y="8384"/>
                  </a:lnTo>
                  <a:cubicBezTo>
                    <a:pt x="2911" y="4979"/>
                    <a:pt x="6645" y="800"/>
                    <a:pt x="12225" y="800"/>
                  </a:cubicBezTo>
                  <a:cubicBezTo>
                    <a:pt x="12831" y="800"/>
                    <a:pt x="13459" y="849"/>
                    <a:pt x="14110" y="954"/>
                  </a:cubicBezTo>
                  <a:cubicBezTo>
                    <a:pt x="14110" y="645"/>
                    <a:pt x="14098" y="478"/>
                    <a:pt x="14098" y="145"/>
                  </a:cubicBezTo>
                  <a:cubicBezTo>
                    <a:pt x="13469" y="47"/>
                    <a:pt x="12863" y="0"/>
                    <a:pt x="122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2"/>
            <p:cNvSpPr/>
            <p:nvPr/>
          </p:nvSpPr>
          <p:spPr>
            <a:xfrm>
              <a:off x="4560075" y="1317350"/>
              <a:ext cx="353950" cy="205325"/>
            </a:xfrm>
            <a:custGeom>
              <a:rect b="b" l="l" r="r" t="t"/>
              <a:pathLst>
                <a:path extrusionOk="0" h="8213" w="14158">
                  <a:moveTo>
                    <a:pt x="12147" y="1"/>
                  </a:moveTo>
                  <a:cubicBezTo>
                    <a:pt x="6628" y="1"/>
                    <a:pt x="2914" y="4124"/>
                    <a:pt x="13" y="7474"/>
                  </a:cubicBezTo>
                  <a:cubicBezTo>
                    <a:pt x="1" y="7772"/>
                    <a:pt x="1" y="7914"/>
                    <a:pt x="13" y="8212"/>
                  </a:cubicBezTo>
                  <a:cubicBezTo>
                    <a:pt x="2912" y="4888"/>
                    <a:pt x="6607" y="796"/>
                    <a:pt x="12087" y="796"/>
                  </a:cubicBezTo>
                  <a:cubicBezTo>
                    <a:pt x="12750" y="796"/>
                    <a:pt x="13440" y="856"/>
                    <a:pt x="14157" y="985"/>
                  </a:cubicBezTo>
                  <a:cubicBezTo>
                    <a:pt x="14157" y="652"/>
                    <a:pt x="14145" y="509"/>
                    <a:pt x="14145" y="175"/>
                  </a:cubicBezTo>
                  <a:cubicBezTo>
                    <a:pt x="13454" y="56"/>
                    <a:pt x="12789" y="1"/>
                    <a:pt x="121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72"/>
            <p:cNvSpPr/>
            <p:nvPr/>
          </p:nvSpPr>
          <p:spPr>
            <a:xfrm>
              <a:off x="4560975" y="1391175"/>
              <a:ext cx="354525" cy="201425"/>
            </a:xfrm>
            <a:custGeom>
              <a:rect b="b" l="l" r="r" t="t"/>
              <a:pathLst>
                <a:path extrusionOk="0" h="8057" w="14181">
                  <a:moveTo>
                    <a:pt x="11984" y="0"/>
                  </a:moveTo>
                  <a:cubicBezTo>
                    <a:pt x="6552" y="0"/>
                    <a:pt x="2870" y="4038"/>
                    <a:pt x="0" y="7319"/>
                  </a:cubicBezTo>
                  <a:lnTo>
                    <a:pt x="0" y="8057"/>
                  </a:lnTo>
                  <a:cubicBezTo>
                    <a:pt x="2859" y="4799"/>
                    <a:pt x="6526" y="798"/>
                    <a:pt x="11933" y="798"/>
                  </a:cubicBezTo>
                  <a:cubicBezTo>
                    <a:pt x="12651" y="798"/>
                    <a:pt x="13399" y="868"/>
                    <a:pt x="14181" y="1020"/>
                  </a:cubicBezTo>
                  <a:cubicBezTo>
                    <a:pt x="14181" y="699"/>
                    <a:pt x="14169" y="532"/>
                    <a:pt x="14169" y="211"/>
                  </a:cubicBezTo>
                  <a:cubicBezTo>
                    <a:pt x="13410" y="67"/>
                    <a:pt x="12683" y="0"/>
                    <a:pt x="11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72"/>
            <p:cNvSpPr/>
            <p:nvPr/>
          </p:nvSpPr>
          <p:spPr>
            <a:xfrm>
              <a:off x="4560975" y="1465175"/>
              <a:ext cx="355725" cy="197375"/>
            </a:xfrm>
            <a:custGeom>
              <a:rect b="b" l="l" r="r" t="t"/>
              <a:pathLst>
                <a:path extrusionOk="0" h="7895" w="14229">
                  <a:moveTo>
                    <a:pt x="11824" y="0"/>
                  </a:moveTo>
                  <a:cubicBezTo>
                    <a:pt x="6479" y="0"/>
                    <a:pt x="2847" y="3933"/>
                    <a:pt x="0" y="7145"/>
                  </a:cubicBezTo>
                  <a:cubicBezTo>
                    <a:pt x="12" y="7454"/>
                    <a:pt x="12" y="7597"/>
                    <a:pt x="12" y="7895"/>
                  </a:cubicBezTo>
                  <a:cubicBezTo>
                    <a:pt x="2865" y="4699"/>
                    <a:pt x="6500" y="793"/>
                    <a:pt x="11825" y="793"/>
                  </a:cubicBezTo>
                  <a:cubicBezTo>
                    <a:pt x="12590" y="793"/>
                    <a:pt x="13391" y="874"/>
                    <a:pt x="14228" y="1049"/>
                  </a:cubicBezTo>
                  <a:cubicBezTo>
                    <a:pt x="14228" y="727"/>
                    <a:pt x="14205" y="561"/>
                    <a:pt x="14205" y="251"/>
                  </a:cubicBezTo>
                  <a:cubicBezTo>
                    <a:pt x="13375" y="80"/>
                    <a:pt x="12582" y="0"/>
                    <a:pt x="11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5" name="Google Shape;975;p72"/>
          <p:cNvGrpSpPr/>
          <p:nvPr/>
        </p:nvGrpSpPr>
        <p:grpSpPr>
          <a:xfrm>
            <a:off x="1134716" y="3640520"/>
            <a:ext cx="582138" cy="582138"/>
            <a:chOff x="3796125" y="-35750"/>
            <a:chExt cx="773400" cy="773400"/>
          </a:xfrm>
        </p:grpSpPr>
        <p:sp>
          <p:nvSpPr>
            <p:cNvPr id="976" name="Google Shape;976;p7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8" name="Google Shape;978;p72"/>
          <p:cNvGrpSpPr/>
          <p:nvPr/>
        </p:nvGrpSpPr>
        <p:grpSpPr>
          <a:xfrm>
            <a:off x="6978321" y="-71154"/>
            <a:ext cx="1914410" cy="1661326"/>
            <a:chOff x="578925" y="1139250"/>
            <a:chExt cx="974850" cy="845975"/>
          </a:xfrm>
        </p:grpSpPr>
        <p:sp>
          <p:nvSpPr>
            <p:cNvPr id="979" name="Google Shape;979;p72"/>
            <p:cNvSpPr/>
            <p:nvPr/>
          </p:nvSpPr>
          <p:spPr>
            <a:xfrm>
              <a:off x="578925" y="1139250"/>
              <a:ext cx="974850" cy="845975"/>
            </a:xfrm>
            <a:custGeom>
              <a:rect b="b" l="l" r="r" t="t"/>
              <a:pathLst>
                <a:path extrusionOk="0" h="33839" w="38994">
                  <a:moveTo>
                    <a:pt x="19527" y="11550"/>
                  </a:moveTo>
                  <a:cubicBezTo>
                    <a:pt x="19741" y="11764"/>
                    <a:pt x="19944" y="12002"/>
                    <a:pt x="20158" y="12240"/>
                  </a:cubicBezTo>
                  <a:lnTo>
                    <a:pt x="18884" y="12240"/>
                  </a:lnTo>
                  <a:cubicBezTo>
                    <a:pt x="19098" y="12002"/>
                    <a:pt x="19325" y="11788"/>
                    <a:pt x="19527" y="11550"/>
                  </a:cubicBezTo>
                  <a:close/>
                  <a:moveTo>
                    <a:pt x="6275" y="727"/>
                  </a:moveTo>
                  <a:cubicBezTo>
                    <a:pt x="7978" y="727"/>
                    <a:pt x="12871" y="4323"/>
                    <a:pt x="19063" y="11050"/>
                  </a:cubicBezTo>
                  <a:cubicBezTo>
                    <a:pt x="18693" y="11455"/>
                    <a:pt x="18336" y="11859"/>
                    <a:pt x="17967" y="12264"/>
                  </a:cubicBezTo>
                  <a:cubicBezTo>
                    <a:pt x="15812" y="12300"/>
                    <a:pt x="13633" y="12419"/>
                    <a:pt x="11609" y="12633"/>
                  </a:cubicBezTo>
                  <a:cubicBezTo>
                    <a:pt x="7216" y="6549"/>
                    <a:pt x="5049" y="1930"/>
                    <a:pt x="5823" y="906"/>
                  </a:cubicBezTo>
                  <a:cubicBezTo>
                    <a:pt x="5882" y="834"/>
                    <a:pt x="5978" y="727"/>
                    <a:pt x="6275" y="727"/>
                  </a:cubicBezTo>
                  <a:close/>
                  <a:moveTo>
                    <a:pt x="32874" y="668"/>
                  </a:moveTo>
                  <a:cubicBezTo>
                    <a:pt x="33088" y="668"/>
                    <a:pt x="33112" y="739"/>
                    <a:pt x="33136" y="799"/>
                  </a:cubicBezTo>
                  <a:cubicBezTo>
                    <a:pt x="33517" y="2061"/>
                    <a:pt x="31600" y="6573"/>
                    <a:pt x="27337" y="12633"/>
                  </a:cubicBezTo>
                  <a:cubicBezTo>
                    <a:pt x="25313" y="12419"/>
                    <a:pt x="23194" y="12300"/>
                    <a:pt x="21051" y="12264"/>
                  </a:cubicBezTo>
                  <a:lnTo>
                    <a:pt x="19979" y="11050"/>
                  </a:lnTo>
                  <a:cubicBezTo>
                    <a:pt x="25813" y="4823"/>
                    <a:pt x="31207" y="668"/>
                    <a:pt x="32874" y="668"/>
                  </a:cubicBezTo>
                  <a:close/>
                  <a:moveTo>
                    <a:pt x="17372" y="12943"/>
                  </a:moveTo>
                  <a:lnTo>
                    <a:pt x="17372" y="12943"/>
                  </a:lnTo>
                  <a:cubicBezTo>
                    <a:pt x="17193" y="13133"/>
                    <a:pt x="17015" y="13348"/>
                    <a:pt x="16848" y="13538"/>
                  </a:cubicBezTo>
                  <a:cubicBezTo>
                    <a:pt x="16026" y="14479"/>
                    <a:pt x="15241" y="15443"/>
                    <a:pt x="14467" y="16396"/>
                  </a:cubicBezTo>
                  <a:cubicBezTo>
                    <a:pt x="13621" y="15324"/>
                    <a:pt x="12812" y="14264"/>
                    <a:pt x="12074" y="13252"/>
                  </a:cubicBezTo>
                  <a:cubicBezTo>
                    <a:pt x="13705" y="13098"/>
                    <a:pt x="15479" y="12991"/>
                    <a:pt x="17372" y="12943"/>
                  </a:cubicBezTo>
                  <a:close/>
                  <a:moveTo>
                    <a:pt x="21658" y="12955"/>
                  </a:moveTo>
                  <a:lnTo>
                    <a:pt x="21658" y="12955"/>
                  </a:lnTo>
                  <a:cubicBezTo>
                    <a:pt x="23527" y="13002"/>
                    <a:pt x="25290" y="13110"/>
                    <a:pt x="26909" y="13276"/>
                  </a:cubicBezTo>
                  <a:cubicBezTo>
                    <a:pt x="26183" y="14288"/>
                    <a:pt x="25409" y="15324"/>
                    <a:pt x="24551" y="16408"/>
                  </a:cubicBezTo>
                  <a:cubicBezTo>
                    <a:pt x="23766" y="15431"/>
                    <a:pt x="22980" y="14479"/>
                    <a:pt x="22182" y="13550"/>
                  </a:cubicBezTo>
                  <a:cubicBezTo>
                    <a:pt x="22003" y="13348"/>
                    <a:pt x="21837" y="13157"/>
                    <a:pt x="21658" y="12955"/>
                  </a:cubicBezTo>
                  <a:close/>
                  <a:moveTo>
                    <a:pt x="11288" y="13336"/>
                  </a:moveTo>
                  <a:cubicBezTo>
                    <a:pt x="12145" y="14526"/>
                    <a:pt x="13074" y="15729"/>
                    <a:pt x="14026" y="16920"/>
                  </a:cubicBezTo>
                  <a:cubicBezTo>
                    <a:pt x="13074" y="18122"/>
                    <a:pt x="12145" y="19325"/>
                    <a:pt x="11288" y="20515"/>
                  </a:cubicBezTo>
                  <a:cubicBezTo>
                    <a:pt x="4775" y="19825"/>
                    <a:pt x="691" y="18313"/>
                    <a:pt x="691" y="16931"/>
                  </a:cubicBezTo>
                  <a:cubicBezTo>
                    <a:pt x="691" y="15550"/>
                    <a:pt x="4775" y="14050"/>
                    <a:pt x="11288" y="13336"/>
                  </a:cubicBezTo>
                  <a:close/>
                  <a:moveTo>
                    <a:pt x="27552" y="13312"/>
                  </a:moveTo>
                  <a:cubicBezTo>
                    <a:pt x="34160" y="14014"/>
                    <a:pt x="38339" y="15538"/>
                    <a:pt x="38339" y="16931"/>
                  </a:cubicBezTo>
                  <a:cubicBezTo>
                    <a:pt x="38327" y="18336"/>
                    <a:pt x="34231" y="19825"/>
                    <a:pt x="27730" y="20539"/>
                  </a:cubicBezTo>
                  <a:cubicBezTo>
                    <a:pt x="26849" y="19325"/>
                    <a:pt x="25909" y="18110"/>
                    <a:pt x="24944" y="16884"/>
                  </a:cubicBezTo>
                  <a:cubicBezTo>
                    <a:pt x="25861" y="15681"/>
                    <a:pt x="26730" y="14491"/>
                    <a:pt x="27552" y="13312"/>
                  </a:cubicBezTo>
                  <a:close/>
                  <a:moveTo>
                    <a:pt x="14455" y="17479"/>
                  </a:moveTo>
                  <a:cubicBezTo>
                    <a:pt x="15229" y="18455"/>
                    <a:pt x="16026" y="19408"/>
                    <a:pt x="16836" y="20337"/>
                  </a:cubicBezTo>
                  <a:cubicBezTo>
                    <a:pt x="17015" y="20539"/>
                    <a:pt x="17193" y="20730"/>
                    <a:pt x="17360" y="20932"/>
                  </a:cubicBezTo>
                  <a:cubicBezTo>
                    <a:pt x="15467" y="20896"/>
                    <a:pt x="13681" y="20777"/>
                    <a:pt x="12038" y="20622"/>
                  </a:cubicBezTo>
                  <a:cubicBezTo>
                    <a:pt x="12788" y="19610"/>
                    <a:pt x="13586" y="18551"/>
                    <a:pt x="14455" y="17479"/>
                  </a:cubicBezTo>
                  <a:close/>
                  <a:moveTo>
                    <a:pt x="24528" y="17443"/>
                  </a:moveTo>
                  <a:cubicBezTo>
                    <a:pt x="25397" y="18527"/>
                    <a:pt x="26206" y="19598"/>
                    <a:pt x="26956" y="20622"/>
                  </a:cubicBezTo>
                  <a:cubicBezTo>
                    <a:pt x="25313" y="20789"/>
                    <a:pt x="23551" y="20896"/>
                    <a:pt x="21658" y="20932"/>
                  </a:cubicBezTo>
                  <a:cubicBezTo>
                    <a:pt x="21837" y="20741"/>
                    <a:pt x="22003" y="20539"/>
                    <a:pt x="22182" y="20337"/>
                  </a:cubicBezTo>
                  <a:cubicBezTo>
                    <a:pt x="22980" y="19372"/>
                    <a:pt x="23766" y="18408"/>
                    <a:pt x="24528" y="17443"/>
                  </a:cubicBezTo>
                  <a:close/>
                  <a:moveTo>
                    <a:pt x="19515" y="12919"/>
                  </a:moveTo>
                  <a:cubicBezTo>
                    <a:pt x="19932" y="12919"/>
                    <a:pt x="20348" y="12919"/>
                    <a:pt x="20753" y="12931"/>
                  </a:cubicBezTo>
                  <a:cubicBezTo>
                    <a:pt x="21051" y="13276"/>
                    <a:pt x="21360" y="13633"/>
                    <a:pt x="21670" y="13991"/>
                  </a:cubicBezTo>
                  <a:cubicBezTo>
                    <a:pt x="22539" y="14979"/>
                    <a:pt x="23349" y="15967"/>
                    <a:pt x="24123" y="16931"/>
                  </a:cubicBezTo>
                  <a:cubicBezTo>
                    <a:pt x="23349" y="17896"/>
                    <a:pt x="22539" y="18884"/>
                    <a:pt x="21670" y="19896"/>
                  </a:cubicBezTo>
                  <a:cubicBezTo>
                    <a:pt x="21360" y="20253"/>
                    <a:pt x="21063" y="20610"/>
                    <a:pt x="20753" y="20956"/>
                  </a:cubicBezTo>
                  <a:cubicBezTo>
                    <a:pt x="20348" y="20956"/>
                    <a:pt x="19932" y="20968"/>
                    <a:pt x="19515" y="20968"/>
                  </a:cubicBezTo>
                  <a:cubicBezTo>
                    <a:pt x="19098" y="20968"/>
                    <a:pt x="18682" y="20968"/>
                    <a:pt x="18277" y="20956"/>
                  </a:cubicBezTo>
                  <a:cubicBezTo>
                    <a:pt x="17979" y="20610"/>
                    <a:pt x="17670" y="20253"/>
                    <a:pt x="17360" y="19896"/>
                  </a:cubicBezTo>
                  <a:cubicBezTo>
                    <a:pt x="16491" y="18896"/>
                    <a:pt x="15669" y="17896"/>
                    <a:pt x="14895" y="16931"/>
                  </a:cubicBezTo>
                  <a:cubicBezTo>
                    <a:pt x="15669" y="15967"/>
                    <a:pt x="16491" y="14979"/>
                    <a:pt x="17360" y="13991"/>
                  </a:cubicBezTo>
                  <a:cubicBezTo>
                    <a:pt x="17670" y="13633"/>
                    <a:pt x="17979" y="13276"/>
                    <a:pt x="18277" y="12931"/>
                  </a:cubicBezTo>
                  <a:cubicBezTo>
                    <a:pt x="18682" y="12931"/>
                    <a:pt x="19098" y="12919"/>
                    <a:pt x="19515" y="12919"/>
                  </a:cubicBezTo>
                  <a:close/>
                  <a:moveTo>
                    <a:pt x="19503" y="21623"/>
                  </a:moveTo>
                  <a:cubicBezTo>
                    <a:pt x="19638" y="21623"/>
                    <a:pt x="19784" y="21628"/>
                    <a:pt x="19926" y="21628"/>
                  </a:cubicBezTo>
                  <a:cubicBezTo>
                    <a:pt x="19997" y="21628"/>
                    <a:pt x="20067" y="21626"/>
                    <a:pt x="20134" y="21623"/>
                  </a:cubicBezTo>
                  <a:lnTo>
                    <a:pt x="20134" y="21623"/>
                  </a:lnTo>
                  <a:cubicBezTo>
                    <a:pt x="19932" y="21861"/>
                    <a:pt x="19706" y="22099"/>
                    <a:pt x="19503" y="22337"/>
                  </a:cubicBezTo>
                  <a:cubicBezTo>
                    <a:pt x="19289" y="22099"/>
                    <a:pt x="19063" y="21861"/>
                    <a:pt x="18860" y="21623"/>
                  </a:cubicBezTo>
                  <a:close/>
                  <a:moveTo>
                    <a:pt x="11597" y="21230"/>
                  </a:moveTo>
                  <a:cubicBezTo>
                    <a:pt x="13633" y="21444"/>
                    <a:pt x="15812" y="21563"/>
                    <a:pt x="17967" y="21611"/>
                  </a:cubicBezTo>
                  <a:cubicBezTo>
                    <a:pt x="18336" y="22027"/>
                    <a:pt x="18693" y="22420"/>
                    <a:pt x="19051" y="22825"/>
                  </a:cubicBezTo>
                  <a:cubicBezTo>
                    <a:pt x="12871" y="29552"/>
                    <a:pt x="7978" y="33136"/>
                    <a:pt x="6287" y="33136"/>
                  </a:cubicBezTo>
                  <a:cubicBezTo>
                    <a:pt x="6001" y="33136"/>
                    <a:pt x="5882" y="33041"/>
                    <a:pt x="5823" y="32957"/>
                  </a:cubicBezTo>
                  <a:cubicBezTo>
                    <a:pt x="5037" y="31933"/>
                    <a:pt x="7204" y="27326"/>
                    <a:pt x="11597" y="21230"/>
                  </a:cubicBezTo>
                  <a:close/>
                  <a:moveTo>
                    <a:pt x="27397" y="21230"/>
                  </a:moveTo>
                  <a:cubicBezTo>
                    <a:pt x="31790" y="27338"/>
                    <a:pt x="33969" y="31945"/>
                    <a:pt x="33195" y="32957"/>
                  </a:cubicBezTo>
                  <a:cubicBezTo>
                    <a:pt x="33136" y="33041"/>
                    <a:pt x="33029" y="33136"/>
                    <a:pt x="32731" y="33136"/>
                  </a:cubicBezTo>
                  <a:cubicBezTo>
                    <a:pt x="31028" y="33136"/>
                    <a:pt x="26147" y="29552"/>
                    <a:pt x="19979" y="22837"/>
                  </a:cubicBezTo>
                  <a:cubicBezTo>
                    <a:pt x="20337" y="22444"/>
                    <a:pt x="20706" y="22027"/>
                    <a:pt x="21063" y="21611"/>
                  </a:cubicBezTo>
                  <a:cubicBezTo>
                    <a:pt x="23218" y="21563"/>
                    <a:pt x="25373" y="21444"/>
                    <a:pt x="27397" y="21230"/>
                  </a:cubicBezTo>
                  <a:close/>
                  <a:moveTo>
                    <a:pt x="32874" y="1"/>
                  </a:moveTo>
                  <a:cubicBezTo>
                    <a:pt x="30850" y="1"/>
                    <a:pt x="25123" y="4597"/>
                    <a:pt x="19515" y="10562"/>
                  </a:cubicBezTo>
                  <a:cubicBezTo>
                    <a:pt x="13693" y="4251"/>
                    <a:pt x="8466" y="60"/>
                    <a:pt x="6263" y="60"/>
                  </a:cubicBezTo>
                  <a:cubicBezTo>
                    <a:pt x="5728" y="60"/>
                    <a:pt x="5430" y="298"/>
                    <a:pt x="5263" y="501"/>
                  </a:cubicBezTo>
                  <a:cubicBezTo>
                    <a:pt x="4108" y="2025"/>
                    <a:pt x="6799" y="7097"/>
                    <a:pt x="10823" y="12717"/>
                  </a:cubicBezTo>
                  <a:cubicBezTo>
                    <a:pt x="4763" y="13407"/>
                    <a:pt x="1" y="14848"/>
                    <a:pt x="1" y="16943"/>
                  </a:cubicBezTo>
                  <a:cubicBezTo>
                    <a:pt x="1" y="19051"/>
                    <a:pt x="4763" y="20480"/>
                    <a:pt x="10823" y="21170"/>
                  </a:cubicBezTo>
                  <a:cubicBezTo>
                    <a:pt x="6775" y="26826"/>
                    <a:pt x="4132" y="31910"/>
                    <a:pt x="5263" y="33398"/>
                  </a:cubicBezTo>
                  <a:cubicBezTo>
                    <a:pt x="5418" y="33600"/>
                    <a:pt x="5716" y="33838"/>
                    <a:pt x="6263" y="33838"/>
                  </a:cubicBezTo>
                  <a:cubicBezTo>
                    <a:pt x="8466" y="33838"/>
                    <a:pt x="13729" y="29683"/>
                    <a:pt x="19515" y="23361"/>
                  </a:cubicBezTo>
                  <a:cubicBezTo>
                    <a:pt x="25313" y="29659"/>
                    <a:pt x="30528" y="33838"/>
                    <a:pt x="32731" y="33838"/>
                  </a:cubicBezTo>
                  <a:cubicBezTo>
                    <a:pt x="33267" y="33838"/>
                    <a:pt x="33564" y="33600"/>
                    <a:pt x="33731" y="33398"/>
                  </a:cubicBezTo>
                  <a:cubicBezTo>
                    <a:pt x="34886" y="31874"/>
                    <a:pt x="32195" y="26802"/>
                    <a:pt x="28171" y="21170"/>
                  </a:cubicBezTo>
                  <a:cubicBezTo>
                    <a:pt x="34231" y="20480"/>
                    <a:pt x="38994" y="19051"/>
                    <a:pt x="38994" y="16931"/>
                  </a:cubicBezTo>
                  <a:cubicBezTo>
                    <a:pt x="38994" y="14800"/>
                    <a:pt x="34124" y="13360"/>
                    <a:pt x="27968" y="12693"/>
                  </a:cubicBezTo>
                  <a:cubicBezTo>
                    <a:pt x="31969" y="6799"/>
                    <a:pt x="34410" y="1680"/>
                    <a:pt x="33767" y="608"/>
                  </a:cubicBezTo>
                  <a:cubicBezTo>
                    <a:pt x="33564" y="263"/>
                    <a:pt x="33326" y="1"/>
                    <a:pt x="32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72"/>
            <p:cNvSpPr/>
            <p:nvPr/>
          </p:nvSpPr>
          <p:spPr>
            <a:xfrm>
              <a:off x="869450" y="1220525"/>
              <a:ext cx="130975" cy="130975"/>
            </a:xfrm>
            <a:custGeom>
              <a:rect b="b" l="l" r="r" t="t"/>
              <a:pathLst>
                <a:path extrusionOk="0" h="5239" w="5239">
                  <a:moveTo>
                    <a:pt x="2620" y="0"/>
                  </a:moveTo>
                  <a:cubicBezTo>
                    <a:pt x="1179" y="0"/>
                    <a:pt x="0" y="1179"/>
                    <a:pt x="0" y="2620"/>
                  </a:cubicBezTo>
                  <a:cubicBezTo>
                    <a:pt x="0" y="4060"/>
                    <a:pt x="1179" y="5239"/>
                    <a:pt x="2620" y="5239"/>
                  </a:cubicBezTo>
                  <a:cubicBezTo>
                    <a:pt x="4072" y="5239"/>
                    <a:pt x="5239" y="4072"/>
                    <a:pt x="5239" y="2620"/>
                  </a:cubicBezTo>
                  <a:cubicBezTo>
                    <a:pt x="5239" y="1179"/>
                    <a:pt x="4072" y="0"/>
                    <a:pt x="26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2"/>
            <p:cNvSpPr/>
            <p:nvPr/>
          </p:nvSpPr>
          <p:spPr>
            <a:xfrm>
              <a:off x="1353125" y="1430950"/>
              <a:ext cx="139925" cy="139925"/>
            </a:xfrm>
            <a:custGeom>
              <a:rect b="b" l="l" r="r" t="t"/>
              <a:pathLst>
                <a:path extrusionOk="0" h="5597" w="5597">
                  <a:moveTo>
                    <a:pt x="2799" y="1"/>
                  </a:moveTo>
                  <a:cubicBezTo>
                    <a:pt x="1251" y="1"/>
                    <a:pt x="1" y="1251"/>
                    <a:pt x="1" y="2799"/>
                  </a:cubicBezTo>
                  <a:cubicBezTo>
                    <a:pt x="1" y="4347"/>
                    <a:pt x="1251" y="5597"/>
                    <a:pt x="2799" y="5597"/>
                  </a:cubicBezTo>
                  <a:cubicBezTo>
                    <a:pt x="4347" y="5597"/>
                    <a:pt x="5597" y="4347"/>
                    <a:pt x="5597" y="2799"/>
                  </a:cubicBezTo>
                  <a:cubicBezTo>
                    <a:pt x="5597" y="1251"/>
                    <a:pt x="4335" y="1"/>
                    <a:pt x="27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72"/>
            <p:cNvSpPr/>
            <p:nvPr/>
          </p:nvSpPr>
          <p:spPr>
            <a:xfrm>
              <a:off x="859925" y="1755400"/>
              <a:ext cx="159850" cy="139925"/>
            </a:xfrm>
            <a:custGeom>
              <a:rect b="b" l="l" r="r" t="t"/>
              <a:pathLst>
                <a:path extrusionOk="0" h="5597" w="6394">
                  <a:moveTo>
                    <a:pt x="3193" y="0"/>
                  </a:moveTo>
                  <a:cubicBezTo>
                    <a:pt x="2691" y="0"/>
                    <a:pt x="2183" y="135"/>
                    <a:pt x="1727" y="417"/>
                  </a:cubicBezTo>
                  <a:cubicBezTo>
                    <a:pt x="405" y="1227"/>
                    <a:pt x="0" y="2953"/>
                    <a:pt x="822" y="4263"/>
                  </a:cubicBezTo>
                  <a:cubicBezTo>
                    <a:pt x="1349" y="5125"/>
                    <a:pt x="2267" y="5596"/>
                    <a:pt x="3204" y="5596"/>
                  </a:cubicBezTo>
                  <a:cubicBezTo>
                    <a:pt x="3705" y="5596"/>
                    <a:pt x="4211" y="5462"/>
                    <a:pt x="4667" y="5180"/>
                  </a:cubicBezTo>
                  <a:cubicBezTo>
                    <a:pt x="5977" y="4358"/>
                    <a:pt x="6394" y="2644"/>
                    <a:pt x="5572" y="1322"/>
                  </a:cubicBezTo>
                  <a:cubicBezTo>
                    <a:pt x="5045" y="469"/>
                    <a:pt x="4129" y="0"/>
                    <a:pt x="31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9_1_1">
    <p:spTree>
      <p:nvGrpSpPr>
        <p:cNvPr id="983" name="Shape 983"/>
        <p:cNvGrpSpPr/>
        <p:nvPr/>
      </p:nvGrpSpPr>
      <p:grpSpPr>
        <a:xfrm>
          <a:off x="0" y="0"/>
          <a:ext cx="0" cy="0"/>
          <a:chOff x="0" y="0"/>
          <a:chExt cx="0" cy="0"/>
        </a:xfrm>
      </p:grpSpPr>
      <p:sp>
        <p:nvSpPr>
          <p:cNvPr id="984" name="Google Shape;984;p73"/>
          <p:cNvSpPr/>
          <p:nvPr/>
        </p:nvSpPr>
        <p:spPr>
          <a:xfrm rot="10800000">
            <a:off x="3775362"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73"/>
          <p:cNvSpPr txBox="1"/>
          <p:nvPr>
            <p:ph idx="1" type="subTitle"/>
          </p:nvPr>
        </p:nvSpPr>
        <p:spPr>
          <a:xfrm>
            <a:off x="2485050" y="2537338"/>
            <a:ext cx="4103100" cy="101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986" name="Google Shape;986;p73"/>
          <p:cNvSpPr txBox="1"/>
          <p:nvPr>
            <p:ph type="title"/>
          </p:nvPr>
        </p:nvSpPr>
        <p:spPr>
          <a:xfrm>
            <a:off x="2485100" y="1401588"/>
            <a:ext cx="4103100" cy="1293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3400"/>
              <a:buNone/>
              <a:defRPr sz="7200"/>
            </a:lvl1pPr>
            <a:lvl2pPr lvl="1" rtl="0">
              <a:spcBef>
                <a:spcPts val="0"/>
              </a:spcBef>
              <a:spcAft>
                <a:spcPts val="0"/>
              </a:spcAft>
              <a:buClr>
                <a:schemeClr val="accent2"/>
              </a:buClr>
              <a:buSzPts val="3400"/>
              <a:buNone/>
              <a:defRPr>
                <a:solidFill>
                  <a:schemeClr val="accent2"/>
                </a:solidFill>
              </a:defRPr>
            </a:lvl2pPr>
            <a:lvl3pPr lvl="2" rtl="0">
              <a:spcBef>
                <a:spcPts val="0"/>
              </a:spcBef>
              <a:spcAft>
                <a:spcPts val="0"/>
              </a:spcAft>
              <a:buClr>
                <a:schemeClr val="accent2"/>
              </a:buClr>
              <a:buSzPts val="3400"/>
              <a:buNone/>
              <a:defRPr>
                <a:solidFill>
                  <a:schemeClr val="accent2"/>
                </a:solidFill>
              </a:defRPr>
            </a:lvl3pPr>
            <a:lvl4pPr lvl="3" rtl="0">
              <a:spcBef>
                <a:spcPts val="0"/>
              </a:spcBef>
              <a:spcAft>
                <a:spcPts val="0"/>
              </a:spcAft>
              <a:buClr>
                <a:schemeClr val="accent2"/>
              </a:buClr>
              <a:buSzPts val="3400"/>
              <a:buNone/>
              <a:defRPr>
                <a:solidFill>
                  <a:schemeClr val="accent2"/>
                </a:solidFill>
              </a:defRPr>
            </a:lvl4pPr>
            <a:lvl5pPr lvl="4" rtl="0">
              <a:spcBef>
                <a:spcPts val="0"/>
              </a:spcBef>
              <a:spcAft>
                <a:spcPts val="0"/>
              </a:spcAft>
              <a:buClr>
                <a:schemeClr val="accent2"/>
              </a:buClr>
              <a:buSzPts val="3400"/>
              <a:buNone/>
              <a:defRPr>
                <a:solidFill>
                  <a:schemeClr val="accent2"/>
                </a:solidFill>
              </a:defRPr>
            </a:lvl5pPr>
            <a:lvl6pPr lvl="5" rtl="0">
              <a:spcBef>
                <a:spcPts val="0"/>
              </a:spcBef>
              <a:spcAft>
                <a:spcPts val="0"/>
              </a:spcAft>
              <a:buClr>
                <a:schemeClr val="accent2"/>
              </a:buClr>
              <a:buSzPts val="3400"/>
              <a:buNone/>
              <a:defRPr>
                <a:solidFill>
                  <a:schemeClr val="accent2"/>
                </a:solidFill>
              </a:defRPr>
            </a:lvl6pPr>
            <a:lvl7pPr lvl="6" rtl="0">
              <a:spcBef>
                <a:spcPts val="0"/>
              </a:spcBef>
              <a:spcAft>
                <a:spcPts val="0"/>
              </a:spcAft>
              <a:buClr>
                <a:schemeClr val="accent2"/>
              </a:buClr>
              <a:buSzPts val="3400"/>
              <a:buNone/>
              <a:defRPr>
                <a:solidFill>
                  <a:schemeClr val="accent2"/>
                </a:solidFill>
              </a:defRPr>
            </a:lvl7pPr>
            <a:lvl8pPr lvl="7" rtl="0">
              <a:spcBef>
                <a:spcPts val="0"/>
              </a:spcBef>
              <a:spcAft>
                <a:spcPts val="0"/>
              </a:spcAft>
              <a:buClr>
                <a:schemeClr val="accent2"/>
              </a:buClr>
              <a:buSzPts val="3400"/>
              <a:buNone/>
              <a:defRPr>
                <a:solidFill>
                  <a:schemeClr val="accent2"/>
                </a:solidFill>
              </a:defRPr>
            </a:lvl8pPr>
            <a:lvl9pPr lvl="8" rtl="0">
              <a:spcBef>
                <a:spcPts val="0"/>
              </a:spcBef>
              <a:spcAft>
                <a:spcPts val="0"/>
              </a:spcAft>
              <a:buClr>
                <a:schemeClr val="accent2"/>
              </a:buClr>
              <a:buSzPts val="3400"/>
              <a:buNone/>
              <a:defRPr>
                <a:solidFill>
                  <a:schemeClr val="accent2"/>
                </a:solidFill>
              </a:defRPr>
            </a:lvl9pPr>
          </a:lstStyle>
          <a:p/>
        </p:txBody>
      </p:sp>
      <p:sp>
        <p:nvSpPr>
          <p:cNvPr id="987" name="Google Shape;987;p73"/>
          <p:cNvSpPr/>
          <p:nvPr/>
        </p:nvSpPr>
        <p:spPr>
          <a:xfrm flipH="1">
            <a:off x="7108274" y="4064725"/>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3"/>
          <p:cNvSpPr/>
          <p:nvPr/>
        </p:nvSpPr>
        <p:spPr>
          <a:xfrm>
            <a:off x="231224" y="1959700"/>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73"/>
          <p:cNvSpPr/>
          <p:nvPr/>
        </p:nvSpPr>
        <p:spPr>
          <a:xfrm>
            <a:off x="-491820" y="-391502"/>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ONLY_1_1">
    <p:spTree>
      <p:nvGrpSpPr>
        <p:cNvPr id="990" name="Shape 990"/>
        <p:cNvGrpSpPr/>
        <p:nvPr/>
      </p:nvGrpSpPr>
      <p:grpSpPr>
        <a:xfrm>
          <a:off x="0" y="0"/>
          <a:ext cx="0" cy="0"/>
          <a:chOff x="0" y="0"/>
          <a:chExt cx="0" cy="0"/>
        </a:xfrm>
      </p:grpSpPr>
      <p:sp>
        <p:nvSpPr>
          <p:cNvPr id="991" name="Google Shape;991;p74"/>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992" name="Google Shape;992;p74"/>
          <p:cNvSpPr txBox="1"/>
          <p:nvPr>
            <p:ph idx="1" type="subTitle"/>
          </p:nvPr>
        </p:nvSpPr>
        <p:spPr>
          <a:xfrm>
            <a:off x="1580550"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993" name="Google Shape;993;p74"/>
          <p:cNvSpPr txBox="1"/>
          <p:nvPr>
            <p:ph idx="2" type="subTitle"/>
          </p:nvPr>
        </p:nvSpPr>
        <p:spPr>
          <a:xfrm>
            <a:off x="5021538"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994" name="Google Shape;994;p74"/>
          <p:cNvSpPr txBox="1"/>
          <p:nvPr>
            <p:ph idx="3" type="title"/>
          </p:nvPr>
        </p:nvSpPr>
        <p:spPr>
          <a:xfrm>
            <a:off x="1580550"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95" name="Google Shape;995;p74"/>
          <p:cNvSpPr txBox="1"/>
          <p:nvPr>
            <p:ph idx="4" type="title"/>
          </p:nvPr>
        </p:nvSpPr>
        <p:spPr>
          <a:xfrm>
            <a:off x="5021538"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96" name="Google Shape;996;p74"/>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7" name="Google Shape;997;p74"/>
          <p:cNvGrpSpPr/>
          <p:nvPr/>
        </p:nvGrpSpPr>
        <p:grpSpPr>
          <a:xfrm>
            <a:off x="278749" y="1353426"/>
            <a:ext cx="331557" cy="331557"/>
            <a:chOff x="3796125" y="-35750"/>
            <a:chExt cx="773400" cy="773400"/>
          </a:xfrm>
        </p:grpSpPr>
        <p:sp>
          <p:nvSpPr>
            <p:cNvPr id="998" name="Google Shape;998;p7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7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0" name="Google Shape;1000;p74"/>
          <p:cNvGrpSpPr/>
          <p:nvPr/>
        </p:nvGrpSpPr>
        <p:grpSpPr>
          <a:xfrm>
            <a:off x="8533724" y="3505326"/>
            <a:ext cx="331557" cy="331557"/>
            <a:chOff x="3796125" y="-35750"/>
            <a:chExt cx="773400" cy="773400"/>
          </a:xfrm>
        </p:grpSpPr>
        <p:sp>
          <p:nvSpPr>
            <p:cNvPr id="1001" name="Google Shape;1001;p7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3" name="Google Shape;1003;p74"/>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4"/>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4"/>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4"/>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7" name="Google Shape;1007;p74"/>
          <p:cNvGrpSpPr/>
          <p:nvPr/>
        </p:nvGrpSpPr>
        <p:grpSpPr>
          <a:xfrm>
            <a:off x="-171691" y="2850450"/>
            <a:ext cx="1577723" cy="893906"/>
            <a:chOff x="3467026" y="90021"/>
            <a:chExt cx="2493241" cy="1412619"/>
          </a:xfrm>
        </p:grpSpPr>
        <p:grpSp>
          <p:nvGrpSpPr>
            <p:cNvPr id="1008" name="Google Shape;1008;p74"/>
            <p:cNvGrpSpPr/>
            <p:nvPr/>
          </p:nvGrpSpPr>
          <p:grpSpPr>
            <a:xfrm>
              <a:off x="3467026" y="259199"/>
              <a:ext cx="835891" cy="835891"/>
              <a:chOff x="3796125" y="-35750"/>
              <a:chExt cx="773400" cy="773400"/>
            </a:xfrm>
          </p:grpSpPr>
          <p:sp>
            <p:nvSpPr>
              <p:cNvPr id="1009" name="Google Shape;1009;p7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11" name="Google Shape;1011;p74"/>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012" name="Google Shape;1012;p74"/>
            <p:cNvGrpSpPr/>
            <p:nvPr/>
          </p:nvGrpSpPr>
          <p:grpSpPr>
            <a:xfrm>
              <a:off x="4724445" y="90021"/>
              <a:ext cx="576724" cy="576724"/>
              <a:chOff x="3796125" y="-35750"/>
              <a:chExt cx="773400" cy="773400"/>
            </a:xfrm>
          </p:grpSpPr>
          <p:sp>
            <p:nvSpPr>
              <p:cNvPr id="1013" name="Google Shape;1013;p7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15" name="Google Shape;1015;p74"/>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016" name="Google Shape;1016;p74"/>
            <p:cNvGrpSpPr/>
            <p:nvPr/>
          </p:nvGrpSpPr>
          <p:grpSpPr>
            <a:xfrm>
              <a:off x="5124376" y="666749"/>
              <a:ext cx="835891" cy="835891"/>
              <a:chOff x="3796125" y="-35750"/>
              <a:chExt cx="773400" cy="773400"/>
            </a:xfrm>
          </p:grpSpPr>
          <p:sp>
            <p:nvSpPr>
              <p:cNvPr id="1017" name="Google Shape;1017;p7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19" name="Google Shape;1019;p74"/>
          <p:cNvGrpSpPr/>
          <p:nvPr/>
        </p:nvGrpSpPr>
        <p:grpSpPr>
          <a:xfrm flipH="1" rot="10800000">
            <a:off x="7944681" y="1412600"/>
            <a:ext cx="1413169" cy="800673"/>
            <a:chOff x="3467026" y="90021"/>
            <a:chExt cx="2493241" cy="1412619"/>
          </a:xfrm>
        </p:grpSpPr>
        <p:grpSp>
          <p:nvGrpSpPr>
            <p:cNvPr id="1020" name="Google Shape;1020;p74"/>
            <p:cNvGrpSpPr/>
            <p:nvPr/>
          </p:nvGrpSpPr>
          <p:grpSpPr>
            <a:xfrm>
              <a:off x="3467026" y="259199"/>
              <a:ext cx="835891" cy="835891"/>
              <a:chOff x="3796125" y="-35750"/>
              <a:chExt cx="773400" cy="773400"/>
            </a:xfrm>
          </p:grpSpPr>
          <p:sp>
            <p:nvSpPr>
              <p:cNvPr id="1021" name="Google Shape;1021;p7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4"/>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23" name="Google Shape;1023;p74"/>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024" name="Google Shape;1024;p74"/>
            <p:cNvGrpSpPr/>
            <p:nvPr/>
          </p:nvGrpSpPr>
          <p:grpSpPr>
            <a:xfrm>
              <a:off x="4724445" y="90021"/>
              <a:ext cx="576724" cy="576724"/>
              <a:chOff x="3796125" y="-35750"/>
              <a:chExt cx="773400" cy="773400"/>
            </a:xfrm>
          </p:grpSpPr>
          <p:sp>
            <p:nvSpPr>
              <p:cNvPr id="1025" name="Google Shape;1025;p7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4"/>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27" name="Google Shape;1027;p74"/>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028" name="Google Shape;1028;p74"/>
            <p:cNvGrpSpPr/>
            <p:nvPr/>
          </p:nvGrpSpPr>
          <p:grpSpPr>
            <a:xfrm>
              <a:off x="5124376" y="666749"/>
              <a:ext cx="835891" cy="835891"/>
              <a:chOff x="3796125" y="-35750"/>
              <a:chExt cx="773400" cy="773400"/>
            </a:xfrm>
          </p:grpSpPr>
          <p:sp>
            <p:nvSpPr>
              <p:cNvPr id="1029" name="Google Shape;1029;p7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4"/>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31" name="Google Shape;1031;p74"/>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IG_NUMBER_1">
    <p:spTree>
      <p:nvGrpSpPr>
        <p:cNvPr id="1032" name="Shape 1032"/>
        <p:cNvGrpSpPr/>
        <p:nvPr/>
      </p:nvGrpSpPr>
      <p:grpSpPr>
        <a:xfrm>
          <a:off x="0" y="0"/>
          <a:ext cx="0" cy="0"/>
          <a:chOff x="0" y="0"/>
          <a:chExt cx="0" cy="0"/>
        </a:xfrm>
      </p:grpSpPr>
      <p:sp>
        <p:nvSpPr>
          <p:cNvPr id="1033" name="Google Shape;1033;p75"/>
          <p:cNvSpPr txBox="1"/>
          <p:nvPr>
            <p:ph hasCustomPrompt="1" type="title"/>
          </p:nvPr>
        </p:nvSpPr>
        <p:spPr>
          <a:xfrm>
            <a:off x="3541350" y="279233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034" name="Google Shape;1034;p75"/>
          <p:cNvSpPr txBox="1"/>
          <p:nvPr>
            <p:ph idx="1" type="subTitle"/>
          </p:nvPr>
        </p:nvSpPr>
        <p:spPr>
          <a:xfrm>
            <a:off x="3542850" y="3302623"/>
            <a:ext cx="20583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35" name="Google Shape;1035;p75"/>
          <p:cNvSpPr txBox="1"/>
          <p:nvPr>
            <p:ph hasCustomPrompt="1" idx="2" type="title"/>
          </p:nvPr>
        </p:nvSpPr>
        <p:spPr>
          <a:xfrm>
            <a:off x="1329450" y="131098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036" name="Google Shape;1036;p75"/>
          <p:cNvSpPr txBox="1"/>
          <p:nvPr>
            <p:ph idx="3" type="subTitle"/>
          </p:nvPr>
        </p:nvSpPr>
        <p:spPr>
          <a:xfrm>
            <a:off x="1332569" y="1821272"/>
            <a:ext cx="2058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37" name="Google Shape;1037;p75"/>
          <p:cNvSpPr txBox="1"/>
          <p:nvPr>
            <p:ph hasCustomPrompt="1" idx="4" type="title"/>
          </p:nvPr>
        </p:nvSpPr>
        <p:spPr>
          <a:xfrm>
            <a:off x="5754900" y="1310986"/>
            <a:ext cx="20580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038" name="Google Shape;1038;p75"/>
          <p:cNvSpPr txBox="1"/>
          <p:nvPr>
            <p:ph idx="5" type="subTitle"/>
          </p:nvPr>
        </p:nvSpPr>
        <p:spPr>
          <a:xfrm>
            <a:off x="5756400" y="1821273"/>
            <a:ext cx="2055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39" name="Google Shape;1039;p75"/>
          <p:cNvSpPr/>
          <p:nvPr/>
        </p:nvSpPr>
        <p:spPr>
          <a:xfrm>
            <a:off x="241120" y="3438825"/>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75"/>
          <p:cNvSpPr/>
          <p:nvPr/>
        </p:nvSpPr>
        <p:spPr>
          <a:xfrm>
            <a:off x="7021495" y="-223000"/>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BIG_NUMBER_1_1">
    <p:spTree>
      <p:nvGrpSpPr>
        <p:cNvPr id="1041" name="Shape 1041"/>
        <p:cNvGrpSpPr/>
        <p:nvPr/>
      </p:nvGrpSpPr>
      <p:grpSpPr>
        <a:xfrm>
          <a:off x="0" y="0"/>
          <a:ext cx="0" cy="0"/>
          <a:chOff x="0" y="0"/>
          <a:chExt cx="0" cy="0"/>
        </a:xfrm>
      </p:grpSpPr>
      <p:sp>
        <p:nvSpPr>
          <p:cNvPr id="1042" name="Google Shape;1042;p76"/>
          <p:cNvSpPr txBox="1"/>
          <p:nvPr>
            <p:ph idx="1" type="subTitle"/>
          </p:nvPr>
        </p:nvSpPr>
        <p:spPr>
          <a:xfrm>
            <a:off x="16801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43" name="Google Shape;1043;p76"/>
          <p:cNvSpPr txBox="1"/>
          <p:nvPr>
            <p:ph idx="2" type="subTitle"/>
          </p:nvPr>
        </p:nvSpPr>
        <p:spPr>
          <a:xfrm>
            <a:off x="49328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44" name="Google Shape;1044;p76"/>
          <p:cNvSpPr txBox="1"/>
          <p:nvPr>
            <p:ph type="title"/>
          </p:nvPr>
        </p:nvSpPr>
        <p:spPr>
          <a:xfrm>
            <a:off x="16840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45" name="Google Shape;1045;p76"/>
          <p:cNvSpPr txBox="1"/>
          <p:nvPr>
            <p:ph idx="3" type="title"/>
          </p:nvPr>
        </p:nvSpPr>
        <p:spPr>
          <a:xfrm>
            <a:off x="49328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46" name="Google Shape;1046;p76"/>
          <p:cNvSpPr txBox="1"/>
          <p:nvPr>
            <p:ph hasCustomPrompt="1" idx="4" type="title"/>
          </p:nvPr>
        </p:nvSpPr>
        <p:spPr>
          <a:xfrm>
            <a:off x="2345137"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047" name="Google Shape;1047;p76"/>
          <p:cNvSpPr txBox="1"/>
          <p:nvPr>
            <p:ph hasCustomPrompt="1" idx="5" type="title"/>
          </p:nvPr>
        </p:nvSpPr>
        <p:spPr>
          <a:xfrm>
            <a:off x="5595856"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048" name="Google Shape;1048;p76"/>
          <p:cNvSpPr txBox="1"/>
          <p:nvPr>
            <p:ph idx="6"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049" name="Google Shape;1049;p76"/>
          <p:cNvSpPr/>
          <p:nvPr/>
        </p:nvSpPr>
        <p:spPr>
          <a:xfrm flipH="1">
            <a:off x="7083841" y="3757799"/>
            <a:ext cx="2877559" cy="1385750"/>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6"/>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6"/>
          <p:cNvSpPr/>
          <p:nvPr/>
        </p:nvSpPr>
        <p:spPr>
          <a:xfrm flipH="1">
            <a:off x="8542839" y="72032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BIG_NUMBER_1_1_1">
    <p:spTree>
      <p:nvGrpSpPr>
        <p:cNvPr id="1052" name="Shape 1052"/>
        <p:cNvGrpSpPr/>
        <p:nvPr/>
      </p:nvGrpSpPr>
      <p:grpSpPr>
        <a:xfrm>
          <a:off x="0" y="0"/>
          <a:ext cx="0" cy="0"/>
          <a:chOff x="0" y="0"/>
          <a:chExt cx="0" cy="0"/>
        </a:xfrm>
      </p:grpSpPr>
      <p:sp>
        <p:nvSpPr>
          <p:cNvPr id="1053" name="Google Shape;1053;p77"/>
          <p:cNvSpPr txBox="1"/>
          <p:nvPr>
            <p:ph idx="1" type="subTitle"/>
          </p:nvPr>
        </p:nvSpPr>
        <p:spPr>
          <a:xfrm>
            <a:off x="713100" y="3927299"/>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54" name="Google Shape;1054;p77"/>
          <p:cNvSpPr txBox="1"/>
          <p:nvPr>
            <p:ph type="title"/>
          </p:nvPr>
        </p:nvSpPr>
        <p:spPr>
          <a:xfrm>
            <a:off x="713100" y="3475343"/>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55" name="Google Shape;1055;p77"/>
          <p:cNvSpPr txBox="1"/>
          <p:nvPr>
            <p:ph hasCustomPrompt="1" idx="2" type="title"/>
          </p:nvPr>
        </p:nvSpPr>
        <p:spPr>
          <a:xfrm>
            <a:off x="1325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056" name="Google Shape;1056;p77"/>
          <p:cNvSpPr txBox="1"/>
          <p:nvPr>
            <p:ph idx="3" type="subTitle"/>
          </p:nvPr>
        </p:nvSpPr>
        <p:spPr>
          <a:xfrm>
            <a:off x="33696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57" name="Google Shape;1057;p77"/>
          <p:cNvSpPr txBox="1"/>
          <p:nvPr>
            <p:ph idx="4" type="title"/>
          </p:nvPr>
        </p:nvSpPr>
        <p:spPr>
          <a:xfrm>
            <a:off x="33696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58" name="Google Shape;1058;p77"/>
          <p:cNvSpPr txBox="1"/>
          <p:nvPr>
            <p:ph idx="5" type="subTitle"/>
          </p:nvPr>
        </p:nvSpPr>
        <p:spPr>
          <a:xfrm>
            <a:off x="60261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059" name="Google Shape;1059;p77"/>
          <p:cNvSpPr txBox="1"/>
          <p:nvPr>
            <p:ph idx="6" type="title"/>
          </p:nvPr>
        </p:nvSpPr>
        <p:spPr>
          <a:xfrm>
            <a:off x="60261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60" name="Google Shape;1060;p77"/>
          <p:cNvSpPr txBox="1"/>
          <p:nvPr>
            <p:ph hasCustomPrompt="1" idx="7" type="title"/>
          </p:nvPr>
        </p:nvSpPr>
        <p:spPr>
          <a:xfrm>
            <a:off x="39819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061" name="Google Shape;1061;p77"/>
          <p:cNvSpPr txBox="1"/>
          <p:nvPr>
            <p:ph hasCustomPrompt="1" idx="8" type="title"/>
          </p:nvPr>
        </p:nvSpPr>
        <p:spPr>
          <a:xfrm>
            <a:off x="6638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062" name="Google Shape;1062;p77"/>
          <p:cNvSpPr txBox="1"/>
          <p:nvPr>
            <p:ph idx="9"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1063" name="Google Shape;1063;p77"/>
          <p:cNvGrpSpPr/>
          <p:nvPr/>
        </p:nvGrpSpPr>
        <p:grpSpPr>
          <a:xfrm rot="1458948">
            <a:off x="8750200" y="3780263"/>
            <a:ext cx="563060" cy="1364873"/>
            <a:chOff x="2541375" y="3220475"/>
            <a:chExt cx="427450" cy="1036150"/>
          </a:xfrm>
        </p:grpSpPr>
        <p:sp>
          <p:nvSpPr>
            <p:cNvPr id="1064" name="Google Shape;1064;p77"/>
            <p:cNvSpPr/>
            <p:nvPr/>
          </p:nvSpPr>
          <p:spPr>
            <a:xfrm>
              <a:off x="2541375" y="3220475"/>
              <a:ext cx="427450" cy="1035850"/>
            </a:xfrm>
            <a:custGeom>
              <a:rect b="b" l="l" r="r" t="t"/>
              <a:pathLst>
                <a:path extrusionOk="0" h="41434" w="17098">
                  <a:moveTo>
                    <a:pt x="2715" y="0"/>
                  </a:moveTo>
                  <a:cubicBezTo>
                    <a:pt x="1215" y="0"/>
                    <a:pt x="1" y="1215"/>
                    <a:pt x="1" y="2727"/>
                  </a:cubicBezTo>
                  <a:lnTo>
                    <a:pt x="1" y="38707"/>
                  </a:lnTo>
                  <a:cubicBezTo>
                    <a:pt x="1" y="40219"/>
                    <a:pt x="1215" y="41434"/>
                    <a:pt x="2715" y="41434"/>
                  </a:cubicBezTo>
                  <a:lnTo>
                    <a:pt x="14371" y="41434"/>
                  </a:lnTo>
                  <a:cubicBezTo>
                    <a:pt x="15860" y="41434"/>
                    <a:pt x="17086" y="40219"/>
                    <a:pt x="17098" y="38731"/>
                  </a:cubicBezTo>
                  <a:lnTo>
                    <a:pt x="17098" y="2727"/>
                  </a:lnTo>
                  <a:cubicBezTo>
                    <a:pt x="17098" y="1226"/>
                    <a:pt x="15872" y="0"/>
                    <a:pt x="143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77"/>
            <p:cNvSpPr/>
            <p:nvPr/>
          </p:nvSpPr>
          <p:spPr>
            <a:xfrm>
              <a:off x="2541375" y="3636600"/>
              <a:ext cx="427450" cy="620025"/>
            </a:xfrm>
            <a:custGeom>
              <a:rect b="b" l="l" r="r" t="t"/>
              <a:pathLst>
                <a:path extrusionOk="0" h="24801" w="17098">
                  <a:moveTo>
                    <a:pt x="17098" y="0"/>
                  </a:moveTo>
                  <a:cubicBezTo>
                    <a:pt x="11371" y="2322"/>
                    <a:pt x="5620" y="4584"/>
                    <a:pt x="1" y="7060"/>
                  </a:cubicBezTo>
                  <a:lnTo>
                    <a:pt x="1" y="22086"/>
                  </a:lnTo>
                  <a:cubicBezTo>
                    <a:pt x="1" y="23586"/>
                    <a:pt x="1215" y="24801"/>
                    <a:pt x="2715" y="24801"/>
                  </a:cubicBezTo>
                  <a:lnTo>
                    <a:pt x="14371" y="24801"/>
                  </a:lnTo>
                  <a:cubicBezTo>
                    <a:pt x="15872" y="24801"/>
                    <a:pt x="17098" y="23586"/>
                    <a:pt x="17098" y="22086"/>
                  </a:cubicBezTo>
                  <a:lnTo>
                    <a:pt x="170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7"/>
            <p:cNvSpPr/>
            <p:nvPr/>
          </p:nvSpPr>
          <p:spPr>
            <a:xfrm>
              <a:off x="2664300" y="3334775"/>
              <a:ext cx="181000" cy="796850"/>
            </a:xfrm>
            <a:custGeom>
              <a:rect b="b" l="l" r="r" t="t"/>
              <a:pathLst>
                <a:path extrusionOk="0" h="31874" w="7240">
                  <a:moveTo>
                    <a:pt x="2465" y="0"/>
                  </a:moveTo>
                  <a:lnTo>
                    <a:pt x="2465" y="24837"/>
                  </a:lnTo>
                  <a:cubicBezTo>
                    <a:pt x="1037" y="25313"/>
                    <a:pt x="1" y="26670"/>
                    <a:pt x="1" y="28266"/>
                  </a:cubicBezTo>
                  <a:cubicBezTo>
                    <a:pt x="1" y="30254"/>
                    <a:pt x="1632" y="31873"/>
                    <a:pt x="3620" y="31873"/>
                  </a:cubicBezTo>
                  <a:cubicBezTo>
                    <a:pt x="5621" y="31873"/>
                    <a:pt x="7240" y="30254"/>
                    <a:pt x="7240" y="28266"/>
                  </a:cubicBezTo>
                  <a:cubicBezTo>
                    <a:pt x="7240" y="26670"/>
                    <a:pt x="6216" y="25325"/>
                    <a:pt x="4763" y="24837"/>
                  </a:cubicBezTo>
                  <a:lnTo>
                    <a:pt x="476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7"/>
            <p:cNvSpPr/>
            <p:nvPr/>
          </p:nvSpPr>
          <p:spPr>
            <a:xfrm>
              <a:off x="2693175" y="3987250"/>
              <a:ext cx="70875" cy="6147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7"/>
            <p:cNvSpPr/>
            <p:nvPr/>
          </p:nvSpPr>
          <p:spPr>
            <a:xfrm>
              <a:off x="2726225" y="3334775"/>
              <a:ext cx="57775" cy="278925"/>
            </a:xfrm>
            <a:custGeom>
              <a:rect b="b" l="l" r="r" t="t"/>
              <a:pathLst>
                <a:path extrusionOk="0" h="11157" w="2311">
                  <a:moveTo>
                    <a:pt x="0" y="0"/>
                  </a:moveTo>
                  <a:lnTo>
                    <a:pt x="0" y="11156"/>
                  </a:lnTo>
                  <a:lnTo>
                    <a:pt x="2310" y="11156"/>
                  </a:lnTo>
                  <a:lnTo>
                    <a:pt x="23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9" name="Google Shape;1069;p77"/>
          <p:cNvGrpSpPr/>
          <p:nvPr/>
        </p:nvGrpSpPr>
        <p:grpSpPr>
          <a:xfrm flipH="1" rot="10800000">
            <a:off x="-550526" y="-768747"/>
            <a:ext cx="2257861" cy="2337108"/>
            <a:chOff x="5556925" y="2802275"/>
            <a:chExt cx="757875" cy="784475"/>
          </a:xfrm>
        </p:grpSpPr>
        <p:sp>
          <p:nvSpPr>
            <p:cNvPr id="1070" name="Google Shape;1070;p77"/>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7"/>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7"/>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7"/>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7"/>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77"/>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7"/>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7"/>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7"/>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7"/>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7"/>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77"/>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7"/>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7"/>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7"/>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7"/>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7"/>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7"/>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7"/>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7"/>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7"/>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091" name="Shape 1091"/>
        <p:cNvGrpSpPr/>
        <p:nvPr/>
      </p:nvGrpSpPr>
      <p:grpSpPr>
        <a:xfrm>
          <a:off x="0" y="0"/>
          <a:ext cx="0" cy="0"/>
          <a:chOff x="0" y="0"/>
          <a:chExt cx="0" cy="0"/>
        </a:xfrm>
      </p:grpSpPr>
      <p:sp>
        <p:nvSpPr>
          <p:cNvPr id="1092" name="Google Shape;1092;p78"/>
          <p:cNvSpPr/>
          <p:nvPr/>
        </p:nvSpPr>
        <p:spPr>
          <a:xfrm>
            <a:off x="8281945" y="1110763"/>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78"/>
          <p:cNvSpPr txBox="1"/>
          <p:nvPr>
            <p:ph type="title"/>
          </p:nvPr>
        </p:nvSpPr>
        <p:spPr>
          <a:xfrm>
            <a:off x="1454315" y="1168215"/>
            <a:ext cx="2945400" cy="17238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sz="5000">
                <a:solidFill>
                  <a:schemeClr val="accent5"/>
                </a:solidFill>
              </a:defRPr>
            </a:lvl1pPr>
            <a:lvl2pPr lvl="1" rtl="0" algn="ctr">
              <a:spcBef>
                <a:spcPts val="0"/>
              </a:spcBef>
              <a:spcAft>
                <a:spcPts val="0"/>
              </a:spcAft>
              <a:buNone/>
              <a:defRPr sz="5000">
                <a:solidFill>
                  <a:schemeClr val="accent5"/>
                </a:solidFill>
              </a:defRPr>
            </a:lvl2pPr>
            <a:lvl3pPr lvl="2" rtl="0" algn="ctr">
              <a:spcBef>
                <a:spcPts val="0"/>
              </a:spcBef>
              <a:spcAft>
                <a:spcPts val="0"/>
              </a:spcAft>
              <a:buNone/>
              <a:defRPr sz="5000">
                <a:solidFill>
                  <a:schemeClr val="accent5"/>
                </a:solidFill>
              </a:defRPr>
            </a:lvl3pPr>
            <a:lvl4pPr lvl="3" rtl="0" algn="ctr">
              <a:spcBef>
                <a:spcPts val="0"/>
              </a:spcBef>
              <a:spcAft>
                <a:spcPts val="0"/>
              </a:spcAft>
              <a:buNone/>
              <a:defRPr sz="5000">
                <a:solidFill>
                  <a:schemeClr val="accent5"/>
                </a:solidFill>
              </a:defRPr>
            </a:lvl4pPr>
            <a:lvl5pPr lvl="4" rtl="0" algn="ctr">
              <a:spcBef>
                <a:spcPts val="0"/>
              </a:spcBef>
              <a:spcAft>
                <a:spcPts val="0"/>
              </a:spcAft>
              <a:buNone/>
              <a:defRPr sz="5000">
                <a:solidFill>
                  <a:schemeClr val="accent5"/>
                </a:solidFill>
              </a:defRPr>
            </a:lvl5pPr>
            <a:lvl6pPr lvl="5" rtl="0" algn="ctr">
              <a:spcBef>
                <a:spcPts val="0"/>
              </a:spcBef>
              <a:spcAft>
                <a:spcPts val="0"/>
              </a:spcAft>
              <a:buNone/>
              <a:defRPr sz="5000">
                <a:solidFill>
                  <a:schemeClr val="accent5"/>
                </a:solidFill>
              </a:defRPr>
            </a:lvl6pPr>
            <a:lvl7pPr lvl="6" rtl="0" algn="ctr">
              <a:spcBef>
                <a:spcPts val="0"/>
              </a:spcBef>
              <a:spcAft>
                <a:spcPts val="0"/>
              </a:spcAft>
              <a:buNone/>
              <a:defRPr sz="5000">
                <a:solidFill>
                  <a:schemeClr val="accent5"/>
                </a:solidFill>
              </a:defRPr>
            </a:lvl7pPr>
            <a:lvl8pPr lvl="7" rtl="0" algn="ctr">
              <a:spcBef>
                <a:spcPts val="0"/>
              </a:spcBef>
              <a:spcAft>
                <a:spcPts val="0"/>
              </a:spcAft>
              <a:buNone/>
              <a:defRPr sz="5000">
                <a:solidFill>
                  <a:schemeClr val="accent5"/>
                </a:solidFill>
              </a:defRPr>
            </a:lvl8pPr>
            <a:lvl9pPr lvl="8" rtl="0" algn="ctr">
              <a:spcBef>
                <a:spcPts val="0"/>
              </a:spcBef>
              <a:spcAft>
                <a:spcPts val="0"/>
              </a:spcAft>
              <a:buNone/>
              <a:defRPr sz="5000">
                <a:solidFill>
                  <a:schemeClr val="accent5"/>
                </a:solidFill>
              </a:defRPr>
            </a:lvl9pPr>
          </a:lstStyle>
          <a:p/>
        </p:txBody>
      </p:sp>
      <p:sp>
        <p:nvSpPr>
          <p:cNvPr id="1094" name="Google Shape;1094;p78"/>
          <p:cNvSpPr txBox="1"/>
          <p:nvPr>
            <p:ph idx="2" type="title"/>
          </p:nvPr>
        </p:nvSpPr>
        <p:spPr>
          <a:xfrm>
            <a:off x="5349650" y="539400"/>
            <a:ext cx="3069600" cy="19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4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grpSp>
        <p:nvGrpSpPr>
          <p:cNvPr id="1095" name="Google Shape;1095;p78"/>
          <p:cNvGrpSpPr/>
          <p:nvPr/>
        </p:nvGrpSpPr>
        <p:grpSpPr>
          <a:xfrm>
            <a:off x="8035041" y="1935420"/>
            <a:ext cx="582138" cy="582138"/>
            <a:chOff x="3796125" y="-35750"/>
            <a:chExt cx="773400" cy="773400"/>
          </a:xfrm>
        </p:grpSpPr>
        <p:sp>
          <p:nvSpPr>
            <p:cNvPr id="1096" name="Google Shape;1096;p7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8" name="Google Shape;1098;p78"/>
          <p:cNvSpPr txBox="1"/>
          <p:nvPr/>
        </p:nvSpPr>
        <p:spPr>
          <a:xfrm>
            <a:off x="5349650" y="3295213"/>
            <a:ext cx="2850300" cy="9234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lang="en" sz="1200">
                <a:solidFill>
                  <a:schemeClr val="dk1"/>
                </a:solidFill>
                <a:latin typeface="Roboto"/>
                <a:ea typeface="Roboto"/>
                <a:cs typeface="Roboto"/>
                <a:sym typeface="Roboto"/>
              </a:rPr>
              <a:t>CREDITS: This presentation template was created by </a:t>
            </a:r>
            <a:r>
              <a:rPr b="1" lang="en" sz="1200">
                <a:solidFill>
                  <a:schemeClr val="dk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dk1"/>
                </a:solidFill>
                <a:latin typeface="Roboto"/>
                <a:ea typeface="Roboto"/>
                <a:cs typeface="Roboto"/>
                <a:sym typeface="Roboto"/>
              </a:rPr>
              <a:t>, including icons by </a:t>
            </a:r>
            <a:r>
              <a:rPr b="1" lang="en" sz="1200">
                <a:solidFill>
                  <a:schemeClr val="dk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dk1"/>
                </a:solidFill>
                <a:latin typeface="Roboto"/>
                <a:ea typeface="Roboto"/>
                <a:cs typeface="Roboto"/>
                <a:sym typeface="Roboto"/>
              </a:rPr>
              <a:t>, and infographics &amp; images by </a:t>
            </a:r>
            <a:r>
              <a:rPr b="1" lang="en" sz="1200">
                <a:solidFill>
                  <a:schemeClr val="dk1"/>
                </a:solidFill>
                <a:uFill>
                  <a:noFill/>
                </a:uFill>
                <a:latin typeface="Roboto"/>
                <a:ea typeface="Roboto"/>
                <a:cs typeface="Roboto"/>
                <a:sym typeface="Roboto"/>
                <a:hlinkClick r:id="rId4">
                  <a:extLst>
                    <a:ext uri="{A12FA001-AC4F-418D-AE19-62706E023703}">
                      <ahyp:hlinkClr val="tx"/>
                    </a:ext>
                  </a:extLst>
                </a:hlinkClick>
              </a:rPr>
              <a:t>Freepik</a:t>
            </a:r>
            <a:r>
              <a:rPr b="1" lang="en" sz="1200">
                <a:solidFill>
                  <a:schemeClr val="dk1"/>
                </a:solidFill>
                <a:latin typeface="Roboto"/>
                <a:ea typeface="Roboto"/>
                <a:cs typeface="Roboto"/>
                <a:sym typeface="Roboto"/>
              </a:rPr>
              <a:t> </a:t>
            </a:r>
            <a:endParaRPr b="1" sz="1200">
              <a:solidFill>
                <a:schemeClr val="dk1"/>
              </a:solidFill>
              <a:latin typeface="Roboto"/>
              <a:ea typeface="Roboto"/>
              <a:cs typeface="Roboto"/>
              <a:sym typeface="Roboto"/>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2">
    <p:spTree>
      <p:nvGrpSpPr>
        <p:cNvPr id="1099" name="Shape 1099"/>
        <p:cNvGrpSpPr/>
        <p:nvPr/>
      </p:nvGrpSpPr>
      <p:grpSpPr>
        <a:xfrm>
          <a:off x="0" y="0"/>
          <a:ext cx="0" cy="0"/>
          <a:chOff x="0" y="0"/>
          <a:chExt cx="0" cy="0"/>
        </a:xfrm>
      </p:grpSpPr>
      <p:sp>
        <p:nvSpPr>
          <p:cNvPr id="1100" name="Google Shape;1100;p79"/>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1" name="Google Shape;1101;p79"/>
          <p:cNvGrpSpPr/>
          <p:nvPr/>
        </p:nvGrpSpPr>
        <p:grpSpPr>
          <a:xfrm rot="544898">
            <a:off x="7445424" y="2480334"/>
            <a:ext cx="1480057" cy="2886420"/>
            <a:chOff x="6945350" y="145425"/>
            <a:chExt cx="317325" cy="618850"/>
          </a:xfrm>
        </p:grpSpPr>
        <p:sp>
          <p:nvSpPr>
            <p:cNvPr id="1102" name="Google Shape;1102;p79"/>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79"/>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79"/>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79"/>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6" name="Google Shape;1106;p79"/>
          <p:cNvGrpSpPr/>
          <p:nvPr/>
        </p:nvGrpSpPr>
        <p:grpSpPr>
          <a:xfrm rot="-2019428">
            <a:off x="173931" y="276323"/>
            <a:ext cx="1078938" cy="1614954"/>
            <a:chOff x="7166500" y="-57275"/>
            <a:chExt cx="414050" cy="619750"/>
          </a:xfrm>
        </p:grpSpPr>
        <p:sp>
          <p:nvSpPr>
            <p:cNvPr id="1107" name="Google Shape;1107;p79"/>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9"/>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9"/>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79"/>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1" name="Google Shape;1111;p79"/>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2" name="Google Shape;1112;p79"/>
          <p:cNvGrpSpPr/>
          <p:nvPr/>
        </p:nvGrpSpPr>
        <p:grpSpPr>
          <a:xfrm>
            <a:off x="6882210" y="4033046"/>
            <a:ext cx="609207" cy="609207"/>
            <a:chOff x="3796125" y="-35750"/>
            <a:chExt cx="773400" cy="773400"/>
          </a:xfrm>
        </p:grpSpPr>
        <p:sp>
          <p:nvSpPr>
            <p:cNvPr id="1113" name="Google Shape;1113;p79"/>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9"/>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5" name="Google Shape;1115;p79"/>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3">
    <p:spTree>
      <p:nvGrpSpPr>
        <p:cNvPr id="1116" name="Shape 1116"/>
        <p:cNvGrpSpPr/>
        <p:nvPr/>
      </p:nvGrpSpPr>
      <p:grpSpPr>
        <a:xfrm>
          <a:off x="0" y="0"/>
          <a:ext cx="0" cy="0"/>
          <a:chOff x="0" y="0"/>
          <a:chExt cx="0" cy="0"/>
        </a:xfrm>
      </p:grpSpPr>
      <p:sp>
        <p:nvSpPr>
          <p:cNvPr id="1117" name="Google Shape;1117;p80"/>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8" name="Google Shape;1118;p80"/>
          <p:cNvGrpSpPr/>
          <p:nvPr/>
        </p:nvGrpSpPr>
        <p:grpSpPr>
          <a:xfrm>
            <a:off x="278749" y="1353426"/>
            <a:ext cx="331557" cy="331557"/>
            <a:chOff x="3796125" y="-35750"/>
            <a:chExt cx="773400" cy="773400"/>
          </a:xfrm>
        </p:grpSpPr>
        <p:sp>
          <p:nvSpPr>
            <p:cNvPr id="1119" name="Google Shape;1119;p8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8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1" name="Google Shape;1121;p80"/>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80"/>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80"/>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80"/>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5" name="Google Shape;1125;p80"/>
          <p:cNvGrpSpPr/>
          <p:nvPr/>
        </p:nvGrpSpPr>
        <p:grpSpPr>
          <a:xfrm>
            <a:off x="-171691" y="2850450"/>
            <a:ext cx="1577723" cy="893906"/>
            <a:chOff x="3467026" y="90021"/>
            <a:chExt cx="2493241" cy="1412619"/>
          </a:xfrm>
        </p:grpSpPr>
        <p:grpSp>
          <p:nvGrpSpPr>
            <p:cNvPr id="1126" name="Google Shape;1126;p80"/>
            <p:cNvGrpSpPr/>
            <p:nvPr/>
          </p:nvGrpSpPr>
          <p:grpSpPr>
            <a:xfrm>
              <a:off x="3467026" y="259199"/>
              <a:ext cx="835891" cy="835891"/>
              <a:chOff x="3796125" y="-35750"/>
              <a:chExt cx="773400" cy="773400"/>
            </a:xfrm>
          </p:grpSpPr>
          <p:sp>
            <p:nvSpPr>
              <p:cNvPr id="1127" name="Google Shape;1127;p8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8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29" name="Google Shape;1129;p80"/>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130" name="Google Shape;1130;p80"/>
            <p:cNvGrpSpPr/>
            <p:nvPr/>
          </p:nvGrpSpPr>
          <p:grpSpPr>
            <a:xfrm>
              <a:off x="4724445" y="90021"/>
              <a:ext cx="576724" cy="576724"/>
              <a:chOff x="3796125" y="-35750"/>
              <a:chExt cx="773400" cy="773400"/>
            </a:xfrm>
          </p:grpSpPr>
          <p:sp>
            <p:nvSpPr>
              <p:cNvPr id="1131" name="Google Shape;1131;p8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8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33" name="Google Shape;1133;p80"/>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134" name="Google Shape;1134;p80"/>
            <p:cNvGrpSpPr/>
            <p:nvPr/>
          </p:nvGrpSpPr>
          <p:grpSpPr>
            <a:xfrm>
              <a:off x="5124376" y="666749"/>
              <a:ext cx="835891" cy="835891"/>
              <a:chOff x="3796125" y="-35750"/>
              <a:chExt cx="773400" cy="773400"/>
            </a:xfrm>
          </p:grpSpPr>
          <p:sp>
            <p:nvSpPr>
              <p:cNvPr id="1135" name="Google Shape;1135;p8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8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37" name="Google Shape;1137;p80"/>
          <p:cNvGrpSpPr/>
          <p:nvPr/>
        </p:nvGrpSpPr>
        <p:grpSpPr>
          <a:xfrm flipH="1" rot="10800000">
            <a:off x="7944681" y="1412600"/>
            <a:ext cx="1413169" cy="800673"/>
            <a:chOff x="3467026" y="90021"/>
            <a:chExt cx="2493241" cy="1412619"/>
          </a:xfrm>
        </p:grpSpPr>
        <p:grpSp>
          <p:nvGrpSpPr>
            <p:cNvPr id="1138" name="Google Shape;1138;p80"/>
            <p:cNvGrpSpPr/>
            <p:nvPr/>
          </p:nvGrpSpPr>
          <p:grpSpPr>
            <a:xfrm>
              <a:off x="3467026" y="259199"/>
              <a:ext cx="835891" cy="835891"/>
              <a:chOff x="3796125" y="-35750"/>
              <a:chExt cx="773400" cy="773400"/>
            </a:xfrm>
          </p:grpSpPr>
          <p:sp>
            <p:nvSpPr>
              <p:cNvPr id="1139" name="Google Shape;1139;p8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80"/>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41" name="Google Shape;1141;p80"/>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142" name="Google Shape;1142;p80"/>
            <p:cNvGrpSpPr/>
            <p:nvPr/>
          </p:nvGrpSpPr>
          <p:grpSpPr>
            <a:xfrm>
              <a:off x="4724445" y="90021"/>
              <a:ext cx="576724" cy="576724"/>
              <a:chOff x="3796125" y="-35750"/>
              <a:chExt cx="773400" cy="773400"/>
            </a:xfrm>
          </p:grpSpPr>
          <p:sp>
            <p:nvSpPr>
              <p:cNvPr id="1143" name="Google Shape;1143;p8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80"/>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45" name="Google Shape;1145;p80"/>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146" name="Google Shape;1146;p80"/>
            <p:cNvGrpSpPr/>
            <p:nvPr/>
          </p:nvGrpSpPr>
          <p:grpSpPr>
            <a:xfrm>
              <a:off x="5124376" y="666749"/>
              <a:ext cx="835891" cy="835891"/>
              <a:chOff x="3796125" y="-35750"/>
              <a:chExt cx="773400" cy="773400"/>
            </a:xfrm>
          </p:grpSpPr>
          <p:sp>
            <p:nvSpPr>
              <p:cNvPr id="1147" name="Google Shape;1147;p8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80"/>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49" name="Google Shape;1149;p80"/>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53" name="Shape 1153"/>
        <p:cNvGrpSpPr/>
        <p:nvPr/>
      </p:nvGrpSpPr>
      <p:grpSpPr>
        <a:xfrm>
          <a:off x="0" y="0"/>
          <a:ext cx="0" cy="0"/>
          <a:chOff x="0" y="0"/>
          <a:chExt cx="0" cy="0"/>
        </a:xfrm>
      </p:grpSpPr>
      <p:sp>
        <p:nvSpPr>
          <p:cNvPr id="1154" name="Google Shape;1154;p82"/>
          <p:cNvSpPr/>
          <p:nvPr/>
        </p:nvSpPr>
        <p:spPr>
          <a:xfrm flipH="1">
            <a:off x="6154100" y="3667856"/>
            <a:ext cx="3212922"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82"/>
          <p:cNvSpPr txBox="1"/>
          <p:nvPr>
            <p:ph idx="1" type="subTitle"/>
          </p:nvPr>
        </p:nvSpPr>
        <p:spPr>
          <a:xfrm>
            <a:off x="4135975" y="3436975"/>
            <a:ext cx="2644500" cy="6771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156" name="Google Shape;1156;p82"/>
          <p:cNvSpPr txBox="1"/>
          <p:nvPr>
            <p:ph type="ctrTitle"/>
          </p:nvPr>
        </p:nvSpPr>
        <p:spPr>
          <a:xfrm>
            <a:off x="4135975" y="1035775"/>
            <a:ext cx="4293300" cy="2401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7200"/>
              <a:buNone/>
              <a:defRPr sz="4800"/>
            </a:lvl1pPr>
            <a:lvl2pPr lvl="1" rtl="0" algn="ctr">
              <a:lnSpc>
                <a:spcPct val="100000"/>
              </a:lnSpc>
              <a:spcBef>
                <a:spcPts val="0"/>
              </a:spcBef>
              <a:spcAft>
                <a:spcPts val="0"/>
              </a:spcAft>
              <a:buSzPts val="7200"/>
              <a:buNone/>
              <a:defRPr sz="7200"/>
            </a:lvl2pPr>
            <a:lvl3pPr lvl="2" rtl="0" algn="ctr">
              <a:lnSpc>
                <a:spcPct val="100000"/>
              </a:lnSpc>
              <a:spcBef>
                <a:spcPts val="0"/>
              </a:spcBef>
              <a:spcAft>
                <a:spcPts val="0"/>
              </a:spcAft>
              <a:buSzPts val="7200"/>
              <a:buNone/>
              <a:defRPr sz="7200"/>
            </a:lvl3pPr>
            <a:lvl4pPr lvl="3" rtl="0" algn="ctr">
              <a:lnSpc>
                <a:spcPct val="100000"/>
              </a:lnSpc>
              <a:spcBef>
                <a:spcPts val="0"/>
              </a:spcBef>
              <a:spcAft>
                <a:spcPts val="0"/>
              </a:spcAft>
              <a:buSzPts val="7200"/>
              <a:buNone/>
              <a:defRPr sz="7200"/>
            </a:lvl4pPr>
            <a:lvl5pPr lvl="4" rtl="0" algn="ctr">
              <a:lnSpc>
                <a:spcPct val="100000"/>
              </a:lnSpc>
              <a:spcBef>
                <a:spcPts val="0"/>
              </a:spcBef>
              <a:spcAft>
                <a:spcPts val="0"/>
              </a:spcAft>
              <a:buSzPts val="7200"/>
              <a:buNone/>
              <a:defRPr sz="7200"/>
            </a:lvl5pPr>
            <a:lvl6pPr lvl="5" rtl="0" algn="ctr">
              <a:lnSpc>
                <a:spcPct val="100000"/>
              </a:lnSpc>
              <a:spcBef>
                <a:spcPts val="0"/>
              </a:spcBef>
              <a:spcAft>
                <a:spcPts val="0"/>
              </a:spcAft>
              <a:buSzPts val="7200"/>
              <a:buNone/>
              <a:defRPr sz="7200"/>
            </a:lvl6pPr>
            <a:lvl7pPr lvl="6" rtl="0" algn="ctr">
              <a:lnSpc>
                <a:spcPct val="100000"/>
              </a:lnSpc>
              <a:spcBef>
                <a:spcPts val="0"/>
              </a:spcBef>
              <a:spcAft>
                <a:spcPts val="0"/>
              </a:spcAft>
              <a:buSzPts val="7200"/>
              <a:buNone/>
              <a:defRPr sz="7200"/>
            </a:lvl7pPr>
            <a:lvl8pPr lvl="7" rtl="0" algn="ctr">
              <a:lnSpc>
                <a:spcPct val="100000"/>
              </a:lnSpc>
              <a:spcBef>
                <a:spcPts val="0"/>
              </a:spcBef>
              <a:spcAft>
                <a:spcPts val="0"/>
              </a:spcAft>
              <a:buSzPts val="7200"/>
              <a:buNone/>
              <a:defRPr sz="7200"/>
            </a:lvl8pPr>
            <a:lvl9pPr lvl="8" rtl="0" algn="ctr">
              <a:lnSpc>
                <a:spcPct val="100000"/>
              </a:lnSpc>
              <a:spcBef>
                <a:spcPts val="0"/>
              </a:spcBef>
              <a:spcAft>
                <a:spcPts val="0"/>
              </a:spcAft>
              <a:buSzPts val="7200"/>
              <a:buNone/>
              <a:defRPr sz="7200"/>
            </a:lvl9pPr>
          </a:lstStyle>
          <a:p/>
        </p:txBody>
      </p:sp>
      <p:sp>
        <p:nvSpPr>
          <p:cNvPr id="1157" name="Google Shape;1157;p82"/>
          <p:cNvSpPr/>
          <p:nvPr/>
        </p:nvSpPr>
        <p:spPr>
          <a:xfrm>
            <a:off x="5736975" y="4353281"/>
            <a:ext cx="1215300" cy="12153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82"/>
          <p:cNvSpPr/>
          <p:nvPr/>
        </p:nvSpPr>
        <p:spPr>
          <a:xfrm rot="-899999">
            <a:off x="4821272" y="280788"/>
            <a:ext cx="596232" cy="51718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82"/>
          <p:cNvSpPr/>
          <p:nvPr/>
        </p:nvSpPr>
        <p:spPr>
          <a:xfrm rot="301025">
            <a:off x="8392867" y="2061425"/>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0" name="Shape 1160"/>
        <p:cNvGrpSpPr/>
        <p:nvPr/>
      </p:nvGrpSpPr>
      <p:grpSpPr>
        <a:xfrm>
          <a:off x="0" y="0"/>
          <a:ext cx="0" cy="0"/>
          <a:chOff x="0" y="0"/>
          <a:chExt cx="0" cy="0"/>
        </a:xfrm>
      </p:grpSpPr>
      <p:sp>
        <p:nvSpPr>
          <p:cNvPr id="1161" name="Google Shape;1161;p83"/>
          <p:cNvSpPr/>
          <p:nvPr/>
        </p:nvSpPr>
        <p:spPr>
          <a:xfrm flipH="1" rot="10800000">
            <a:off x="-5489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83"/>
          <p:cNvSpPr txBox="1"/>
          <p:nvPr>
            <p:ph hasCustomPrompt="1" type="title"/>
          </p:nvPr>
        </p:nvSpPr>
        <p:spPr>
          <a:xfrm>
            <a:off x="3379072" y="109215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1163" name="Google Shape;1163;p83"/>
          <p:cNvSpPr txBox="1"/>
          <p:nvPr>
            <p:ph idx="1" type="subTitle"/>
          </p:nvPr>
        </p:nvSpPr>
        <p:spPr>
          <a:xfrm>
            <a:off x="4128325" y="3269563"/>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1164" name="Google Shape;1164;p83"/>
          <p:cNvSpPr txBox="1"/>
          <p:nvPr>
            <p:ph idx="2" type="title"/>
          </p:nvPr>
        </p:nvSpPr>
        <p:spPr>
          <a:xfrm>
            <a:off x="4128325" y="1976575"/>
            <a:ext cx="43023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1165" name="Google Shape;1165;p83"/>
          <p:cNvSpPr/>
          <p:nvPr/>
        </p:nvSpPr>
        <p:spPr>
          <a:xfrm rot="301025">
            <a:off x="8519867" y="2297050"/>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83"/>
          <p:cNvSpPr/>
          <p:nvPr/>
        </p:nvSpPr>
        <p:spPr>
          <a:xfrm flipH="1">
            <a:off x="5517534" y="3667850"/>
            <a:ext cx="4068217"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67" name="Shape 1167"/>
        <p:cNvGrpSpPr/>
        <p:nvPr/>
      </p:nvGrpSpPr>
      <p:grpSpPr>
        <a:xfrm>
          <a:off x="0" y="0"/>
          <a:ext cx="0" cy="0"/>
          <a:chOff x="0" y="0"/>
          <a:chExt cx="0" cy="0"/>
        </a:xfrm>
      </p:grpSpPr>
      <p:sp>
        <p:nvSpPr>
          <p:cNvPr id="1168" name="Google Shape;1168;p84"/>
          <p:cNvSpPr txBox="1"/>
          <p:nvPr>
            <p:ph idx="1" type="body"/>
          </p:nvPr>
        </p:nvSpPr>
        <p:spPr>
          <a:xfrm>
            <a:off x="713100" y="1200150"/>
            <a:ext cx="7717800" cy="3404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AutoNum type="arabicPeriod"/>
              <a:defRPr sz="1200"/>
            </a:lvl1pPr>
            <a:lvl2pPr indent="-304800" lvl="1" marL="914400" rtl="0">
              <a:spcBef>
                <a:spcPts val="0"/>
              </a:spcBef>
              <a:spcAft>
                <a:spcPts val="0"/>
              </a:spcAft>
              <a:buSzPts val="1200"/>
              <a:buAutoNum type="alphaLcPeriod"/>
              <a:defRPr sz="1200"/>
            </a:lvl2pPr>
            <a:lvl3pPr indent="-304800" lvl="2" marL="1371600" rtl="0">
              <a:spcBef>
                <a:spcPts val="0"/>
              </a:spcBef>
              <a:spcAft>
                <a:spcPts val="0"/>
              </a:spcAft>
              <a:buSzPts val="1200"/>
              <a:buAutoNum type="romanLcPeriod"/>
              <a:defRPr sz="1200"/>
            </a:lvl3pPr>
            <a:lvl4pPr indent="-304800" lvl="3" marL="1828800" rtl="0">
              <a:spcBef>
                <a:spcPts val="0"/>
              </a:spcBef>
              <a:spcAft>
                <a:spcPts val="0"/>
              </a:spcAft>
              <a:buSzPts val="1200"/>
              <a:buAutoNum type="arabicPeriod"/>
              <a:defRPr sz="1200"/>
            </a:lvl4pPr>
            <a:lvl5pPr indent="-304800" lvl="4" marL="2286000" rtl="0">
              <a:spcBef>
                <a:spcPts val="0"/>
              </a:spcBef>
              <a:spcAft>
                <a:spcPts val="0"/>
              </a:spcAft>
              <a:buSzPts val="1200"/>
              <a:buAutoNum type="alphaLcPeriod"/>
              <a:defRPr sz="1200"/>
            </a:lvl5pPr>
            <a:lvl6pPr indent="-304800" lvl="5" marL="2743200" rtl="0">
              <a:spcBef>
                <a:spcPts val="0"/>
              </a:spcBef>
              <a:spcAft>
                <a:spcPts val="0"/>
              </a:spcAft>
              <a:buSzPts val="1200"/>
              <a:buAutoNum type="romanLcPeriod"/>
              <a:defRPr sz="1200"/>
            </a:lvl6pPr>
            <a:lvl7pPr indent="-304800" lvl="6" marL="3200400" rtl="0">
              <a:spcBef>
                <a:spcPts val="0"/>
              </a:spcBef>
              <a:spcAft>
                <a:spcPts val="0"/>
              </a:spcAft>
              <a:buSzPts val="1200"/>
              <a:buAutoNum type="arabicPeriod"/>
              <a:defRPr sz="1200"/>
            </a:lvl7pPr>
            <a:lvl8pPr indent="-304800" lvl="7" marL="3657600" rtl="0">
              <a:spcBef>
                <a:spcPts val="0"/>
              </a:spcBef>
              <a:spcAft>
                <a:spcPts val="0"/>
              </a:spcAft>
              <a:buSzPts val="1200"/>
              <a:buAutoNum type="alphaLcPeriod"/>
              <a:defRPr sz="1200"/>
            </a:lvl8pPr>
            <a:lvl9pPr indent="-304800" lvl="8" marL="4114800" rtl="0">
              <a:spcBef>
                <a:spcPts val="0"/>
              </a:spcBef>
              <a:spcAft>
                <a:spcPts val="0"/>
              </a:spcAft>
              <a:buSzPts val="1200"/>
              <a:buAutoNum type="romanLcPeriod"/>
              <a:defRPr sz="1200"/>
            </a:lvl9pPr>
          </a:lstStyle>
          <a:p/>
        </p:txBody>
      </p:sp>
      <p:sp>
        <p:nvSpPr>
          <p:cNvPr id="1169" name="Google Shape;1169;p84"/>
          <p:cNvSpPr txBox="1"/>
          <p:nvPr>
            <p:ph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170" name="Google Shape;1170;p84"/>
          <p:cNvSpPr/>
          <p:nvPr/>
        </p:nvSpPr>
        <p:spPr>
          <a:xfrm rot="301033">
            <a:off x="318889" y="-265259"/>
            <a:ext cx="789020" cy="68439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84"/>
          <p:cNvSpPr/>
          <p:nvPr/>
        </p:nvSpPr>
        <p:spPr>
          <a:xfrm>
            <a:off x="-416475" y="131026"/>
            <a:ext cx="1026000" cy="1026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84"/>
          <p:cNvSpPr/>
          <p:nvPr/>
        </p:nvSpPr>
        <p:spPr>
          <a:xfrm rot="301053">
            <a:off x="1237580" y="4938577"/>
            <a:ext cx="437515" cy="379513"/>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84"/>
          <p:cNvSpPr/>
          <p:nvPr/>
        </p:nvSpPr>
        <p:spPr>
          <a:xfrm flipH="1">
            <a:off x="7649620" y="4353278"/>
            <a:ext cx="1720458" cy="790182"/>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4" name="Google Shape;1174;p84"/>
          <p:cNvGrpSpPr/>
          <p:nvPr/>
        </p:nvGrpSpPr>
        <p:grpSpPr>
          <a:xfrm>
            <a:off x="8777542" y="3288374"/>
            <a:ext cx="547954" cy="547954"/>
            <a:chOff x="3796125" y="-35750"/>
            <a:chExt cx="773400" cy="773400"/>
          </a:xfrm>
        </p:grpSpPr>
        <p:sp>
          <p:nvSpPr>
            <p:cNvPr id="1175" name="Google Shape;1175;p8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8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77" name="Shape 1177"/>
        <p:cNvGrpSpPr/>
        <p:nvPr/>
      </p:nvGrpSpPr>
      <p:grpSpPr>
        <a:xfrm>
          <a:off x="0" y="0"/>
          <a:ext cx="0" cy="0"/>
          <a:chOff x="0" y="0"/>
          <a:chExt cx="0" cy="0"/>
        </a:xfrm>
      </p:grpSpPr>
      <p:sp>
        <p:nvSpPr>
          <p:cNvPr id="1178" name="Google Shape;1178;p85"/>
          <p:cNvSpPr txBox="1"/>
          <p:nvPr>
            <p:ph idx="1" type="subTitle"/>
          </p:nvPr>
        </p:nvSpPr>
        <p:spPr>
          <a:xfrm>
            <a:off x="1433113" y="2554911"/>
            <a:ext cx="23049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1179" name="Google Shape;1179;p85"/>
          <p:cNvSpPr txBox="1"/>
          <p:nvPr>
            <p:ph idx="2" type="subTitle"/>
          </p:nvPr>
        </p:nvSpPr>
        <p:spPr>
          <a:xfrm>
            <a:off x="5300073" y="2554914"/>
            <a:ext cx="23016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1180" name="Google Shape;1180;p85"/>
          <p:cNvSpPr txBox="1"/>
          <p:nvPr>
            <p:ph type="title"/>
          </p:nvPr>
        </p:nvSpPr>
        <p:spPr>
          <a:xfrm>
            <a:off x="1433038" y="2104375"/>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181" name="Google Shape;1181;p85"/>
          <p:cNvSpPr txBox="1"/>
          <p:nvPr>
            <p:ph idx="3" type="title"/>
          </p:nvPr>
        </p:nvSpPr>
        <p:spPr>
          <a:xfrm>
            <a:off x="5299537" y="2104388"/>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182" name="Google Shape;1182;p85"/>
          <p:cNvSpPr txBox="1"/>
          <p:nvPr>
            <p:ph idx="4"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1183" name="Google Shape;1183;p85"/>
          <p:cNvGrpSpPr/>
          <p:nvPr/>
        </p:nvGrpSpPr>
        <p:grpSpPr>
          <a:xfrm flipH="1" rot="10800000">
            <a:off x="-110852" y="3990045"/>
            <a:ext cx="760318" cy="1338746"/>
            <a:chOff x="5664675" y="3001250"/>
            <a:chExt cx="332525" cy="585500"/>
          </a:xfrm>
        </p:grpSpPr>
        <p:sp>
          <p:nvSpPr>
            <p:cNvPr id="1184" name="Google Shape;1184;p85"/>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85"/>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85"/>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7" name="Google Shape;1187;p85"/>
          <p:cNvGrpSpPr/>
          <p:nvPr/>
        </p:nvGrpSpPr>
        <p:grpSpPr>
          <a:xfrm>
            <a:off x="7944315" y="-158168"/>
            <a:ext cx="1340175" cy="1793702"/>
            <a:chOff x="5556925" y="2802275"/>
            <a:chExt cx="586125" cy="784475"/>
          </a:xfrm>
        </p:grpSpPr>
        <p:sp>
          <p:nvSpPr>
            <p:cNvPr id="1188" name="Google Shape;1188;p85"/>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85"/>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85"/>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85"/>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85"/>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85"/>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85"/>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85"/>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85"/>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7" name="Google Shape;1197;p85"/>
          <p:cNvSpPr/>
          <p:nvPr/>
        </p:nvSpPr>
        <p:spPr>
          <a:xfrm>
            <a:off x="-239896" y="-853452"/>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85"/>
          <p:cNvSpPr/>
          <p:nvPr/>
        </p:nvSpPr>
        <p:spPr>
          <a:xfrm>
            <a:off x="337851" y="4471670"/>
            <a:ext cx="1017600" cy="10173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85"/>
          <p:cNvSpPr/>
          <p:nvPr/>
        </p:nvSpPr>
        <p:spPr>
          <a:xfrm>
            <a:off x="7830954" y="2208373"/>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0" name="Shape 1200"/>
        <p:cNvGrpSpPr/>
        <p:nvPr/>
      </p:nvGrpSpPr>
      <p:grpSpPr>
        <a:xfrm>
          <a:off x="0" y="0"/>
          <a:ext cx="0" cy="0"/>
          <a:chOff x="0" y="0"/>
          <a:chExt cx="0" cy="0"/>
        </a:xfrm>
      </p:grpSpPr>
      <p:sp>
        <p:nvSpPr>
          <p:cNvPr id="1201" name="Google Shape;1201;p86"/>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202" name="Google Shape;1202;p86"/>
          <p:cNvSpPr/>
          <p:nvPr/>
        </p:nvSpPr>
        <p:spPr>
          <a:xfrm>
            <a:off x="8541752" y="4017174"/>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86"/>
          <p:cNvSpPr/>
          <p:nvPr/>
        </p:nvSpPr>
        <p:spPr>
          <a:xfrm>
            <a:off x="-922398" y="-635351"/>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4" name="Google Shape;1204;p86"/>
          <p:cNvGrpSpPr/>
          <p:nvPr/>
        </p:nvGrpSpPr>
        <p:grpSpPr>
          <a:xfrm>
            <a:off x="415747" y="200236"/>
            <a:ext cx="436739" cy="436739"/>
            <a:chOff x="3796125" y="-35750"/>
            <a:chExt cx="773400" cy="773400"/>
          </a:xfrm>
        </p:grpSpPr>
        <p:sp>
          <p:nvSpPr>
            <p:cNvPr id="1205" name="Google Shape;1205;p8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8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7" name="Google Shape;1207;p86"/>
          <p:cNvGrpSpPr/>
          <p:nvPr/>
        </p:nvGrpSpPr>
        <p:grpSpPr>
          <a:xfrm>
            <a:off x="7831044" y="4962597"/>
            <a:ext cx="272005" cy="272005"/>
            <a:chOff x="3796125" y="-35750"/>
            <a:chExt cx="773400" cy="773400"/>
          </a:xfrm>
        </p:grpSpPr>
        <p:sp>
          <p:nvSpPr>
            <p:cNvPr id="1208" name="Google Shape;1208;p8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8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0" name="Shape 1210"/>
        <p:cNvGrpSpPr/>
        <p:nvPr/>
      </p:nvGrpSpPr>
      <p:grpSpPr>
        <a:xfrm>
          <a:off x="0" y="0"/>
          <a:ext cx="0" cy="0"/>
          <a:chOff x="0" y="0"/>
          <a:chExt cx="0" cy="0"/>
        </a:xfrm>
      </p:grpSpPr>
      <p:sp>
        <p:nvSpPr>
          <p:cNvPr id="1211" name="Google Shape;1211;p87"/>
          <p:cNvSpPr/>
          <p:nvPr/>
        </p:nvSpPr>
        <p:spPr>
          <a:xfrm rot="-177409">
            <a:off x="1047241" y="453943"/>
            <a:ext cx="7037169" cy="4235665"/>
          </a:xfrm>
          <a:prstGeom prst="roundRect">
            <a:avLst>
              <a:gd fmla="val 2931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87"/>
          <p:cNvSpPr txBox="1"/>
          <p:nvPr>
            <p:ph idx="1" type="body"/>
          </p:nvPr>
        </p:nvSpPr>
        <p:spPr>
          <a:xfrm>
            <a:off x="1894800" y="1826350"/>
            <a:ext cx="5354400" cy="2124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Font typeface="Karla"/>
              <a:buChar char="●"/>
              <a:defRPr/>
            </a:lvl1pPr>
            <a:lvl2pPr indent="-317500" lvl="1" marL="914400" rtl="0">
              <a:spcBef>
                <a:spcPts val="0"/>
              </a:spcBef>
              <a:spcAft>
                <a:spcPts val="0"/>
              </a:spcAft>
              <a:buClr>
                <a:srgbClr val="211F1F"/>
              </a:buClr>
              <a:buSzPts val="1400"/>
              <a:buFont typeface="Karla"/>
              <a:buChar char="○"/>
              <a:defRPr/>
            </a:lvl2pPr>
            <a:lvl3pPr indent="-317500" lvl="2" marL="1371600" rtl="0">
              <a:spcBef>
                <a:spcPts val="0"/>
              </a:spcBef>
              <a:spcAft>
                <a:spcPts val="0"/>
              </a:spcAft>
              <a:buClr>
                <a:srgbClr val="211F1F"/>
              </a:buClr>
              <a:buSzPts val="1400"/>
              <a:buFont typeface="Karla"/>
              <a:buChar char="■"/>
              <a:defRPr/>
            </a:lvl3pPr>
            <a:lvl4pPr indent="-317500" lvl="3" marL="1828800" rtl="0">
              <a:spcBef>
                <a:spcPts val="0"/>
              </a:spcBef>
              <a:spcAft>
                <a:spcPts val="0"/>
              </a:spcAft>
              <a:buClr>
                <a:srgbClr val="211F1F"/>
              </a:buClr>
              <a:buSzPts val="1400"/>
              <a:buFont typeface="Karla"/>
              <a:buChar char="●"/>
              <a:defRPr/>
            </a:lvl4pPr>
            <a:lvl5pPr indent="-317500" lvl="4" marL="2286000" rtl="0">
              <a:spcBef>
                <a:spcPts val="0"/>
              </a:spcBef>
              <a:spcAft>
                <a:spcPts val="0"/>
              </a:spcAft>
              <a:buClr>
                <a:srgbClr val="211F1F"/>
              </a:buClr>
              <a:buSzPts val="1400"/>
              <a:buFont typeface="Karla"/>
              <a:buChar char="○"/>
              <a:defRPr/>
            </a:lvl5pPr>
            <a:lvl6pPr indent="-317500" lvl="5" marL="2743200" rtl="0">
              <a:spcBef>
                <a:spcPts val="0"/>
              </a:spcBef>
              <a:spcAft>
                <a:spcPts val="0"/>
              </a:spcAft>
              <a:buClr>
                <a:srgbClr val="211F1F"/>
              </a:buClr>
              <a:buSzPts val="1400"/>
              <a:buFont typeface="Karla"/>
              <a:buChar char="■"/>
              <a:defRPr/>
            </a:lvl6pPr>
            <a:lvl7pPr indent="-317500" lvl="6" marL="3200400" rtl="0">
              <a:spcBef>
                <a:spcPts val="0"/>
              </a:spcBef>
              <a:spcAft>
                <a:spcPts val="0"/>
              </a:spcAft>
              <a:buClr>
                <a:srgbClr val="211F1F"/>
              </a:buClr>
              <a:buSzPts val="1400"/>
              <a:buFont typeface="Karla"/>
              <a:buChar char="●"/>
              <a:defRPr/>
            </a:lvl7pPr>
            <a:lvl8pPr indent="-317500" lvl="7" marL="3657600" rtl="0">
              <a:spcBef>
                <a:spcPts val="0"/>
              </a:spcBef>
              <a:spcAft>
                <a:spcPts val="0"/>
              </a:spcAft>
              <a:buClr>
                <a:srgbClr val="211F1F"/>
              </a:buClr>
              <a:buSzPts val="1400"/>
              <a:buFont typeface="Karla"/>
              <a:buChar char="○"/>
              <a:defRPr/>
            </a:lvl8pPr>
            <a:lvl9pPr indent="-317500" lvl="8" marL="4114800" rtl="0">
              <a:spcBef>
                <a:spcPts val="0"/>
              </a:spcBef>
              <a:spcAft>
                <a:spcPts val="0"/>
              </a:spcAft>
              <a:buClr>
                <a:srgbClr val="211F1F"/>
              </a:buClr>
              <a:buSzPts val="1400"/>
              <a:buFont typeface="Karla"/>
              <a:buChar char="■"/>
              <a:defRPr/>
            </a:lvl9pPr>
          </a:lstStyle>
          <a:p/>
        </p:txBody>
      </p:sp>
      <p:sp>
        <p:nvSpPr>
          <p:cNvPr id="1213" name="Google Shape;1213;p87"/>
          <p:cNvSpPr txBox="1"/>
          <p:nvPr>
            <p:ph type="title"/>
          </p:nvPr>
        </p:nvSpPr>
        <p:spPr>
          <a:xfrm>
            <a:off x="1894800" y="1087450"/>
            <a:ext cx="53544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14" name="Shape 1214"/>
        <p:cNvGrpSpPr/>
        <p:nvPr/>
      </p:nvGrpSpPr>
      <p:grpSpPr>
        <a:xfrm>
          <a:off x="0" y="0"/>
          <a:ext cx="0" cy="0"/>
          <a:chOff x="0" y="0"/>
          <a:chExt cx="0" cy="0"/>
        </a:xfrm>
      </p:grpSpPr>
      <p:sp>
        <p:nvSpPr>
          <p:cNvPr id="1215" name="Google Shape;1215;p88"/>
          <p:cNvSpPr/>
          <p:nvPr/>
        </p:nvSpPr>
        <p:spPr>
          <a:xfrm rot="1183069">
            <a:off x="-125892" y="570955"/>
            <a:ext cx="9909784" cy="427643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88"/>
          <p:cNvSpPr txBox="1"/>
          <p:nvPr>
            <p:ph type="title"/>
          </p:nvPr>
        </p:nvSpPr>
        <p:spPr>
          <a:xfrm>
            <a:off x="713275" y="1833000"/>
            <a:ext cx="7717500" cy="147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6000"/>
              <a:buNone/>
              <a:defRPr sz="4000"/>
            </a:lvl1pPr>
            <a:lvl2pPr lvl="1" rtl="0" algn="ctr">
              <a:lnSpc>
                <a:spcPct val="100000"/>
              </a:lnSpc>
              <a:spcBef>
                <a:spcPts val="0"/>
              </a:spcBef>
              <a:spcAft>
                <a:spcPts val="0"/>
              </a:spcAft>
              <a:buSzPts val="6000"/>
              <a:buNone/>
              <a:defRPr sz="6000"/>
            </a:lvl2pPr>
            <a:lvl3pPr lvl="2" rtl="0" algn="ctr">
              <a:lnSpc>
                <a:spcPct val="100000"/>
              </a:lnSpc>
              <a:spcBef>
                <a:spcPts val="0"/>
              </a:spcBef>
              <a:spcAft>
                <a:spcPts val="0"/>
              </a:spcAft>
              <a:buSzPts val="6000"/>
              <a:buNone/>
              <a:defRPr sz="6000"/>
            </a:lvl3pPr>
            <a:lvl4pPr lvl="3" rtl="0" algn="ctr">
              <a:lnSpc>
                <a:spcPct val="100000"/>
              </a:lnSpc>
              <a:spcBef>
                <a:spcPts val="0"/>
              </a:spcBef>
              <a:spcAft>
                <a:spcPts val="0"/>
              </a:spcAft>
              <a:buSzPts val="6000"/>
              <a:buNone/>
              <a:defRPr sz="6000"/>
            </a:lvl4pPr>
            <a:lvl5pPr lvl="4" rtl="0" algn="ctr">
              <a:lnSpc>
                <a:spcPct val="100000"/>
              </a:lnSpc>
              <a:spcBef>
                <a:spcPts val="0"/>
              </a:spcBef>
              <a:spcAft>
                <a:spcPts val="0"/>
              </a:spcAft>
              <a:buSzPts val="6000"/>
              <a:buNone/>
              <a:defRPr sz="6000"/>
            </a:lvl5pPr>
            <a:lvl6pPr lvl="5" rtl="0" algn="ctr">
              <a:lnSpc>
                <a:spcPct val="100000"/>
              </a:lnSpc>
              <a:spcBef>
                <a:spcPts val="0"/>
              </a:spcBef>
              <a:spcAft>
                <a:spcPts val="0"/>
              </a:spcAft>
              <a:buSzPts val="6000"/>
              <a:buNone/>
              <a:defRPr sz="6000"/>
            </a:lvl6pPr>
            <a:lvl7pPr lvl="6" rtl="0" algn="ctr">
              <a:lnSpc>
                <a:spcPct val="100000"/>
              </a:lnSpc>
              <a:spcBef>
                <a:spcPts val="0"/>
              </a:spcBef>
              <a:spcAft>
                <a:spcPts val="0"/>
              </a:spcAft>
              <a:buSzPts val="6000"/>
              <a:buNone/>
              <a:defRPr sz="6000"/>
            </a:lvl7pPr>
            <a:lvl8pPr lvl="7" rtl="0" algn="ctr">
              <a:lnSpc>
                <a:spcPct val="100000"/>
              </a:lnSpc>
              <a:spcBef>
                <a:spcPts val="0"/>
              </a:spcBef>
              <a:spcAft>
                <a:spcPts val="0"/>
              </a:spcAft>
              <a:buSzPts val="6000"/>
              <a:buNone/>
              <a:defRPr sz="6000"/>
            </a:lvl8pPr>
            <a:lvl9pPr lvl="8" rtl="0" algn="ctr">
              <a:lnSpc>
                <a:spcPct val="100000"/>
              </a:lnSpc>
              <a:spcBef>
                <a:spcPts val="0"/>
              </a:spcBef>
              <a:spcAft>
                <a:spcPts val="0"/>
              </a:spcAft>
              <a:buSzPts val="6000"/>
              <a:buNone/>
              <a:defRPr sz="60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17" name="Shape 1217"/>
        <p:cNvGrpSpPr/>
        <p:nvPr/>
      </p:nvGrpSpPr>
      <p:grpSpPr>
        <a:xfrm>
          <a:off x="0" y="0"/>
          <a:ext cx="0" cy="0"/>
          <a:chOff x="0" y="0"/>
          <a:chExt cx="0" cy="0"/>
        </a:xfrm>
      </p:grpSpPr>
      <p:sp>
        <p:nvSpPr>
          <p:cNvPr id="1218" name="Google Shape;1218;p89"/>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89"/>
          <p:cNvSpPr txBox="1"/>
          <p:nvPr>
            <p:ph type="title"/>
          </p:nvPr>
        </p:nvSpPr>
        <p:spPr>
          <a:xfrm>
            <a:off x="2371700" y="1356525"/>
            <a:ext cx="44004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1220" name="Google Shape;1220;p89"/>
          <p:cNvSpPr txBox="1"/>
          <p:nvPr>
            <p:ph idx="1" type="subTitle"/>
          </p:nvPr>
        </p:nvSpPr>
        <p:spPr>
          <a:xfrm>
            <a:off x="2372317" y="2217075"/>
            <a:ext cx="4400100" cy="156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grpSp>
        <p:nvGrpSpPr>
          <p:cNvPr id="1221" name="Google Shape;1221;p89"/>
          <p:cNvGrpSpPr/>
          <p:nvPr/>
        </p:nvGrpSpPr>
        <p:grpSpPr>
          <a:xfrm rot="544898">
            <a:off x="7445424" y="2480334"/>
            <a:ext cx="1480057" cy="2886420"/>
            <a:chOff x="6945350" y="145425"/>
            <a:chExt cx="317325" cy="618850"/>
          </a:xfrm>
        </p:grpSpPr>
        <p:sp>
          <p:nvSpPr>
            <p:cNvPr id="1222" name="Google Shape;1222;p89"/>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89"/>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89"/>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89"/>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6" name="Google Shape;1226;p89"/>
          <p:cNvGrpSpPr/>
          <p:nvPr/>
        </p:nvGrpSpPr>
        <p:grpSpPr>
          <a:xfrm rot="-2019428">
            <a:off x="173931" y="276323"/>
            <a:ext cx="1078938" cy="1614954"/>
            <a:chOff x="7166500" y="-57275"/>
            <a:chExt cx="414050" cy="619750"/>
          </a:xfrm>
        </p:grpSpPr>
        <p:sp>
          <p:nvSpPr>
            <p:cNvPr id="1227" name="Google Shape;1227;p89"/>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89"/>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89"/>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89"/>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1" name="Google Shape;1231;p89"/>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2" name="Google Shape;1232;p89"/>
          <p:cNvGrpSpPr/>
          <p:nvPr/>
        </p:nvGrpSpPr>
        <p:grpSpPr>
          <a:xfrm>
            <a:off x="6882210" y="4033046"/>
            <a:ext cx="609207" cy="609207"/>
            <a:chOff x="3796125" y="-35750"/>
            <a:chExt cx="773400" cy="773400"/>
          </a:xfrm>
        </p:grpSpPr>
        <p:sp>
          <p:nvSpPr>
            <p:cNvPr id="1233" name="Google Shape;1233;p89"/>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89"/>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5" name="Google Shape;1235;p89"/>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36" name="Shape 1236"/>
        <p:cNvGrpSpPr/>
        <p:nvPr/>
      </p:nvGrpSpPr>
      <p:grpSpPr>
        <a:xfrm>
          <a:off x="0" y="0"/>
          <a:ext cx="0" cy="0"/>
          <a:chOff x="0" y="0"/>
          <a:chExt cx="0" cy="0"/>
        </a:xfrm>
      </p:grpSpPr>
      <p:sp>
        <p:nvSpPr>
          <p:cNvPr id="1237" name="Google Shape;1237;p90"/>
          <p:cNvSpPr txBox="1"/>
          <p:nvPr>
            <p:ph type="title"/>
          </p:nvPr>
        </p:nvSpPr>
        <p:spPr>
          <a:xfrm>
            <a:off x="713400" y="426536"/>
            <a:ext cx="2496600" cy="2031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sz="3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8" name="Shape 1238"/>
        <p:cNvGrpSpPr/>
        <p:nvPr/>
      </p:nvGrpSpPr>
      <p:grpSpPr>
        <a:xfrm>
          <a:off x="0" y="0"/>
          <a:ext cx="0" cy="0"/>
          <a:chOff x="0" y="0"/>
          <a:chExt cx="0" cy="0"/>
        </a:xfrm>
      </p:grpSpPr>
      <p:sp>
        <p:nvSpPr>
          <p:cNvPr id="1239" name="Google Shape;1239;p91"/>
          <p:cNvSpPr txBox="1"/>
          <p:nvPr>
            <p:ph hasCustomPrompt="1" type="title"/>
          </p:nvPr>
        </p:nvSpPr>
        <p:spPr>
          <a:xfrm>
            <a:off x="2493475" y="1733875"/>
            <a:ext cx="4157100" cy="113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200"/>
              <a:buNone/>
              <a:defRPr sz="7200"/>
            </a:lvl1pPr>
            <a:lvl2pPr lvl="1" rtl="0" algn="ctr">
              <a:spcBef>
                <a:spcPts val="0"/>
              </a:spcBef>
              <a:spcAft>
                <a:spcPts val="0"/>
              </a:spcAft>
              <a:buSzPts val="8200"/>
              <a:buNone/>
              <a:defRPr sz="8200"/>
            </a:lvl2pPr>
            <a:lvl3pPr lvl="2" rtl="0" algn="ctr">
              <a:spcBef>
                <a:spcPts val="0"/>
              </a:spcBef>
              <a:spcAft>
                <a:spcPts val="0"/>
              </a:spcAft>
              <a:buSzPts val="8200"/>
              <a:buNone/>
              <a:defRPr sz="8200"/>
            </a:lvl3pPr>
            <a:lvl4pPr lvl="3" rtl="0" algn="ctr">
              <a:spcBef>
                <a:spcPts val="0"/>
              </a:spcBef>
              <a:spcAft>
                <a:spcPts val="0"/>
              </a:spcAft>
              <a:buSzPts val="8200"/>
              <a:buNone/>
              <a:defRPr sz="8200"/>
            </a:lvl4pPr>
            <a:lvl5pPr lvl="4" rtl="0" algn="ctr">
              <a:spcBef>
                <a:spcPts val="0"/>
              </a:spcBef>
              <a:spcAft>
                <a:spcPts val="0"/>
              </a:spcAft>
              <a:buSzPts val="8200"/>
              <a:buNone/>
              <a:defRPr sz="8200"/>
            </a:lvl5pPr>
            <a:lvl6pPr lvl="5" rtl="0" algn="ctr">
              <a:spcBef>
                <a:spcPts val="0"/>
              </a:spcBef>
              <a:spcAft>
                <a:spcPts val="0"/>
              </a:spcAft>
              <a:buSzPts val="8200"/>
              <a:buNone/>
              <a:defRPr sz="8200"/>
            </a:lvl6pPr>
            <a:lvl7pPr lvl="6" rtl="0" algn="ctr">
              <a:spcBef>
                <a:spcPts val="0"/>
              </a:spcBef>
              <a:spcAft>
                <a:spcPts val="0"/>
              </a:spcAft>
              <a:buSzPts val="8200"/>
              <a:buNone/>
              <a:defRPr sz="8200"/>
            </a:lvl7pPr>
            <a:lvl8pPr lvl="7" rtl="0" algn="ctr">
              <a:spcBef>
                <a:spcPts val="0"/>
              </a:spcBef>
              <a:spcAft>
                <a:spcPts val="0"/>
              </a:spcAft>
              <a:buSzPts val="8200"/>
              <a:buNone/>
              <a:defRPr sz="8200"/>
            </a:lvl8pPr>
            <a:lvl9pPr lvl="8" rtl="0" algn="ctr">
              <a:spcBef>
                <a:spcPts val="0"/>
              </a:spcBef>
              <a:spcAft>
                <a:spcPts val="0"/>
              </a:spcAft>
              <a:buSzPts val="8200"/>
              <a:buNone/>
              <a:defRPr sz="8200"/>
            </a:lvl9pPr>
          </a:lstStyle>
          <a:p>
            <a:r>
              <a:t>xx%</a:t>
            </a:r>
          </a:p>
        </p:txBody>
      </p:sp>
      <p:sp>
        <p:nvSpPr>
          <p:cNvPr id="1240" name="Google Shape;1240;p91"/>
          <p:cNvSpPr txBox="1"/>
          <p:nvPr>
            <p:ph idx="1" type="subTitle"/>
          </p:nvPr>
        </p:nvSpPr>
        <p:spPr>
          <a:xfrm>
            <a:off x="2846875" y="2794050"/>
            <a:ext cx="3450000" cy="7389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b="1" sz="1800"/>
            </a:lvl2pPr>
            <a:lvl3pPr lvl="2" rtl="0" algn="ctr">
              <a:spcBef>
                <a:spcPts val="0"/>
              </a:spcBef>
              <a:spcAft>
                <a:spcPts val="0"/>
              </a:spcAft>
              <a:buNone/>
              <a:defRPr b="1" sz="1800"/>
            </a:lvl3pPr>
            <a:lvl4pPr lvl="3" rtl="0" algn="ctr">
              <a:spcBef>
                <a:spcPts val="0"/>
              </a:spcBef>
              <a:spcAft>
                <a:spcPts val="0"/>
              </a:spcAft>
              <a:buNone/>
              <a:defRPr b="1" sz="1800"/>
            </a:lvl4pPr>
            <a:lvl5pPr lvl="4" rtl="0" algn="ctr">
              <a:spcBef>
                <a:spcPts val="0"/>
              </a:spcBef>
              <a:spcAft>
                <a:spcPts val="0"/>
              </a:spcAft>
              <a:buNone/>
              <a:defRPr b="1" sz="1800"/>
            </a:lvl5pPr>
            <a:lvl6pPr lvl="5" rtl="0" algn="ctr">
              <a:spcBef>
                <a:spcPts val="0"/>
              </a:spcBef>
              <a:spcAft>
                <a:spcPts val="0"/>
              </a:spcAft>
              <a:buNone/>
              <a:defRPr b="1" sz="1800"/>
            </a:lvl6pPr>
            <a:lvl7pPr lvl="6" rtl="0" algn="ctr">
              <a:spcBef>
                <a:spcPts val="0"/>
              </a:spcBef>
              <a:spcAft>
                <a:spcPts val="0"/>
              </a:spcAft>
              <a:buNone/>
              <a:defRPr b="1" sz="1800"/>
            </a:lvl7pPr>
            <a:lvl8pPr lvl="7" rtl="0" algn="ctr">
              <a:spcBef>
                <a:spcPts val="0"/>
              </a:spcBef>
              <a:spcAft>
                <a:spcPts val="0"/>
              </a:spcAft>
              <a:buNone/>
              <a:defRPr b="1" sz="1800"/>
            </a:lvl8pPr>
            <a:lvl9pPr lvl="8" rtl="0" algn="ctr">
              <a:spcBef>
                <a:spcPts val="0"/>
              </a:spcBef>
              <a:spcAft>
                <a:spcPts val="0"/>
              </a:spcAft>
              <a:buNone/>
              <a:defRPr b="1" sz="1800"/>
            </a:lvl9pPr>
          </a:lstStyle>
          <a:p/>
        </p:txBody>
      </p:sp>
      <p:sp>
        <p:nvSpPr>
          <p:cNvPr id="1241" name="Google Shape;1241;p91"/>
          <p:cNvSpPr/>
          <p:nvPr/>
        </p:nvSpPr>
        <p:spPr>
          <a:xfrm>
            <a:off x="135078" y="1158431"/>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1"/>
          <p:cNvSpPr/>
          <p:nvPr/>
        </p:nvSpPr>
        <p:spPr>
          <a:xfrm flipH="1">
            <a:off x="7183578" y="3848356"/>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91"/>
          <p:cNvSpPr/>
          <p:nvPr/>
        </p:nvSpPr>
        <p:spPr>
          <a:xfrm>
            <a:off x="-841766" y="-142767"/>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91"/>
          <p:cNvSpPr/>
          <p:nvPr/>
        </p:nvSpPr>
        <p:spPr>
          <a:xfrm>
            <a:off x="7956534" y="3982408"/>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5" name="Google Shape;1245;p91"/>
          <p:cNvGrpSpPr/>
          <p:nvPr/>
        </p:nvGrpSpPr>
        <p:grpSpPr>
          <a:xfrm>
            <a:off x="-702494" y="2003298"/>
            <a:ext cx="3425319" cy="3934103"/>
            <a:chOff x="-702494" y="2003298"/>
            <a:chExt cx="3425319" cy="3934103"/>
          </a:xfrm>
        </p:grpSpPr>
        <p:grpSp>
          <p:nvGrpSpPr>
            <p:cNvPr id="1246" name="Google Shape;1246;p91"/>
            <p:cNvGrpSpPr/>
            <p:nvPr/>
          </p:nvGrpSpPr>
          <p:grpSpPr>
            <a:xfrm rot="1756180">
              <a:off x="-9676" y="2287004"/>
              <a:ext cx="2039685" cy="3366690"/>
              <a:chOff x="839075" y="2285650"/>
              <a:chExt cx="692675" cy="1143325"/>
            </a:xfrm>
          </p:grpSpPr>
          <p:sp>
            <p:nvSpPr>
              <p:cNvPr id="1247" name="Google Shape;1247;p91"/>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91"/>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91"/>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91"/>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91"/>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91"/>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91"/>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91"/>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5" name="Google Shape;1255;p91"/>
            <p:cNvSpPr/>
            <p:nvPr/>
          </p:nvSpPr>
          <p:spPr>
            <a:xfrm rot="301042">
              <a:off x="814248" y="32897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91"/>
            <p:cNvSpPr/>
            <p:nvPr/>
          </p:nvSpPr>
          <p:spPr>
            <a:xfrm rot="301042">
              <a:off x="4748" y="427047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91"/>
            <p:cNvSpPr/>
            <p:nvPr/>
          </p:nvSpPr>
          <p:spPr>
            <a:xfrm rot="301042">
              <a:off x="1916798" y="37201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91"/>
            <p:cNvSpPr/>
            <p:nvPr/>
          </p:nvSpPr>
          <p:spPr>
            <a:xfrm rot="301042">
              <a:off x="647473" y="529352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9" name="Google Shape;1259;p91"/>
          <p:cNvGrpSpPr/>
          <p:nvPr/>
        </p:nvGrpSpPr>
        <p:grpSpPr>
          <a:xfrm>
            <a:off x="6478194" y="-430877"/>
            <a:ext cx="3425319" cy="3934103"/>
            <a:chOff x="6478194" y="-430877"/>
            <a:chExt cx="3425319" cy="3934103"/>
          </a:xfrm>
        </p:grpSpPr>
        <p:grpSp>
          <p:nvGrpSpPr>
            <p:cNvPr id="1260" name="Google Shape;1260;p91"/>
            <p:cNvGrpSpPr/>
            <p:nvPr/>
          </p:nvGrpSpPr>
          <p:grpSpPr>
            <a:xfrm flipH="1" rot="9043820">
              <a:off x="7171011" y="-147171"/>
              <a:ext cx="2039685" cy="3366690"/>
              <a:chOff x="839075" y="2285650"/>
              <a:chExt cx="692675" cy="1143325"/>
            </a:xfrm>
          </p:grpSpPr>
          <p:sp>
            <p:nvSpPr>
              <p:cNvPr id="1261" name="Google Shape;1261;p91"/>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91"/>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91"/>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91"/>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91"/>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91"/>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91"/>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91"/>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9" name="Google Shape;1269;p91"/>
            <p:cNvSpPr/>
            <p:nvPr/>
          </p:nvSpPr>
          <p:spPr>
            <a:xfrm rot="301094">
              <a:off x="7804366" y="-97593"/>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91"/>
            <p:cNvSpPr/>
            <p:nvPr/>
          </p:nvSpPr>
          <p:spPr>
            <a:xfrm rot="301094">
              <a:off x="7162316" y="96780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1"/>
            <p:cNvSpPr/>
            <p:nvPr/>
          </p:nvSpPr>
          <p:spPr>
            <a:xfrm rot="301094">
              <a:off x="9102616" y="154635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272" name="Shape 1272"/>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
    <p:spTree>
      <p:nvGrpSpPr>
        <p:cNvPr id="1273" name="Shape 1273"/>
        <p:cNvGrpSpPr/>
        <p:nvPr/>
      </p:nvGrpSpPr>
      <p:grpSpPr>
        <a:xfrm>
          <a:off x="0" y="0"/>
          <a:ext cx="0" cy="0"/>
          <a:chOff x="0" y="0"/>
          <a:chExt cx="0" cy="0"/>
        </a:xfrm>
      </p:grpSpPr>
      <p:sp>
        <p:nvSpPr>
          <p:cNvPr id="1274" name="Google Shape;1274;p93"/>
          <p:cNvSpPr/>
          <p:nvPr/>
        </p:nvSpPr>
        <p:spPr>
          <a:xfrm flipH="1">
            <a:off x="6421171" y="-339547"/>
            <a:ext cx="2322776" cy="106681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5" name="Google Shape;1275;p93"/>
          <p:cNvGrpSpPr/>
          <p:nvPr/>
        </p:nvGrpSpPr>
        <p:grpSpPr>
          <a:xfrm>
            <a:off x="5997322" y="-282391"/>
            <a:ext cx="1424653" cy="1474656"/>
            <a:chOff x="5556925" y="2802275"/>
            <a:chExt cx="757875" cy="784475"/>
          </a:xfrm>
        </p:grpSpPr>
        <p:sp>
          <p:nvSpPr>
            <p:cNvPr id="1276" name="Google Shape;1276;p93"/>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93"/>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93"/>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93"/>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93"/>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93"/>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93"/>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93"/>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93"/>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93"/>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93"/>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93"/>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93"/>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93"/>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93"/>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93"/>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93"/>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93"/>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93"/>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93"/>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93"/>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7" name="Google Shape;1297;p93"/>
          <p:cNvSpPr txBox="1"/>
          <p:nvPr>
            <p:ph idx="1" type="subTitle"/>
          </p:nvPr>
        </p:nvSpPr>
        <p:spPr>
          <a:xfrm>
            <a:off x="1769358" y="2146325"/>
            <a:ext cx="26709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298" name="Google Shape;1298;p93"/>
          <p:cNvSpPr txBox="1"/>
          <p:nvPr>
            <p:ph idx="2" type="subTitle"/>
          </p:nvPr>
        </p:nvSpPr>
        <p:spPr>
          <a:xfrm>
            <a:off x="5761834" y="21463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299" name="Google Shape;1299;p93"/>
          <p:cNvSpPr txBox="1"/>
          <p:nvPr>
            <p:ph idx="3" type="subTitle"/>
          </p:nvPr>
        </p:nvSpPr>
        <p:spPr>
          <a:xfrm>
            <a:off x="1771412" y="3816325"/>
            <a:ext cx="26718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300" name="Google Shape;1300;p93"/>
          <p:cNvSpPr txBox="1"/>
          <p:nvPr>
            <p:ph idx="4" type="subTitle"/>
          </p:nvPr>
        </p:nvSpPr>
        <p:spPr>
          <a:xfrm>
            <a:off x="5761750" y="38369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301" name="Google Shape;1301;p93"/>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302" name="Google Shape;1302;p93"/>
          <p:cNvSpPr txBox="1"/>
          <p:nvPr>
            <p:ph idx="5" type="title"/>
          </p:nvPr>
        </p:nvSpPr>
        <p:spPr>
          <a:xfrm>
            <a:off x="1768063" y="1448125"/>
            <a:ext cx="26694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303" name="Google Shape;1303;p93"/>
          <p:cNvSpPr txBox="1"/>
          <p:nvPr>
            <p:ph idx="6" type="title"/>
          </p:nvPr>
        </p:nvSpPr>
        <p:spPr>
          <a:xfrm>
            <a:off x="5760537" y="14481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304" name="Google Shape;1304;p93"/>
          <p:cNvSpPr txBox="1"/>
          <p:nvPr>
            <p:ph idx="7" type="title"/>
          </p:nvPr>
        </p:nvSpPr>
        <p:spPr>
          <a:xfrm>
            <a:off x="1771649" y="3116125"/>
            <a:ext cx="26709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305" name="Google Shape;1305;p93"/>
          <p:cNvSpPr txBox="1"/>
          <p:nvPr>
            <p:ph idx="8" type="title"/>
          </p:nvPr>
        </p:nvSpPr>
        <p:spPr>
          <a:xfrm>
            <a:off x="5761973" y="31367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306" name="Google Shape;1306;p93"/>
          <p:cNvSpPr txBox="1"/>
          <p:nvPr>
            <p:ph hasCustomPrompt="1" idx="9" type="title"/>
          </p:nvPr>
        </p:nvSpPr>
        <p:spPr>
          <a:xfrm>
            <a:off x="864512"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307" name="Google Shape;1307;p93"/>
          <p:cNvSpPr txBox="1"/>
          <p:nvPr>
            <p:ph hasCustomPrompt="1" idx="13" type="title"/>
          </p:nvPr>
        </p:nvSpPr>
        <p:spPr>
          <a:xfrm>
            <a:off x="4856987"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308" name="Google Shape;1308;p93"/>
          <p:cNvSpPr txBox="1"/>
          <p:nvPr>
            <p:ph hasCustomPrompt="1" idx="14" type="title"/>
          </p:nvPr>
        </p:nvSpPr>
        <p:spPr>
          <a:xfrm>
            <a:off x="864512"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309" name="Google Shape;1309;p93"/>
          <p:cNvSpPr txBox="1"/>
          <p:nvPr>
            <p:ph hasCustomPrompt="1" idx="15" type="title"/>
          </p:nvPr>
        </p:nvSpPr>
        <p:spPr>
          <a:xfrm>
            <a:off x="4856987"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cxnSp>
        <p:nvCxnSpPr>
          <p:cNvPr id="1310" name="Google Shape;1310;p93"/>
          <p:cNvCxnSpPr/>
          <p:nvPr/>
        </p:nvCxnSpPr>
        <p:spPr>
          <a:xfrm flipH="1" rot="10800000">
            <a:off x="-133350" y="1514625"/>
            <a:ext cx="495300" cy="361800"/>
          </a:xfrm>
          <a:prstGeom prst="straightConnector1">
            <a:avLst/>
          </a:prstGeom>
          <a:noFill/>
          <a:ln cap="rnd" cmpd="sng" w="38100">
            <a:solidFill>
              <a:schemeClr val="accent3"/>
            </a:solidFill>
            <a:prstDash val="solid"/>
            <a:round/>
            <a:headEnd len="med" w="med" type="none"/>
            <a:tailEnd len="med" w="med" type="none"/>
          </a:ln>
        </p:spPr>
      </p:cxnSp>
      <p:sp>
        <p:nvSpPr>
          <p:cNvPr id="1311" name="Google Shape;1311;p93"/>
          <p:cNvSpPr/>
          <p:nvPr/>
        </p:nvSpPr>
        <p:spPr>
          <a:xfrm>
            <a:off x="176517" y="134486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93"/>
          <p:cNvSpPr/>
          <p:nvPr/>
        </p:nvSpPr>
        <p:spPr>
          <a:xfrm>
            <a:off x="7929192" y="6819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93"/>
          <p:cNvSpPr/>
          <p:nvPr/>
        </p:nvSpPr>
        <p:spPr>
          <a:xfrm>
            <a:off x="8568042" y="44373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4" name="Google Shape;1314;p93"/>
          <p:cNvCxnSpPr/>
          <p:nvPr/>
        </p:nvCxnSpPr>
        <p:spPr>
          <a:xfrm>
            <a:off x="8743950" y="4667250"/>
            <a:ext cx="114300" cy="552600"/>
          </a:xfrm>
          <a:prstGeom prst="straightConnector1">
            <a:avLst/>
          </a:prstGeom>
          <a:noFill/>
          <a:ln cap="rnd" cmpd="sng" w="38100">
            <a:solidFill>
              <a:schemeClr val="accent3"/>
            </a:solidFill>
            <a:prstDash val="solid"/>
            <a:round/>
            <a:headEnd len="med" w="med" type="none"/>
            <a:tailEnd len="med" w="med" type="none"/>
          </a:ln>
        </p:spPr>
      </p:cxnSp>
      <p:sp>
        <p:nvSpPr>
          <p:cNvPr id="1315" name="Google Shape;1315;p93"/>
          <p:cNvSpPr/>
          <p:nvPr/>
        </p:nvSpPr>
        <p:spPr>
          <a:xfrm>
            <a:off x="3732025" y="4434922"/>
            <a:ext cx="1679940" cy="77157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93"/>
          <p:cNvSpPr/>
          <p:nvPr/>
        </p:nvSpPr>
        <p:spPr>
          <a:xfrm>
            <a:off x="-338654" y="4070374"/>
            <a:ext cx="1203166" cy="55259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7" name="Google Shape;1317;p93"/>
          <p:cNvGrpSpPr/>
          <p:nvPr/>
        </p:nvGrpSpPr>
        <p:grpSpPr>
          <a:xfrm flipH="1">
            <a:off x="-457210" y="4457782"/>
            <a:ext cx="1732881" cy="1793702"/>
            <a:chOff x="5556925" y="2802275"/>
            <a:chExt cx="757875" cy="784475"/>
          </a:xfrm>
        </p:grpSpPr>
        <p:sp>
          <p:nvSpPr>
            <p:cNvPr id="1318" name="Google Shape;1318;p93"/>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93"/>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93"/>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93"/>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93"/>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93"/>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93"/>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93"/>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93"/>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93"/>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93"/>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93"/>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93"/>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93"/>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93"/>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93"/>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93"/>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93"/>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93"/>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93"/>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93"/>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39" name="Google Shape;1339;p93"/>
          <p:cNvCxnSpPr/>
          <p:nvPr/>
        </p:nvCxnSpPr>
        <p:spPr>
          <a:xfrm>
            <a:off x="8115300" y="866725"/>
            <a:ext cx="1124100" cy="904800"/>
          </a:xfrm>
          <a:prstGeom prst="straightConnector1">
            <a:avLst/>
          </a:prstGeom>
          <a:noFill/>
          <a:ln cap="rnd" cmpd="sng" w="38100">
            <a:solidFill>
              <a:schemeClr val="accent3"/>
            </a:solidFill>
            <a:prstDash val="solid"/>
            <a:round/>
            <a:headEnd len="med" w="med" type="none"/>
            <a:tailEnd len="med" w="med" type="none"/>
          </a:ln>
        </p:spPr>
      </p:cxn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_1">
    <p:spTree>
      <p:nvGrpSpPr>
        <p:cNvPr id="1340" name="Shape 1340"/>
        <p:cNvGrpSpPr/>
        <p:nvPr/>
      </p:nvGrpSpPr>
      <p:grpSpPr>
        <a:xfrm>
          <a:off x="0" y="0"/>
          <a:ext cx="0" cy="0"/>
          <a:chOff x="0" y="0"/>
          <a:chExt cx="0" cy="0"/>
        </a:xfrm>
      </p:grpSpPr>
      <p:sp>
        <p:nvSpPr>
          <p:cNvPr id="1341" name="Google Shape;1341;p94"/>
          <p:cNvSpPr/>
          <p:nvPr/>
        </p:nvSpPr>
        <p:spPr>
          <a:xfrm flipH="1">
            <a:off x="5305400" y="2877625"/>
            <a:ext cx="4705375" cy="226597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2" name="Google Shape;1342;p94"/>
          <p:cNvGrpSpPr/>
          <p:nvPr/>
        </p:nvGrpSpPr>
        <p:grpSpPr>
          <a:xfrm>
            <a:off x="6202042" y="3609324"/>
            <a:ext cx="547954" cy="547954"/>
            <a:chOff x="3796125" y="-35750"/>
            <a:chExt cx="773400" cy="773400"/>
          </a:xfrm>
        </p:grpSpPr>
        <p:sp>
          <p:nvSpPr>
            <p:cNvPr id="1343" name="Google Shape;1343;p9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9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5" name="Google Shape;1345;p94"/>
          <p:cNvSpPr txBox="1"/>
          <p:nvPr>
            <p:ph type="title"/>
          </p:nvPr>
        </p:nvSpPr>
        <p:spPr>
          <a:xfrm>
            <a:off x="1732575" y="3520200"/>
            <a:ext cx="5306400" cy="5541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2400"/>
            </a:lvl1pPr>
            <a:lvl2pPr lvl="1" rtl="0">
              <a:spcBef>
                <a:spcPts val="0"/>
              </a:spcBef>
              <a:spcAft>
                <a:spcPts val="0"/>
              </a:spcAft>
              <a:buNone/>
              <a:defRPr b="1" sz="2400"/>
            </a:lvl2pPr>
            <a:lvl3pPr lvl="2" rtl="0">
              <a:spcBef>
                <a:spcPts val="0"/>
              </a:spcBef>
              <a:spcAft>
                <a:spcPts val="0"/>
              </a:spcAft>
              <a:buNone/>
              <a:defRPr b="1" sz="2400"/>
            </a:lvl3pPr>
            <a:lvl4pPr lvl="3" rtl="0">
              <a:spcBef>
                <a:spcPts val="0"/>
              </a:spcBef>
              <a:spcAft>
                <a:spcPts val="0"/>
              </a:spcAft>
              <a:buNone/>
              <a:defRPr b="1" sz="2400"/>
            </a:lvl4pPr>
            <a:lvl5pPr lvl="4" rtl="0">
              <a:spcBef>
                <a:spcPts val="0"/>
              </a:spcBef>
              <a:spcAft>
                <a:spcPts val="0"/>
              </a:spcAft>
              <a:buNone/>
              <a:defRPr b="1" sz="2400"/>
            </a:lvl5pPr>
            <a:lvl6pPr lvl="5" rtl="0">
              <a:spcBef>
                <a:spcPts val="0"/>
              </a:spcBef>
              <a:spcAft>
                <a:spcPts val="0"/>
              </a:spcAft>
              <a:buNone/>
              <a:defRPr b="1" sz="2400"/>
            </a:lvl6pPr>
            <a:lvl7pPr lvl="6" rtl="0">
              <a:spcBef>
                <a:spcPts val="0"/>
              </a:spcBef>
              <a:spcAft>
                <a:spcPts val="0"/>
              </a:spcAft>
              <a:buNone/>
              <a:defRPr b="1" sz="2400"/>
            </a:lvl7pPr>
            <a:lvl8pPr lvl="7" rtl="0">
              <a:spcBef>
                <a:spcPts val="0"/>
              </a:spcBef>
              <a:spcAft>
                <a:spcPts val="0"/>
              </a:spcAft>
              <a:buNone/>
              <a:defRPr b="1" sz="2400"/>
            </a:lvl8pPr>
            <a:lvl9pPr lvl="8" rtl="0">
              <a:spcBef>
                <a:spcPts val="0"/>
              </a:spcBef>
              <a:spcAft>
                <a:spcPts val="0"/>
              </a:spcAft>
              <a:buNone/>
              <a:defRPr b="1" sz="2400"/>
            </a:lvl9pPr>
          </a:lstStyle>
          <a:p/>
        </p:txBody>
      </p:sp>
      <p:sp>
        <p:nvSpPr>
          <p:cNvPr id="1346" name="Google Shape;1346;p94"/>
          <p:cNvSpPr txBox="1"/>
          <p:nvPr>
            <p:ph idx="1" type="subTitle"/>
          </p:nvPr>
        </p:nvSpPr>
        <p:spPr>
          <a:xfrm>
            <a:off x="1732623" y="1488300"/>
            <a:ext cx="5306400" cy="2031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lvl1pPr>
            <a:lvl2pPr lvl="1" rtl="0">
              <a:spcBef>
                <a:spcPts val="0"/>
              </a:spcBef>
              <a:spcAft>
                <a:spcPts val="0"/>
              </a:spcAft>
              <a:buNone/>
              <a:defRPr b="1" sz="3000"/>
            </a:lvl2pPr>
            <a:lvl3pPr lvl="2" rtl="0">
              <a:spcBef>
                <a:spcPts val="0"/>
              </a:spcBef>
              <a:spcAft>
                <a:spcPts val="0"/>
              </a:spcAft>
              <a:buNone/>
              <a:defRPr b="1" sz="3000"/>
            </a:lvl3pPr>
            <a:lvl4pPr lvl="3" rtl="0">
              <a:spcBef>
                <a:spcPts val="0"/>
              </a:spcBef>
              <a:spcAft>
                <a:spcPts val="0"/>
              </a:spcAft>
              <a:buNone/>
              <a:defRPr b="1" sz="3000"/>
            </a:lvl4pPr>
            <a:lvl5pPr lvl="4" rtl="0">
              <a:spcBef>
                <a:spcPts val="0"/>
              </a:spcBef>
              <a:spcAft>
                <a:spcPts val="0"/>
              </a:spcAft>
              <a:buNone/>
              <a:defRPr b="1" sz="3000"/>
            </a:lvl5pPr>
            <a:lvl6pPr lvl="5" rtl="0">
              <a:spcBef>
                <a:spcPts val="0"/>
              </a:spcBef>
              <a:spcAft>
                <a:spcPts val="0"/>
              </a:spcAft>
              <a:buNone/>
              <a:defRPr b="1" sz="3000"/>
            </a:lvl6pPr>
            <a:lvl7pPr lvl="6" rtl="0">
              <a:spcBef>
                <a:spcPts val="0"/>
              </a:spcBef>
              <a:spcAft>
                <a:spcPts val="0"/>
              </a:spcAft>
              <a:buNone/>
              <a:defRPr b="1" sz="3000"/>
            </a:lvl7pPr>
            <a:lvl8pPr lvl="7" rtl="0">
              <a:spcBef>
                <a:spcPts val="0"/>
              </a:spcBef>
              <a:spcAft>
                <a:spcPts val="0"/>
              </a:spcAft>
              <a:buNone/>
              <a:defRPr b="1" sz="3000"/>
            </a:lvl8pPr>
            <a:lvl9pPr lvl="8" rtl="0">
              <a:spcBef>
                <a:spcPts val="0"/>
              </a:spcBef>
              <a:spcAft>
                <a:spcPts val="0"/>
              </a:spcAft>
              <a:buNone/>
              <a:defRPr b="1" sz="3000"/>
            </a:lvl9pPr>
          </a:lstStyle>
          <a:p/>
        </p:txBody>
      </p:sp>
      <p:sp>
        <p:nvSpPr>
          <p:cNvPr id="1347" name="Google Shape;1347;p94"/>
          <p:cNvSpPr/>
          <p:nvPr/>
        </p:nvSpPr>
        <p:spPr>
          <a:xfrm flipH="1" rot="10800000">
            <a:off x="-400075" y="-1"/>
            <a:ext cx="3114701" cy="149995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94"/>
          <p:cNvSpPr/>
          <p:nvPr/>
        </p:nvSpPr>
        <p:spPr>
          <a:xfrm flipH="1">
            <a:off x="3145812" y="-450874"/>
            <a:ext cx="3160647" cy="114656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1349" name="Shape 1349"/>
        <p:cNvGrpSpPr/>
        <p:nvPr/>
      </p:nvGrpSpPr>
      <p:grpSpPr>
        <a:xfrm>
          <a:off x="0" y="0"/>
          <a:ext cx="0" cy="0"/>
          <a:chOff x="0" y="0"/>
          <a:chExt cx="0" cy="0"/>
        </a:xfrm>
      </p:grpSpPr>
      <p:sp>
        <p:nvSpPr>
          <p:cNvPr id="1350" name="Google Shape;1350;p95"/>
          <p:cNvSpPr txBox="1"/>
          <p:nvPr>
            <p:ph hasCustomPrompt="1" type="title"/>
          </p:nvPr>
        </p:nvSpPr>
        <p:spPr>
          <a:xfrm>
            <a:off x="740272" y="159310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1351" name="Google Shape;1351;p95"/>
          <p:cNvSpPr txBox="1"/>
          <p:nvPr>
            <p:ph idx="1" type="subTitle"/>
          </p:nvPr>
        </p:nvSpPr>
        <p:spPr>
          <a:xfrm>
            <a:off x="1114225" y="3865188"/>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1352" name="Google Shape;1352;p95"/>
          <p:cNvSpPr txBox="1"/>
          <p:nvPr>
            <p:ph idx="2" type="title"/>
          </p:nvPr>
        </p:nvSpPr>
        <p:spPr>
          <a:xfrm>
            <a:off x="1114225" y="2572200"/>
            <a:ext cx="40422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1353" name="Google Shape;1353;p95"/>
          <p:cNvSpPr/>
          <p:nvPr/>
        </p:nvSpPr>
        <p:spPr>
          <a:xfrm rot="10800000">
            <a:off x="40196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95"/>
          <p:cNvSpPr/>
          <p:nvPr/>
        </p:nvSpPr>
        <p:spPr>
          <a:xfrm flipH="1" rot="-301044">
            <a:off x="2784275" y="232049"/>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95"/>
          <p:cNvSpPr/>
          <p:nvPr/>
        </p:nvSpPr>
        <p:spPr>
          <a:xfrm>
            <a:off x="-281733" y="452082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1356" name="Shape 1356"/>
        <p:cNvGrpSpPr/>
        <p:nvPr/>
      </p:nvGrpSpPr>
      <p:grpSpPr>
        <a:xfrm>
          <a:off x="0" y="0"/>
          <a:ext cx="0" cy="0"/>
          <a:chOff x="0" y="0"/>
          <a:chExt cx="0" cy="0"/>
        </a:xfrm>
      </p:grpSpPr>
      <p:sp>
        <p:nvSpPr>
          <p:cNvPr id="1357" name="Google Shape;1357;p96"/>
          <p:cNvSpPr txBox="1"/>
          <p:nvPr>
            <p:ph idx="1" type="subTitle"/>
          </p:nvPr>
        </p:nvSpPr>
        <p:spPr>
          <a:xfrm>
            <a:off x="3910213" y="927630"/>
            <a:ext cx="36129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358" name="Google Shape;1358;p96"/>
          <p:cNvSpPr txBox="1"/>
          <p:nvPr>
            <p:ph idx="2" type="subTitle"/>
          </p:nvPr>
        </p:nvSpPr>
        <p:spPr>
          <a:xfrm>
            <a:off x="3911113" y="2314801"/>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359" name="Google Shape;1359;p96"/>
          <p:cNvSpPr txBox="1"/>
          <p:nvPr>
            <p:ph hasCustomPrompt="1" type="title"/>
          </p:nvPr>
        </p:nvSpPr>
        <p:spPr>
          <a:xfrm>
            <a:off x="2094613" y="854304"/>
            <a:ext cx="13971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1360" name="Google Shape;1360;p96"/>
          <p:cNvSpPr txBox="1"/>
          <p:nvPr>
            <p:ph hasCustomPrompt="1" idx="3" type="title"/>
          </p:nvPr>
        </p:nvSpPr>
        <p:spPr>
          <a:xfrm>
            <a:off x="2095098" y="2241475"/>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1361" name="Google Shape;1361;p96"/>
          <p:cNvSpPr txBox="1"/>
          <p:nvPr>
            <p:ph idx="4" type="title"/>
          </p:nvPr>
        </p:nvSpPr>
        <p:spPr>
          <a:xfrm>
            <a:off x="3910213" y="481529"/>
            <a:ext cx="36093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62" name="Google Shape;1362;p96"/>
          <p:cNvSpPr txBox="1"/>
          <p:nvPr>
            <p:ph idx="5" type="title"/>
          </p:nvPr>
        </p:nvSpPr>
        <p:spPr>
          <a:xfrm>
            <a:off x="3911113" y="1868700"/>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63" name="Google Shape;1363;p96"/>
          <p:cNvSpPr txBox="1"/>
          <p:nvPr>
            <p:ph idx="6" type="subTitle"/>
          </p:nvPr>
        </p:nvSpPr>
        <p:spPr>
          <a:xfrm>
            <a:off x="3911113" y="3700363"/>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364" name="Google Shape;1364;p96"/>
          <p:cNvSpPr txBox="1"/>
          <p:nvPr>
            <p:ph hasCustomPrompt="1" idx="7" type="title"/>
          </p:nvPr>
        </p:nvSpPr>
        <p:spPr>
          <a:xfrm>
            <a:off x="2095098" y="3627038"/>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1365" name="Google Shape;1365;p96"/>
          <p:cNvSpPr txBox="1"/>
          <p:nvPr>
            <p:ph idx="8" type="title"/>
          </p:nvPr>
        </p:nvSpPr>
        <p:spPr>
          <a:xfrm>
            <a:off x="3911113" y="3254263"/>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66" name="Google Shape;1366;p96"/>
          <p:cNvSpPr/>
          <p:nvPr/>
        </p:nvSpPr>
        <p:spPr>
          <a:xfrm rot="-5400000">
            <a:off x="7188506" y="3485240"/>
            <a:ext cx="2639881" cy="127129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96"/>
          <p:cNvSpPr/>
          <p:nvPr/>
        </p:nvSpPr>
        <p:spPr>
          <a:xfrm rot="5400000">
            <a:off x="-734405" y="459087"/>
            <a:ext cx="2833128" cy="13643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96"/>
          <p:cNvSpPr/>
          <p:nvPr/>
        </p:nvSpPr>
        <p:spPr>
          <a:xfrm rot="301049">
            <a:off x="-337103" y="2749362"/>
            <a:ext cx="836305" cy="72540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96"/>
          <p:cNvSpPr/>
          <p:nvPr/>
        </p:nvSpPr>
        <p:spPr>
          <a:xfrm rot="301037">
            <a:off x="8302992" y="2285495"/>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96"/>
          <p:cNvSpPr/>
          <p:nvPr/>
        </p:nvSpPr>
        <p:spPr>
          <a:xfrm>
            <a:off x="8024077" y="-537400"/>
            <a:ext cx="1770000" cy="1770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1" name="Google Shape;1371;p96"/>
          <p:cNvGrpSpPr/>
          <p:nvPr/>
        </p:nvGrpSpPr>
        <p:grpSpPr>
          <a:xfrm>
            <a:off x="7816114" y="269722"/>
            <a:ext cx="539292" cy="539292"/>
            <a:chOff x="3796125" y="-35750"/>
            <a:chExt cx="773400" cy="773400"/>
          </a:xfrm>
        </p:grpSpPr>
        <p:sp>
          <p:nvSpPr>
            <p:cNvPr id="1372" name="Google Shape;1372;p9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9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4" name="Google Shape;1374;p96"/>
          <p:cNvGrpSpPr/>
          <p:nvPr/>
        </p:nvGrpSpPr>
        <p:grpSpPr>
          <a:xfrm>
            <a:off x="529314" y="4256097"/>
            <a:ext cx="539292" cy="539292"/>
            <a:chOff x="3796125" y="-35750"/>
            <a:chExt cx="773400" cy="773400"/>
          </a:xfrm>
        </p:grpSpPr>
        <p:sp>
          <p:nvSpPr>
            <p:cNvPr id="1375" name="Google Shape;1375;p9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9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_1">
    <p:spTree>
      <p:nvGrpSpPr>
        <p:cNvPr id="1377" name="Shape 1377"/>
        <p:cNvGrpSpPr/>
        <p:nvPr/>
      </p:nvGrpSpPr>
      <p:grpSpPr>
        <a:xfrm>
          <a:off x="0" y="0"/>
          <a:ext cx="0" cy="0"/>
          <a:chOff x="0" y="0"/>
          <a:chExt cx="0" cy="0"/>
        </a:xfrm>
      </p:grpSpPr>
      <p:sp>
        <p:nvSpPr>
          <p:cNvPr id="1378" name="Google Shape;1378;p97"/>
          <p:cNvSpPr txBox="1"/>
          <p:nvPr>
            <p:ph idx="1" type="subTitle"/>
          </p:nvPr>
        </p:nvSpPr>
        <p:spPr>
          <a:xfrm>
            <a:off x="794294" y="3012342"/>
            <a:ext cx="22179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79" name="Google Shape;1379;p97"/>
          <p:cNvSpPr txBox="1"/>
          <p:nvPr>
            <p:ph idx="2" type="subTitle"/>
          </p:nvPr>
        </p:nvSpPr>
        <p:spPr>
          <a:xfrm>
            <a:off x="6133050" y="3012337"/>
            <a:ext cx="22161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80" name="Google Shape;1380;p97"/>
          <p:cNvSpPr txBox="1"/>
          <p:nvPr>
            <p:ph idx="3" type="subTitle"/>
          </p:nvPr>
        </p:nvSpPr>
        <p:spPr>
          <a:xfrm>
            <a:off x="3463500" y="3012337"/>
            <a:ext cx="22170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81" name="Google Shape;1381;p97"/>
          <p:cNvSpPr txBox="1"/>
          <p:nvPr>
            <p:ph type="title"/>
          </p:nvPr>
        </p:nvSpPr>
        <p:spPr>
          <a:xfrm>
            <a:off x="793500" y="2562113"/>
            <a:ext cx="2218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82" name="Google Shape;1382;p97"/>
          <p:cNvSpPr txBox="1"/>
          <p:nvPr>
            <p:ph idx="4" type="title"/>
          </p:nvPr>
        </p:nvSpPr>
        <p:spPr>
          <a:xfrm>
            <a:off x="6132600" y="2562113"/>
            <a:ext cx="22170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83" name="Google Shape;1383;p97"/>
          <p:cNvSpPr txBox="1"/>
          <p:nvPr>
            <p:ph idx="5" type="title"/>
          </p:nvPr>
        </p:nvSpPr>
        <p:spPr>
          <a:xfrm>
            <a:off x="3463050" y="2562113"/>
            <a:ext cx="2217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84" name="Google Shape;1384;p97"/>
          <p:cNvSpPr txBox="1"/>
          <p:nvPr>
            <p:ph idx="6" type="title"/>
          </p:nvPr>
        </p:nvSpPr>
        <p:spPr>
          <a:xfrm>
            <a:off x="2231850" y="452325"/>
            <a:ext cx="46803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385" name="Google Shape;1385;p97"/>
          <p:cNvSpPr/>
          <p:nvPr/>
        </p:nvSpPr>
        <p:spPr>
          <a:xfrm flipH="1" rot="10800000">
            <a:off x="-938165" y="-18"/>
            <a:ext cx="3303130" cy="159069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97"/>
          <p:cNvSpPr/>
          <p:nvPr/>
        </p:nvSpPr>
        <p:spPr>
          <a:xfrm flipH="1">
            <a:off x="6687499" y="3662402"/>
            <a:ext cx="3075624" cy="148113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97"/>
          <p:cNvSpPr/>
          <p:nvPr/>
        </p:nvSpPr>
        <p:spPr>
          <a:xfrm>
            <a:off x="8089659" y="671821"/>
            <a:ext cx="2037000" cy="20370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
    <p:spTree>
      <p:nvGrpSpPr>
        <p:cNvPr id="1388" name="Shape 1388"/>
        <p:cNvGrpSpPr/>
        <p:nvPr/>
      </p:nvGrpSpPr>
      <p:grpSpPr>
        <a:xfrm>
          <a:off x="0" y="0"/>
          <a:ext cx="0" cy="0"/>
          <a:chOff x="0" y="0"/>
          <a:chExt cx="0" cy="0"/>
        </a:xfrm>
      </p:grpSpPr>
      <p:sp>
        <p:nvSpPr>
          <p:cNvPr id="1389" name="Google Shape;1389;p98"/>
          <p:cNvSpPr/>
          <p:nvPr/>
        </p:nvSpPr>
        <p:spPr>
          <a:xfrm flipH="1" rot="10800000">
            <a:off x="-548975" y="-37442"/>
            <a:ext cx="4194689" cy="202004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98"/>
          <p:cNvSpPr/>
          <p:nvPr/>
        </p:nvSpPr>
        <p:spPr>
          <a:xfrm flipH="1">
            <a:off x="7492555" y="4154600"/>
            <a:ext cx="2594915" cy="1249637"/>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98"/>
          <p:cNvSpPr txBox="1"/>
          <p:nvPr>
            <p:ph type="title"/>
          </p:nvPr>
        </p:nvSpPr>
        <p:spPr>
          <a:xfrm>
            <a:off x="713100" y="452325"/>
            <a:ext cx="7710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392" name="Google Shape;1392;p98"/>
          <p:cNvSpPr txBox="1"/>
          <p:nvPr>
            <p:ph idx="1" type="subTitle"/>
          </p:nvPr>
        </p:nvSpPr>
        <p:spPr>
          <a:xfrm>
            <a:off x="718123"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93" name="Google Shape;1393;p98"/>
          <p:cNvSpPr txBox="1"/>
          <p:nvPr>
            <p:ph idx="2" type="subTitle"/>
          </p:nvPr>
        </p:nvSpPr>
        <p:spPr>
          <a:xfrm>
            <a:off x="3450900"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94" name="Google Shape;1394;p98"/>
          <p:cNvSpPr txBox="1"/>
          <p:nvPr>
            <p:ph idx="3" type="subTitle"/>
          </p:nvPr>
        </p:nvSpPr>
        <p:spPr>
          <a:xfrm>
            <a:off x="6186001"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95" name="Google Shape;1395;p98"/>
          <p:cNvSpPr txBox="1"/>
          <p:nvPr>
            <p:ph idx="4" type="subTitle"/>
          </p:nvPr>
        </p:nvSpPr>
        <p:spPr>
          <a:xfrm>
            <a:off x="715500" y="3991500"/>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96" name="Google Shape;1396;p98"/>
          <p:cNvSpPr txBox="1"/>
          <p:nvPr>
            <p:ph idx="5" type="subTitle"/>
          </p:nvPr>
        </p:nvSpPr>
        <p:spPr>
          <a:xfrm>
            <a:off x="3450900"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97" name="Google Shape;1397;p98"/>
          <p:cNvSpPr txBox="1"/>
          <p:nvPr>
            <p:ph idx="6" type="subTitle"/>
          </p:nvPr>
        </p:nvSpPr>
        <p:spPr>
          <a:xfrm>
            <a:off x="6186001"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398" name="Google Shape;1398;p98"/>
          <p:cNvSpPr txBox="1"/>
          <p:nvPr>
            <p:ph idx="7" type="title"/>
          </p:nvPr>
        </p:nvSpPr>
        <p:spPr>
          <a:xfrm>
            <a:off x="7155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399" name="Google Shape;1399;p98"/>
          <p:cNvSpPr txBox="1"/>
          <p:nvPr>
            <p:ph idx="8" type="title"/>
          </p:nvPr>
        </p:nvSpPr>
        <p:spPr>
          <a:xfrm>
            <a:off x="34506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00" name="Google Shape;1400;p98"/>
          <p:cNvSpPr txBox="1"/>
          <p:nvPr>
            <p:ph idx="9" type="title"/>
          </p:nvPr>
        </p:nvSpPr>
        <p:spPr>
          <a:xfrm>
            <a:off x="6185682"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01" name="Google Shape;1401;p98"/>
          <p:cNvSpPr txBox="1"/>
          <p:nvPr>
            <p:ph idx="13" type="title"/>
          </p:nvPr>
        </p:nvSpPr>
        <p:spPr>
          <a:xfrm>
            <a:off x="715500" y="358741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02" name="Google Shape;1402;p98"/>
          <p:cNvSpPr txBox="1"/>
          <p:nvPr>
            <p:ph idx="14" type="title"/>
          </p:nvPr>
        </p:nvSpPr>
        <p:spPr>
          <a:xfrm>
            <a:off x="3450600"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03" name="Google Shape;1403;p98"/>
          <p:cNvSpPr txBox="1"/>
          <p:nvPr>
            <p:ph idx="15" type="title"/>
          </p:nvPr>
        </p:nvSpPr>
        <p:spPr>
          <a:xfrm>
            <a:off x="6185682"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grpSp>
        <p:nvGrpSpPr>
          <p:cNvPr id="1404" name="Google Shape;1404;p98"/>
          <p:cNvGrpSpPr/>
          <p:nvPr/>
        </p:nvGrpSpPr>
        <p:grpSpPr>
          <a:xfrm>
            <a:off x="-142526" y="4225674"/>
            <a:ext cx="756849" cy="756849"/>
            <a:chOff x="3796125" y="-35750"/>
            <a:chExt cx="773400" cy="773400"/>
          </a:xfrm>
        </p:grpSpPr>
        <p:sp>
          <p:nvSpPr>
            <p:cNvPr id="1405" name="Google Shape;1405;p9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9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7" name="Google Shape;1407;p98"/>
          <p:cNvGrpSpPr/>
          <p:nvPr/>
        </p:nvGrpSpPr>
        <p:grpSpPr>
          <a:xfrm>
            <a:off x="6133524" y="4711349"/>
            <a:ext cx="756849" cy="756849"/>
            <a:chOff x="3796125" y="-35750"/>
            <a:chExt cx="773400" cy="773400"/>
          </a:xfrm>
        </p:grpSpPr>
        <p:sp>
          <p:nvSpPr>
            <p:cNvPr id="1408" name="Google Shape;1408;p9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9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0" name="Google Shape;1410;p98"/>
          <p:cNvGrpSpPr/>
          <p:nvPr/>
        </p:nvGrpSpPr>
        <p:grpSpPr>
          <a:xfrm>
            <a:off x="296224" y="271588"/>
            <a:ext cx="535579" cy="535579"/>
            <a:chOff x="3796125" y="-35750"/>
            <a:chExt cx="773400" cy="773400"/>
          </a:xfrm>
        </p:grpSpPr>
        <p:sp>
          <p:nvSpPr>
            <p:cNvPr id="1411" name="Google Shape;1411;p9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9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3" name="Google Shape;1413;p98"/>
          <p:cNvGrpSpPr/>
          <p:nvPr/>
        </p:nvGrpSpPr>
        <p:grpSpPr>
          <a:xfrm>
            <a:off x="7713624" y="-217476"/>
            <a:ext cx="756849" cy="756849"/>
            <a:chOff x="3796125" y="-35750"/>
            <a:chExt cx="773400" cy="773400"/>
          </a:xfrm>
        </p:grpSpPr>
        <p:sp>
          <p:nvSpPr>
            <p:cNvPr id="1414" name="Google Shape;1414;p9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9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1416" name="Shape 1416"/>
        <p:cNvGrpSpPr/>
        <p:nvPr/>
      </p:nvGrpSpPr>
      <p:grpSpPr>
        <a:xfrm>
          <a:off x="0" y="0"/>
          <a:ext cx="0" cy="0"/>
          <a:chOff x="0" y="0"/>
          <a:chExt cx="0" cy="0"/>
        </a:xfrm>
      </p:grpSpPr>
      <p:sp>
        <p:nvSpPr>
          <p:cNvPr id="1417" name="Google Shape;1417;p99"/>
          <p:cNvSpPr/>
          <p:nvPr/>
        </p:nvSpPr>
        <p:spPr>
          <a:xfrm flipH="1">
            <a:off x="5495850" y="3102025"/>
            <a:ext cx="4311387" cy="207624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99"/>
          <p:cNvSpPr/>
          <p:nvPr/>
        </p:nvSpPr>
        <p:spPr>
          <a:xfrm rot="-99686">
            <a:off x="581577" y="952116"/>
            <a:ext cx="7956945" cy="3612917"/>
          </a:xfrm>
          <a:prstGeom prst="roundRect">
            <a:avLst>
              <a:gd fmla="val 1869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99"/>
          <p:cNvSpPr txBox="1"/>
          <p:nvPr>
            <p:ph idx="1" type="subTitle"/>
          </p:nvPr>
        </p:nvSpPr>
        <p:spPr>
          <a:xfrm>
            <a:off x="1934400" y="2291077"/>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420" name="Google Shape;1420;p99"/>
          <p:cNvSpPr txBox="1"/>
          <p:nvPr>
            <p:ph idx="2" type="subTitle"/>
          </p:nvPr>
        </p:nvSpPr>
        <p:spPr>
          <a:xfrm>
            <a:off x="5876160" y="229107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421" name="Google Shape;1421;p99"/>
          <p:cNvSpPr txBox="1"/>
          <p:nvPr>
            <p:ph idx="3" type="subTitle"/>
          </p:nvPr>
        </p:nvSpPr>
        <p:spPr>
          <a:xfrm>
            <a:off x="1934400" y="3637714"/>
            <a:ext cx="23133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422" name="Google Shape;1422;p99"/>
          <p:cNvSpPr txBox="1"/>
          <p:nvPr>
            <p:ph idx="4" type="subTitle"/>
          </p:nvPr>
        </p:nvSpPr>
        <p:spPr>
          <a:xfrm>
            <a:off x="5876160" y="363771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423" name="Google Shape;1423;p99"/>
          <p:cNvSpPr txBox="1"/>
          <p:nvPr>
            <p:ph type="title"/>
          </p:nvPr>
        </p:nvSpPr>
        <p:spPr>
          <a:xfrm>
            <a:off x="2140025" y="457050"/>
            <a:ext cx="48639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solidFill>
                  <a:schemeClr val="accent5"/>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424" name="Google Shape;1424;p99"/>
          <p:cNvSpPr txBox="1"/>
          <p:nvPr>
            <p:ph idx="5" type="title"/>
          </p:nvPr>
        </p:nvSpPr>
        <p:spPr>
          <a:xfrm>
            <a:off x="1934400" y="1852054"/>
            <a:ext cx="23133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25" name="Google Shape;1425;p99"/>
          <p:cNvSpPr txBox="1"/>
          <p:nvPr>
            <p:ph idx="6" type="title"/>
          </p:nvPr>
        </p:nvSpPr>
        <p:spPr>
          <a:xfrm>
            <a:off x="5876160" y="1852054"/>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26" name="Google Shape;1426;p99"/>
          <p:cNvSpPr txBox="1"/>
          <p:nvPr>
            <p:ph idx="7" type="title"/>
          </p:nvPr>
        </p:nvSpPr>
        <p:spPr>
          <a:xfrm>
            <a:off x="1934400" y="3198690"/>
            <a:ext cx="23106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27" name="Google Shape;1427;p99"/>
          <p:cNvSpPr txBox="1"/>
          <p:nvPr>
            <p:ph idx="8" type="title"/>
          </p:nvPr>
        </p:nvSpPr>
        <p:spPr>
          <a:xfrm>
            <a:off x="5876160" y="3198690"/>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428" name="Google Shape;1428;p99"/>
          <p:cNvSpPr/>
          <p:nvPr/>
        </p:nvSpPr>
        <p:spPr>
          <a:xfrm>
            <a:off x="8117330" y="-957827"/>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99"/>
          <p:cNvSpPr/>
          <p:nvPr/>
        </p:nvSpPr>
        <p:spPr>
          <a:xfrm>
            <a:off x="-214108" y="24657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0" name="Google Shape;1430;p99"/>
          <p:cNvGrpSpPr/>
          <p:nvPr/>
        </p:nvGrpSpPr>
        <p:grpSpPr>
          <a:xfrm>
            <a:off x="8156742" y="297686"/>
            <a:ext cx="547954" cy="547954"/>
            <a:chOff x="3796125" y="-35750"/>
            <a:chExt cx="773400" cy="773400"/>
          </a:xfrm>
        </p:grpSpPr>
        <p:sp>
          <p:nvSpPr>
            <p:cNvPr id="1431" name="Google Shape;1431;p99"/>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99"/>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3" name="Google Shape;1433;p99"/>
          <p:cNvGrpSpPr/>
          <p:nvPr/>
        </p:nvGrpSpPr>
        <p:grpSpPr>
          <a:xfrm>
            <a:off x="-175883" y="4234686"/>
            <a:ext cx="547954" cy="547954"/>
            <a:chOff x="3796125" y="-35750"/>
            <a:chExt cx="773400" cy="773400"/>
          </a:xfrm>
        </p:grpSpPr>
        <p:sp>
          <p:nvSpPr>
            <p:cNvPr id="1434" name="Google Shape;1434;p99"/>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99"/>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6" name="Google Shape;1436;p99"/>
          <p:cNvSpPr/>
          <p:nvPr/>
        </p:nvSpPr>
        <p:spPr>
          <a:xfrm>
            <a:off x="-1003645" y="4467973"/>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spTree>
      <p:nvGrpSpPr>
        <p:cNvPr id="1437" name="Shape 1437"/>
        <p:cNvGrpSpPr/>
        <p:nvPr/>
      </p:nvGrpSpPr>
      <p:grpSpPr>
        <a:xfrm>
          <a:off x="0" y="0"/>
          <a:ext cx="0" cy="0"/>
          <a:chOff x="0" y="0"/>
          <a:chExt cx="0" cy="0"/>
        </a:xfrm>
      </p:grpSpPr>
      <p:sp>
        <p:nvSpPr>
          <p:cNvPr id="1438" name="Google Shape;1438;p100"/>
          <p:cNvSpPr txBox="1"/>
          <p:nvPr>
            <p:ph type="title"/>
          </p:nvPr>
        </p:nvSpPr>
        <p:spPr>
          <a:xfrm>
            <a:off x="4567625" y="2018100"/>
            <a:ext cx="3863100" cy="175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400"/>
              <a:buNone/>
              <a:defRPr>
                <a:highlight>
                  <a:schemeClr val="lt2"/>
                </a:highlight>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1439" name="Google Shape;1439;p100"/>
          <p:cNvSpPr txBox="1"/>
          <p:nvPr>
            <p:ph idx="1" type="subTitle"/>
          </p:nvPr>
        </p:nvSpPr>
        <p:spPr>
          <a:xfrm>
            <a:off x="4567600" y="3772800"/>
            <a:ext cx="3554100" cy="8313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440" name="Google Shape;1440;p100"/>
          <p:cNvSpPr/>
          <p:nvPr/>
        </p:nvSpPr>
        <p:spPr>
          <a:xfrm rot="301044">
            <a:off x="3581450" y="4022124"/>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00"/>
          <p:cNvSpPr/>
          <p:nvPr/>
        </p:nvSpPr>
        <p:spPr>
          <a:xfrm flipH="1" rot="10800000">
            <a:off x="-547924" y="11"/>
            <a:ext cx="6775419" cy="3262719"/>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spTree>
      <p:nvGrpSpPr>
        <p:cNvPr id="1442" name="Shape 1442"/>
        <p:cNvGrpSpPr/>
        <p:nvPr/>
      </p:nvGrpSpPr>
      <p:grpSpPr>
        <a:xfrm>
          <a:off x="0" y="0"/>
          <a:ext cx="0" cy="0"/>
          <a:chOff x="0" y="0"/>
          <a:chExt cx="0" cy="0"/>
        </a:xfrm>
      </p:grpSpPr>
      <p:sp>
        <p:nvSpPr>
          <p:cNvPr id="1443" name="Google Shape;1443;p101"/>
          <p:cNvSpPr/>
          <p:nvPr/>
        </p:nvSpPr>
        <p:spPr>
          <a:xfrm flipH="1" rot="10498946">
            <a:off x="3443994" y="4145866"/>
            <a:ext cx="1469505" cy="127463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01"/>
          <p:cNvSpPr/>
          <p:nvPr/>
        </p:nvSpPr>
        <p:spPr>
          <a:xfrm rot="10800000">
            <a:off x="496642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01"/>
          <p:cNvSpPr txBox="1"/>
          <p:nvPr>
            <p:ph idx="1" type="subTitle"/>
          </p:nvPr>
        </p:nvSpPr>
        <p:spPr>
          <a:xfrm>
            <a:off x="5392225" y="3002350"/>
            <a:ext cx="26139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46" name="Google Shape;1446;p101"/>
          <p:cNvSpPr txBox="1"/>
          <p:nvPr>
            <p:ph type="title"/>
          </p:nvPr>
        </p:nvSpPr>
        <p:spPr>
          <a:xfrm>
            <a:off x="5395776" y="1770850"/>
            <a:ext cx="26139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4">
    <p:spTree>
      <p:nvGrpSpPr>
        <p:cNvPr id="1447" name="Shape 1447"/>
        <p:cNvGrpSpPr/>
        <p:nvPr/>
      </p:nvGrpSpPr>
      <p:grpSpPr>
        <a:xfrm>
          <a:off x="0" y="0"/>
          <a:ext cx="0" cy="0"/>
          <a:chOff x="0" y="0"/>
          <a:chExt cx="0" cy="0"/>
        </a:xfrm>
      </p:grpSpPr>
      <p:sp>
        <p:nvSpPr>
          <p:cNvPr id="1448" name="Google Shape;1448;p102"/>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1449" name="Google Shape;1449;p102"/>
          <p:cNvSpPr/>
          <p:nvPr/>
        </p:nvSpPr>
        <p:spPr>
          <a:xfrm rot="301059">
            <a:off x="83464" y="1248354"/>
            <a:ext cx="425107" cy="36873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02"/>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02"/>
          <p:cNvSpPr/>
          <p:nvPr/>
        </p:nvSpPr>
        <p:spPr>
          <a:xfrm rot="301044">
            <a:off x="8751312" y="3601116"/>
            <a:ext cx="590447" cy="51212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02"/>
          <p:cNvSpPr/>
          <p:nvPr/>
        </p:nvSpPr>
        <p:spPr>
          <a:xfrm flipH="1">
            <a:off x="7620017" y="4288550"/>
            <a:ext cx="1793556" cy="863725"/>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3" name="Google Shape;1453;p102"/>
          <p:cNvGrpSpPr/>
          <p:nvPr/>
        </p:nvGrpSpPr>
        <p:grpSpPr>
          <a:xfrm>
            <a:off x="1471197" y="68718"/>
            <a:ext cx="383606" cy="383606"/>
            <a:chOff x="3796125" y="-35750"/>
            <a:chExt cx="773400" cy="773400"/>
          </a:xfrm>
        </p:grpSpPr>
        <p:sp>
          <p:nvSpPr>
            <p:cNvPr id="1454" name="Google Shape;1454;p10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0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6" name="Google Shape;1456;p102"/>
          <p:cNvGrpSpPr/>
          <p:nvPr/>
        </p:nvGrpSpPr>
        <p:grpSpPr>
          <a:xfrm>
            <a:off x="6382447" y="4873543"/>
            <a:ext cx="383606" cy="383606"/>
            <a:chOff x="3796125" y="-35750"/>
            <a:chExt cx="773400" cy="773400"/>
          </a:xfrm>
        </p:grpSpPr>
        <p:sp>
          <p:nvSpPr>
            <p:cNvPr id="1457" name="Google Shape;1457;p10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0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9" name="Google Shape;1459;p102"/>
          <p:cNvSpPr/>
          <p:nvPr/>
        </p:nvSpPr>
        <p:spPr>
          <a:xfrm>
            <a:off x="-658575" y="4288550"/>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02"/>
          <p:cNvSpPr/>
          <p:nvPr/>
        </p:nvSpPr>
        <p:spPr>
          <a:xfrm>
            <a:off x="8572525" y="-146575"/>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_1">
    <p:spTree>
      <p:nvGrpSpPr>
        <p:cNvPr id="1461" name="Shape 1461"/>
        <p:cNvGrpSpPr/>
        <p:nvPr/>
      </p:nvGrpSpPr>
      <p:grpSpPr>
        <a:xfrm>
          <a:off x="0" y="0"/>
          <a:ext cx="0" cy="0"/>
          <a:chOff x="0" y="0"/>
          <a:chExt cx="0" cy="0"/>
        </a:xfrm>
      </p:grpSpPr>
      <p:sp>
        <p:nvSpPr>
          <p:cNvPr id="1462" name="Google Shape;1462;p103"/>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1463" name="Google Shape;1463;p103"/>
          <p:cNvSpPr/>
          <p:nvPr/>
        </p:nvSpPr>
        <p:spPr>
          <a:xfrm>
            <a:off x="8591275" y="3687150"/>
            <a:ext cx="1371900" cy="137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03"/>
          <p:cNvSpPr/>
          <p:nvPr/>
        </p:nvSpPr>
        <p:spPr>
          <a:xfrm>
            <a:off x="293414" y="9457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03"/>
          <p:cNvSpPr/>
          <p:nvPr/>
        </p:nvSpPr>
        <p:spPr>
          <a:xfrm flipH="1">
            <a:off x="-1088449" y="755187"/>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03"/>
          <p:cNvSpPr/>
          <p:nvPr/>
        </p:nvSpPr>
        <p:spPr>
          <a:xfrm>
            <a:off x="8237964" y="4405504"/>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03"/>
          <p:cNvSpPr/>
          <p:nvPr/>
        </p:nvSpPr>
        <p:spPr>
          <a:xfrm>
            <a:off x="6686776" y="4710212"/>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8" name="Google Shape;1468;p103"/>
          <p:cNvGrpSpPr/>
          <p:nvPr/>
        </p:nvGrpSpPr>
        <p:grpSpPr>
          <a:xfrm>
            <a:off x="8699187" y="2681099"/>
            <a:ext cx="701087" cy="701087"/>
            <a:chOff x="3796125" y="-35750"/>
            <a:chExt cx="773400" cy="773400"/>
          </a:xfrm>
        </p:grpSpPr>
        <p:sp>
          <p:nvSpPr>
            <p:cNvPr id="1469" name="Google Shape;1469;p103"/>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03"/>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1" name="Google Shape;1471;p103"/>
          <p:cNvGrpSpPr/>
          <p:nvPr/>
        </p:nvGrpSpPr>
        <p:grpSpPr>
          <a:xfrm>
            <a:off x="163895" y="665197"/>
            <a:ext cx="439987" cy="439987"/>
            <a:chOff x="3796125" y="-35750"/>
            <a:chExt cx="773400" cy="773400"/>
          </a:xfrm>
        </p:grpSpPr>
        <p:sp>
          <p:nvSpPr>
            <p:cNvPr id="1472" name="Google Shape;1472;p103"/>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03"/>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4" name="Google Shape;1474;p103"/>
          <p:cNvGrpSpPr/>
          <p:nvPr/>
        </p:nvGrpSpPr>
        <p:grpSpPr>
          <a:xfrm>
            <a:off x="-127000" y="4491635"/>
            <a:ext cx="840522" cy="492496"/>
            <a:chOff x="-127000" y="3412135"/>
            <a:chExt cx="840522" cy="492496"/>
          </a:xfrm>
        </p:grpSpPr>
        <p:cxnSp>
          <p:nvCxnSpPr>
            <p:cNvPr id="1475" name="Google Shape;1475;p103"/>
            <p:cNvCxnSpPr/>
            <p:nvPr/>
          </p:nvCxnSpPr>
          <p:spPr>
            <a:xfrm flipH="1" rot="10800000">
              <a:off x="-127000" y="3582050"/>
              <a:ext cx="406200" cy="298500"/>
            </a:xfrm>
            <a:prstGeom prst="straightConnector1">
              <a:avLst/>
            </a:prstGeom>
            <a:noFill/>
            <a:ln cap="rnd" cmpd="sng" w="38100">
              <a:solidFill>
                <a:schemeClr val="accent3"/>
              </a:solidFill>
              <a:prstDash val="solid"/>
              <a:round/>
              <a:headEnd len="med" w="med" type="none"/>
              <a:tailEnd len="med" w="med" type="none"/>
            </a:ln>
          </p:spPr>
        </p:cxnSp>
        <p:sp>
          <p:nvSpPr>
            <p:cNvPr id="1476" name="Google Shape;1476;p103"/>
            <p:cNvSpPr/>
            <p:nvPr/>
          </p:nvSpPr>
          <p:spPr>
            <a:xfrm>
              <a:off x="93867" y="3412135"/>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7" name="Google Shape;1477;p103"/>
            <p:cNvCxnSpPr/>
            <p:nvPr/>
          </p:nvCxnSpPr>
          <p:spPr>
            <a:xfrm rot="10800000">
              <a:off x="293425" y="3602978"/>
              <a:ext cx="258300" cy="164700"/>
            </a:xfrm>
            <a:prstGeom prst="straightConnector1">
              <a:avLst/>
            </a:prstGeom>
            <a:noFill/>
            <a:ln cap="rnd" cmpd="sng" w="38100">
              <a:solidFill>
                <a:schemeClr val="accent3"/>
              </a:solidFill>
              <a:prstDash val="solid"/>
              <a:round/>
              <a:headEnd len="med" w="med" type="none"/>
              <a:tailEnd len="med" w="med" type="none"/>
            </a:ln>
          </p:spPr>
        </p:cxnSp>
        <p:sp>
          <p:nvSpPr>
            <p:cNvPr id="1478" name="Google Shape;1478;p103"/>
            <p:cNvSpPr/>
            <p:nvPr/>
          </p:nvSpPr>
          <p:spPr>
            <a:xfrm>
              <a:off x="467822" y="3658931"/>
              <a:ext cx="245700" cy="24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9" name="Google Shape;1479;p103"/>
          <p:cNvGrpSpPr/>
          <p:nvPr/>
        </p:nvGrpSpPr>
        <p:grpSpPr>
          <a:xfrm rot="10800000">
            <a:off x="8459600" y="172710"/>
            <a:ext cx="840522" cy="492496"/>
            <a:chOff x="-127000" y="3412135"/>
            <a:chExt cx="840522" cy="492496"/>
          </a:xfrm>
        </p:grpSpPr>
        <p:cxnSp>
          <p:nvCxnSpPr>
            <p:cNvPr id="1480" name="Google Shape;1480;p103"/>
            <p:cNvCxnSpPr/>
            <p:nvPr/>
          </p:nvCxnSpPr>
          <p:spPr>
            <a:xfrm flipH="1" rot="10800000">
              <a:off x="-127000" y="3582050"/>
              <a:ext cx="406200" cy="298500"/>
            </a:xfrm>
            <a:prstGeom prst="straightConnector1">
              <a:avLst/>
            </a:prstGeom>
            <a:noFill/>
            <a:ln cap="rnd" cmpd="sng" w="38100">
              <a:solidFill>
                <a:schemeClr val="dk2"/>
              </a:solidFill>
              <a:prstDash val="solid"/>
              <a:round/>
              <a:headEnd len="med" w="med" type="none"/>
              <a:tailEnd len="med" w="med" type="none"/>
            </a:ln>
          </p:spPr>
        </p:cxnSp>
        <p:sp>
          <p:nvSpPr>
            <p:cNvPr id="1481" name="Google Shape;1481;p103"/>
            <p:cNvSpPr/>
            <p:nvPr/>
          </p:nvSpPr>
          <p:spPr>
            <a:xfrm>
              <a:off x="93867" y="3412135"/>
              <a:ext cx="333600" cy="333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2" name="Google Shape;1482;p103"/>
            <p:cNvCxnSpPr/>
            <p:nvPr/>
          </p:nvCxnSpPr>
          <p:spPr>
            <a:xfrm rot="10800000">
              <a:off x="293425" y="3602978"/>
              <a:ext cx="258300" cy="164700"/>
            </a:xfrm>
            <a:prstGeom prst="straightConnector1">
              <a:avLst/>
            </a:prstGeom>
            <a:noFill/>
            <a:ln cap="rnd" cmpd="sng" w="38100">
              <a:solidFill>
                <a:schemeClr val="dk2"/>
              </a:solidFill>
              <a:prstDash val="solid"/>
              <a:round/>
              <a:headEnd len="med" w="med" type="none"/>
              <a:tailEnd len="med" w="med" type="none"/>
            </a:ln>
          </p:spPr>
        </p:cxnSp>
        <p:sp>
          <p:nvSpPr>
            <p:cNvPr id="1483" name="Google Shape;1483;p103"/>
            <p:cNvSpPr/>
            <p:nvPr/>
          </p:nvSpPr>
          <p:spPr>
            <a:xfrm>
              <a:off x="467822" y="3658931"/>
              <a:ext cx="245700" cy="245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7">
    <p:spTree>
      <p:nvGrpSpPr>
        <p:cNvPr id="1484" name="Shape 1484"/>
        <p:cNvGrpSpPr/>
        <p:nvPr/>
      </p:nvGrpSpPr>
      <p:grpSpPr>
        <a:xfrm>
          <a:off x="0" y="0"/>
          <a:ext cx="0" cy="0"/>
          <a:chOff x="0" y="0"/>
          <a:chExt cx="0" cy="0"/>
        </a:xfrm>
      </p:grpSpPr>
      <p:sp>
        <p:nvSpPr>
          <p:cNvPr id="1485" name="Google Shape;1485;p104"/>
          <p:cNvSpPr txBox="1"/>
          <p:nvPr>
            <p:ph idx="1" type="subTitle"/>
          </p:nvPr>
        </p:nvSpPr>
        <p:spPr>
          <a:xfrm>
            <a:off x="91807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86" name="Google Shape;1486;p104"/>
          <p:cNvSpPr txBox="1"/>
          <p:nvPr>
            <p:ph type="title"/>
          </p:nvPr>
        </p:nvSpPr>
        <p:spPr>
          <a:xfrm>
            <a:off x="91807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1487" name="Google Shape;1487;p104"/>
          <p:cNvSpPr/>
          <p:nvPr/>
        </p:nvSpPr>
        <p:spPr>
          <a:xfrm>
            <a:off x="410699" y="305346"/>
            <a:ext cx="1764756" cy="64005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7_1">
    <p:spTree>
      <p:nvGrpSpPr>
        <p:cNvPr id="1488" name="Shape 1488"/>
        <p:cNvGrpSpPr/>
        <p:nvPr/>
      </p:nvGrpSpPr>
      <p:grpSpPr>
        <a:xfrm>
          <a:off x="0" y="0"/>
          <a:ext cx="0" cy="0"/>
          <a:chOff x="0" y="0"/>
          <a:chExt cx="0" cy="0"/>
        </a:xfrm>
      </p:grpSpPr>
      <p:sp>
        <p:nvSpPr>
          <p:cNvPr id="1489" name="Google Shape;1489;p105"/>
          <p:cNvSpPr/>
          <p:nvPr/>
        </p:nvSpPr>
        <p:spPr>
          <a:xfrm>
            <a:off x="-598300" y="-487749"/>
            <a:ext cx="3055800" cy="3055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05"/>
          <p:cNvSpPr txBox="1"/>
          <p:nvPr>
            <p:ph idx="1" type="subTitle"/>
          </p:nvPr>
        </p:nvSpPr>
        <p:spPr>
          <a:xfrm>
            <a:off x="490152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91" name="Google Shape;1491;p105"/>
          <p:cNvSpPr txBox="1"/>
          <p:nvPr>
            <p:ph type="title"/>
          </p:nvPr>
        </p:nvSpPr>
        <p:spPr>
          <a:xfrm>
            <a:off x="490152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1492" name="Google Shape;1492;p105"/>
          <p:cNvSpPr/>
          <p:nvPr/>
        </p:nvSpPr>
        <p:spPr>
          <a:xfrm>
            <a:off x="2858351" y="2942876"/>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05"/>
          <p:cNvSpPr/>
          <p:nvPr/>
        </p:nvSpPr>
        <p:spPr>
          <a:xfrm>
            <a:off x="6908624" y="-142875"/>
            <a:ext cx="2749500" cy="27495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9">
    <p:spTree>
      <p:nvGrpSpPr>
        <p:cNvPr id="1494" name="Shape 1494"/>
        <p:cNvGrpSpPr/>
        <p:nvPr/>
      </p:nvGrpSpPr>
      <p:grpSpPr>
        <a:xfrm>
          <a:off x="0" y="0"/>
          <a:ext cx="0" cy="0"/>
          <a:chOff x="0" y="0"/>
          <a:chExt cx="0" cy="0"/>
        </a:xfrm>
      </p:grpSpPr>
      <p:sp>
        <p:nvSpPr>
          <p:cNvPr id="1495" name="Google Shape;1495;p106"/>
          <p:cNvSpPr txBox="1"/>
          <p:nvPr>
            <p:ph idx="1" type="subTitle"/>
          </p:nvPr>
        </p:nvSpPr>
        <p:spPr>
          <a:xfrm>
            <a:off x="3149300" y="2417850"/>
            <a:ext cx="2841300" cy="1046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496" name="Google Shape;1496;p106"/>
          <p:cNvSpPr txBox="1"/>
          <p:nvPr>
            <p:ph type="title"/>
          </p:nvPr>
        </p:nvSpPr>
        <p:spPr>
          <a:xfrm>
            <a:off x="3153160" y="1678950"/>
            <a:ext cx="2841300" cy="73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497" name="Google Shape;1497;p106"/>
          <p:cNvSpPr/>
          <p:nvPr/>
        </p:nvSpPr>
        <p:spPr>
          <a:xfrm flipH="1" rot="10800000">
            <a:off x="-345625" y="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06"/>
          <p:cNvSpPr/>
          <p:nvPr/>
        </p:nvSpPr>
        <p:spPr>
          <a:xfrm flipH="1">
            <a:off x="5573975" y="32816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9" name="Google Shape;1499;p106"/>
          <p:cNvGrpSpPr/>
          <p:nvPr/>
        </p:nvGrpSpPr>
        <p:grpSpPr>
          <a:xfrm rot="1315216">
            <a:off x="323950" y="3912716"/>
            <a:ext cx="2444815" cy="1749364"/>
            <a:chOff x="3698375" y="764675"/>
            <a:chExt cx="1508825" cy="1079625"/>
          </a:xfrm>
        </p:grpSpPr>
        <p:sp>
          <p:nvSpPr>
            <p:cNvPr id="1500" name="Google Shape;1500;p106"/>
            <p:cNvSpPr/>
            <p:nvPr/>
          </p:nvSpPr>
          <p:spPr>
            <a:xfrm>
              <a:off x="4393700" y="1763775"/>
              <a:ext cx="111350" cy="80525"/>
            </a:xfrm>
            <a:custGeom>
              <a:rect b="b" l="l" r="r" t="t"/>
              <a:pathLst>
                <a:path extrusionOk="0" h="3221" w="4454">
                  <a:moveTo>
                    <a:pt x="2922" y="0"/>
                  </a:moveTo>
                  <a:cubicBezTo>
                    <a:pt x="1905" y="0"/>
                    <a:pt x="876" y="599"/>
                    <a:pt x="322" y="1606"/>
                  </a:cubicBezTo>
                  <a:cubicBezTo>
                    <a:pt x="143" y="1952"/>
                    <a:pt x="0" y="2416"/>
                    <a:pt x="214" y="2738"/>
                  </a:cubicBezTo>
                  <a:cubicBezTo>
                    <a:pt x="322" y="2904"/>
                    <a:pt x="500" y="2999"/>
                    <a:pt x="679" y="3059"/>
                  </a:cubicBezTo>
                  <a:cubicBezTo>
                    <a:pt x="993" y="3161"/>
                    <a:pt x="1324" y="3220"/>
                    <a:pt x="1657" y="3220"/>
                  </a:cubicBezTo>
                  <a:cubicBezTo>
                    <a:pt x="1792" y="3220"/>
                    <a:pt x="1926" y="3211"/>
                    <a:pt x="2060" y="3190"/>
                  </a:cubicBezTo>
                  <a:cubicBezTo>
                    <a:pt x="3001" y="3059"/>
                    <a:pt x="3858" y="2345"/>
                    <a:pt x="4310" y="1368"/>
                  </a:cubicBezTo>
                  <a:cubicBezTo>
                    <a:pt x="4394" y="1214"/>
                    <a:pt x="4453" y="1011"/>
                    <a:pt x="4429" y="809"/>
                  </a:cubicBezTo>
                  <a:cubicBezTo>
                    <a:pt x="4382" y="463"/>
                    <a:pt x="4072" y="249"/>
                    <a:pt x="3786" y="154"/>
                  </a:cubicBezTo>
                  <a:cubicBezTo>
                    <a:pt x="3507" y="50"/>
                    <a:pt x="321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06"/>
            <p:cNvSpPr/>
            <p:nvPr/>
          </p:nvSpPr>
          <p:spPr>
            <a:xfrm>
              <a:off x="3698375" y="963450"/>
              <a:ext cx="711125" cy="872650"/>
            </a:xfrm>
            <a:custGeom>
              <a:rect b="b" l="l" r="r" t="t"/>
              <a:pathLst>
                <a:path extrusionOk="0" h="34906" w="28445">
                  <a:moveTo>
                    <a:pt x="10311" y="1"/>
                  </a:moveTo>
                  <a:cubicBezTo>
                    <a:pt x="6847" y="1"/>
                    <a:pt x="3385" y="574"/>
                    <a:pt x="12" y="1532"/>
                  </a:cubicBezTo>
                  <a:lnTo>
                    <a:pt x="0" y="33477"/>
                  </a:lnTo>
                  <a:cubicBezTo>
                    <a:pt x="4306" y="32454"/>
                    <a:pt x="8702" y="31938"/>
                    <a:pt x="13097" y="31938"/>
                  </a:cubicBezTo>
                  <a:cubicBezTo>
                    <a:pt x="15507" y="31938"/>
                    <a:pt x="17917" y="32093"/>
                    <a:pt x="20312" y="32405"/>
                  </a:cubicBezTo>
                  <a:cubicBezTo>
                    <a:pt x="23110" y="32762"/>
                    <a:pt x="25980" y="33381"/>
                    <a:pt x="28432" y="34905"/>
                  </a:cubicBezTo>
                  <a:lnTo>
                    <a:pt x="28444" y="6771"/>
                  </a:lnTo>
                  <a:cubicBezTo>
                    <a:pt x="24110" y="2770"/>
                    <a:pt x="18622" y="627"/>
                    <a:pt x="13085" y="127"/>
                  </a:cubicBezTo>
                  <a:cubicBezTo>
                    <a:pt x="12161" y="42"/>
                    <a:pt x="11236" y="1"/>
                    <a:pt x="103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06"/>
            <p:cNvSpPr/>
            <p:nvPr/>
          </p:nvSpPr>
          <p:spPr>
            <a:xfrm>
              <a:off x="3726650" y="928050"/>
              <a:ext cx="772425" cy="894350"/>
            </a:xfrm>
            <a:custGeom>
              <a:rect b="b" l="l" r="r" t="t"/>
              <a:pathLst>
                <a:path extrusionOk="0" h="35774" w="30897">
                  <a:moveTo>
                    <a:pt x="12477" y="0"/>
                  </a:moveTo>
                  <a:cubicBezTo>
                    <a:pt x="9021" y="0"/>
                    <a:pt x="5565" y="575"/>
                    <a:pt x="2191" y="1543"/>
                  </a:cubicBezTo>
                  <a:lnTo>
                    <a:pt x="2191" y="1758"/>
                  </a:lnTo>
                  <a:cubicBezTo>
                    <a:pt x="1465" y="1936"/>
                    <a:pt x="750" y="2115"/>
                    <a:pt x="36" y="2329"/>
                  </a:cubicBezTo>
                  <a:lnTo>
                    <a:pt x="0" y="34262"/>
                  </a:lnTo>
                  <a:cubicBezTo>
                    <a:pt x="4315" y="33245"/>
                    <a:pt x="8724" y="32736"/>
                    <a:pt x="13127" y="32736"/>
                  </a:cubicBezTo>
                  <a:cubicBezTo>
                    <a:pt x="15529" y="32736"/>
                    <a:pt x="17930" y="32887"/>
                    <a:pt x="20312" y="33190"/>
                  </a:cubicBezTo>
                  <a:cubicBezTo>
                    <a:pt x="23098" y="33547"/>
                    <a:pt x="25670" y="34250"/>
                    <a:pt x="28135" y="35774"/>
                  </a:cubicBezTo>
                  <a:cubicBezTo>
                    <a:pt x="28135" y="35774"/>
                    <a:pt x="30016" y="34678"/>
                    <a:pt x="30897" y="34583"/>
                  </a:cubicBezTo>
                  <a:lnTo>
                    <a:pt x="30576" y="6782"/>
                  </a:lnTo>
                  <a:cubicBezTo>
                    <a:pt x="26242" y="2770"/>
                    <a:pt x="20777" y="626"/>
                    <a:pt x="15240" y="126"/>
                  </a:cubicBezTo>
                  <a:cubicBezTo>
                    <a:pt x="14320" y="41"/>
                    <a:pt x="13399" y="0"/>
                    <a:pt x="124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06"/>
            <p:cNvSpPr/>
            <p:nvPr/>
          </p:nvSpPr>
          <p:spPr>
            <a:xfrm>
              <a:off x="4498775" y="919275"/>
              <a:ext cx="708425" cy="872175"/>
            </a:xfrm>
            <a:custGeom>
              <a:rect b="b" l="l" r="r" t="t"/>
              <a:pathLst>
                <a:path extrusionOk="0" h="34887" w="28337">
                  <a:moveTo>
                    <a:pt x="17978" y="0"/>
                  </a:moveTo>
                  <a:cubicBezTo>
                    <a:pt x="17073" y="0"/>
                    <a:pt x="16167" y="39"/>
                    <a:pt x="15264" y="120"/>
                  </a:cubicBezTo>
                  <a:cubicBezTo>
                    <a:pt x="9727" y="608"/>
                    <a:pt x="4358" y="2751"/>
                    <a:pt x="24" y="6740"/>
                  </a:cubicBezTo>
                  <a:lnTo>
                    <a:pt x="0" y="34886"/>
                  </a:lnTo>
                  <a:cubicBezTo>
                    <a:pt x="2453" y="33362"/>
                    <a:pt x="5227" y="33005"/>
                    <a:pt x="7989" y="32398"/>
                  </a:cubicBezTo>
                  <a:cubicBezTo>
                    <a:pt x="10346" y="31881"/>
                    <a:pt x="12712" y="31660"/>
                    <a:pt x="15075" y="31660"/>
                  </a:cubicBezTo>
                  <a:cubicBezTo>
                    <a:pt x="19517" y="31660"/>
                    <a:pt x="23949" y="32441"/>
                    <a:pt x="28301" y="33505"/>
                  </a:cubicBezTo>
                  <a:lnTo>
                    <a:pt x="28337" y="1561"/>
                  </a:lnTo>
                  <a:cubicBezTo>
                    <a:pt x="24944" y="578"/>
                    <a:pt x="21461" y="0"/>
                    <a:pt x="179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06"/>
            <p:cNvSpPr/>
            <p:nvPr/>
          </p:nvSpPr>
          <p:spPr>
            <a:xfrm>
              <a:off x="4499050" y="919275"/>
              <a:ext cx="536125" cy="871875"/>
            </a:xfrm>
            <a:custGeom>
              <a:rect b="b" l="l" r="r" t="t"/>
              <a:pathLst>
                <a:path extrusionOk="0" h="34875" w="21445">
                  <a:moveTo>
                    <a:pt x="17950" y="1"/>
                  </a:moveTo>
                  <a:cubicBezTo>
                    <a:pt x="17053" y="1"/>
                    <a:pt x="16154" y="40"/>
                    <a:pt x="15253" y="120"/>
                  </a:cubicBezTo>
                  <a:cubicBezTo>
                    <a:pt x="9716" y="608"/>
                    <a:pt x="4347" y="2751"/>
                    <a:pt x="13" y="6740"/>
                  </a:cubicBezTo>
                  <a:lnTo>
                    <a:pt x="1" y="34874"/>
                  </a:lnTo>
                  <a:cubicBezTo>
                    <a:pt x="2454" y="33350"/>
                    <a:pt x="5228" y="32993"/>
                    <a:pt x="7990" y="32386"/>
                  </a:cubicBezTo>
                  <a:cubicBezTo>
                    <a:pt x="10342" y="31868"/>
                    <a:pt x="12697" y="31648"/>
                    <a:pt x="15048" y="31648"/>
                  </a:cubicBezTo>
                  <a:cubicBezTo>
                    <a:pt x="17185" y="31648"/>
                    <a:pt x="19318" y="31830"/>
                    <a:pt x="21444" y="32136"/>
                  </a:cubicBezTo>
                  <a:cubicBezTo>
                    <a:pt x="21170" y="21480"/>
                    <a:pt x="20968" y="10800"/>
                    <a:pt x="20837" y="132"/>
                  </a:cubicBezTo>
                  <a:cubicBezTo>
                    <a:pt x="19875" y="46"/>
                    <a:pt x="18913" y="1"/>
                    <a:pt x="179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06"/>
            <p:cNvSpPr/>
            <p:nvPr/>
          </p:nvSpPr>
          <p:spPr>
            <a:xfrm>
              <a:off x="4498775" y="764675"/>
              <a:ext cx="459000" cy="1027375"/>
            </a:xfrm>
            <a:custGeom>
              <a:rect b="b" l="l" r="r" t="t"/>
              <a:pathLst>
                <a:path extrusionOk="0" h="41095" w="18360">
                  <a:moveTo>
                    <a:pt x="17924" y="0"/>
                  </a:moveTo>
                  <a:cubicBezTo>
                    <a:pt x="15322" y="0"/>
                    <a:pt x="12651" y="612"/>
                    <a:pt x="9989" y="2089"/>
                  </a:cubicBezTo>
                  <a:cubicBezTo>
                    <a:pt x="6429" y="4066"/>
                    <a:pt x="2810" y="7685"/>
                    <a:pt x="24" y="12841"/>
                  </a:cubicBezTo>
                  <a:lnTo>
                    <a:pt x="0" y="41094"/>
                  </a:lnTo>
                  <a:cubicBezTo>
                    <a:pt x="1560" y="38927"/>
                    <a:pt x="3524" y="37308"/>
                    <a:pt x="5310" y="36201"/>
                  </a:cubicBezTo>
                  <a:cubicBezTo>
                    <a:pt x="9656" y="33522"/>
                    <a:pt x="14061" y="32045"/>
                    <a:pt x="18336" y="31843"/>
                  </a:cubicBezTo>
                  <a:lnTo>
                    <a:pt x="18360" y="6"/>
                  </a:lnTo>
                  <a:cubicBezTo>
                    <a:pt x="18215" y="2"/>
                    <a:pt x="18069" y="0"/>
                    <a:pt x="179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06"/>
            <p:cNvSpPr/>
            <p:nvPr/>
          </p:nvSpPr>
          <p:spPr>
            <a:xfrm>
              <a:off x="3788850" y="919850"/>
              <a:ext cx="710525" cy="872775"/>
            </a:xfrm>
            <a:custGeom>
              <a:rect b="b" l="l" r="r" t="t"/>
              <a:pathLst>
                <a:path extrusionOk="0" h="34911" w="28421">
                  <a:moveTo>
                    <a:pt x="10377" y="1"/>
                  </a:moveTo>
                  <a:cubicBezTo>
                    <a:pt x="6895" y="1"/>
                    <a:pt x="3415" y="575"/>
                    <a:pt x="24" y="1538"/>
                  </a:cubicBezTo>
                  <a:lnTo>
                    <a:pt x="1" y="33482"/>
                  </a:lnTo>
                  <a:cubicBezTo>
                    <a:pt x="4307" y="32460"/>
                    <a:pt x="8697" y="31943"/>
                    <a:pt x="13092" y="31943"/>
                  </a:cubicBezTo>
                  <a:cubicBezTo>
                    <a:pt x="15502" y="31943"/>
                    <a:pt x="17913" y="32099"/>
                    <a:pt x="20313" y="32411"/>
                  </a:cubicBezTo>
                  <a:cubicBezTo>
                    <a:pt x="23111" y="32768"/>
                    <a:pt x="25956" y="33387"/>
                    <a:pt x="28397" y="34911"/>
                  </a:cubicBezTo>
                  <a:lnTo>
                    <a:pt x="28421" y="6777"/>
                  </a:lnTo>
                  <a:cubicBezTo>
                    <a:pt x="24099" y="2776"/>
                    <a:pt x="18634" y="633"/>
                    <a:pt x="13098" y="121"/>
                  </a:cubicBezTo>
                  <a:cubicBezTo>
                    <a:pt x="12192" y="40"/>
                    <a:pt x="11284" y="1"/>
                    <a:pt x="103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06"/>
            <p:cNvSpPr/>
            <p:nvPr/>
          </p:nvSpPr>
          <p:spPr>
            <a:xfrm>
              <a:off x="3932625" y="1036200"/>
              <a:ext cx="453350" cy="78375"/>
            </a:xfrm>
            <a:custGeom>
              <a:rect b="b" l="l" r="r" t="t"/>
              <a:pathLst>
                <a:path extrusionOk="0" h="3135" w="18134">
                  <a:moveTo>
                    <a:pt x="5724" y="0"/>
                  </a:moveTo>
                  <a:cubicBezTo>
                    <a:pt x="3859" y="0"/>
                    <a:pt x="1968" y="158"/>
                    <a:pt x="0" y="468"/>
                  </a:cubicBezTo>
                  <a:cubicBezTo>
                    <a:pt x="0" y="801"/>
                    <a:pt x="24" y="944"/>
                    <a:pt x="24" y="1277"/>
                  </a:cubicBezTo>
                  <a:cubicBezTo>
                    <a:pt x="1988" y="967"/>
                    <a:pt x="3878" y="810"/>
                    <a:pt x="5743" y="810"/>
                  </a:cubicBezTo>
                  <a:cubicBezTo>
                    <a:pt x="9825" y="810"/>
                    <a:pt x="13786" y="1565"/>
                    <a:pt x="18134" y="3135"/>
                  </a:cubicBezTo>
                  <a:cubicBezTo>
                    <a:pt x="18134" y="2813"/>
                    <a:pt x="18134" y="2658"/>
                    <a:pt x="18122" y="2325"/>
                  </a:cubicBezTo>
                  <a:cubicBezTo>
                    <a:pt x="13766" y="756"/>
                    <a:pt x="9808" y="0"/>
                    <a:pt x="57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106"/>
            <p:cNvSpPr/>
            <p:nvPr/>
          </p:nvSpPr>
          <p:spPr>
            <a:xfrm>
              <a:off x="3934400" y="1110475"/>
              <a:ext cx="453075" cy="78525"/>
            </a:xfrm>
            <a:custGeom>
              <a:rect b="b" l="l" r="r" t="t"/>
              <a:pathLst>
                <a:path extrusionOk="0" h="3141" w="18123">
                  <a:moveTo>
                    <a:pt x="5713" y="1"/>
                  </a:moveTo>
                  <a:cubicBezTo>
                    <a:pt x="3851" y="1"/>
                    <a:pt x="1963" y="160"/>
                    <a:pt x="1" y="473"/>
                  </a:cubicBezTo>
                  <a:cubicBezTo>
                    <a:pt x="1" y="807"/>
                    <a:pt x="13" y="949"/>
                    <a:pt x="13" y="1283"/>
                  </a:cubicBezTo>
                  <a:cubicBezTo>
                    <a:pt x="1984" y="972"/>
                    <a:pt x="3881" y="813"/>
                    <a:pt x="5753" y="813"/>
                  </a:cubicBezTo>
                  <a:cubicBezTo>
                    <a:pt x="9827" y="813"/>
                    <a:pt x="13782" y="1566"/>
                    <a:pt x="18122" y="3140"/>
                  </a:cubicBezTo>
                  <a:cubicBezTo>
                    <a:pt x="18122" y="2819"/>
                    <a:pt x="18122" y="2652"/>
                    <a:pt x="18110" y="2342"/>
                  </a:cubicBezTo>
                  <a:cubicBezTo>
                    <a:pt x="13753" y="765"/>
                    <a:pt x="9794" y="1"/>
                    <a:pt x="57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06"/>
            <p:cNvSpPr/>
            <p:nvPr/>
          </p:nvSpPr>
          <p:spPr>
            <a:xfrm>
              <a:off x="3935900" y="1185025"/>
              <a:ext cx="453050" cy="78075"/>
            </a:xfrm>
            <a:custGeom>
              <a:rect b="b" l="l" r="r" t="t"/>
              <a:pathLst>
                <a:path extrusionOk="0" h="3123" w="18122">
                  <a:moveTo>
                    <a:pt x="5710" y="1"/>
                  </a:moveTo>
                  <a:cubicBezTo>
                    <a:pt x="3848" y="1"/>
                    <a:pt x="1962" y="158"/>
                    <a:pt x="0" y="468"/>
                  </a:cubicBezTo>
                  <a:cubicBezTo>
                    <a:pt x="0" y="801"/>
                    <a:pt x="12" y="944"/>
                    <a:pt x="12" y="1277"/>
                  </a:cubicBezTo>
                  <a:cubicBezTo>
                    <a:pt x="1979" y="963"/>
                    <a:pt x="3872" y="804"/>
                    <a:pt x="5740" y="804"/>
                  </a:cubicBezTo>
                  <a:cubicBezTo>
                    <a:pt x="9819" y="804"/>
                    <a:pt x="13777" y="1563"/>
                    <a:pt x="18122" y="3123"/>
                  </a:cubicBezTo>
                  <a:cubicBezTo>
                    <a:pt x="18122" y="2813"/>
                    <a:pt x="18110" y="2647"/>
                    <a:pt x="18110" y="2337"/>
                  </a:cubicBezTo>
                  <a:cubicBezTo>
                    <a:pt x="13751" y="759"/>
                    <a:pt x="9792" y="1"/>
                    <a:pt x="57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06"/>
            <p:cNvSpPr/>
            <p:nvPr/>
          </p:nvSpPr>
          <p:spPr>
            <a:xfrm>
              <a:off x="3937375" y="1259000"/>
              <a:ext cx="453075" cy="78525"/>
            </a:xfrm>
            <a:custGeom>
              <a:rect b="b" l="l" r="r" t="t"/>
              <a:pathLst>
                <a:path extrusionOk="0" h="3141" w="18123">
                  <a:moveTo>
                    <a:pt x="5720" y="1"/>
                  </a:moveTo>
                  <a:cubicBezTo>
                    <a:pt x="3855" y="1"/>
                    <a:pt x="1966" y="160"/>
                    <a:pt x="1" y="473"/>
                  </a:cubicBezTo>
                  <a:cubicBezTo>
                    <a:pt x="1" y="807"/>
                    <a:pt x="13" y="950"/>
                    <a:pt x="13" y="1283"/>
                  </a:cubicBezTo>
                  <a:cubicBezTo>
                    <a:pt x="1984" y="972"/>
                    <a:pt x="3881" y="813"/>
                    <a:pt x="5753" y="813"/>
                  </a:cubicBezTo>
                  <a:cubicBezTo>
                    <a:pt x="9828" y="813"/>
                    <a:pt x="13782" y="1566"/>
                    <a:pt x="18122" y="3140"/>
                  </a:cubicBezTo>
                  <a:cubicBezTo>
                    <a:pt x="18110" y="2831"/>
                    <a:pt x="18110" y="2664"/>
                    <a:pt x="18110" y="2331"/>
                  </a:cubicBezTo>
                  <a:cubicBezTo>
                    <a:pt x="13755" y="762"/>
                    <a:pt x="9798" y="1"/>
                    <a:pt x="57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06"/>
            <p:cNvSpPr/>
            <p:nvPr/>
          </p:nvSpPr>
          <p:spPr>
            <a:xfrm>
              <a:off x="3938875" y="1333425"/>
              <a:ext cx="453050" cy="78500"/>
            </a:xfrm>
            <a:custGeom>
              <a:rect b="b" l="l" r="r" t="t"/>
              <a:pathLst>
                <a:path extrusionOk="0" h="3140" w="18122">
                  <a:moveTo>
                    <a:pt x="5719" y="0"/>
                  </a:moveTo>
                  <a:cubicBezTo>
                    <a:pt x="3855" y="0"/>
                    <a:pt x="1965" y="159"/>
                    <a:pt x="0" y="473"/>
                  </a:cubicBezTo>
                  <a:cubicBezTo>
                    <a:pt x="0" y="806"/>
                    <a:pt x="12" y="949"/>
                    <a:pt x="12" y="1283"/>
                  </a:cubicBezTo>
                  <a:cubicBezTo>
                    <a:pt x="1984" y="971"/>
                    <a:pt x="3881" y="813"/>
                    <a:pt x="5753" y="813"/>
                  </a:cubicBezTo>
                  <a:cubicBezTo>
                    <a:pt x="9827" y="813"/>
                    <a:pt x="13782" y="1565"/>
                    <a:pt x="18122" y="3140"/>
                  </a:cubicBezTo>
                  <a:cubicBezTo>
                    <a:pt x="18110" y="2807"/>
                    <a:pt x="18110" y="2664"/>
                    <a:pt x="18110" y="2330"/>
                  </a:cubicBezTo>
                  <a:cubicBezTo>
                    <a:pt x="13755" y="761"/>
                    <a:pt x="9798" y="0"/>
                    <a:pt x="57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06"/>
            <p:cNvSpPr/>
            <p:nvPr/>
          </p:nvSpPr>
          <p:spPr>
            <a:xfrm>
              <a:off x="3940075" y="1407825"/>
              <a:ext cx="453350" cy="78525"/>
            </a:xfrm>
            <a:custGeom>
              <a:rect b="b" l="l" r="r" t="t"/>
              <a:pathLst>
                <a:path extrusionOk="0" h="3141" w="18134">
                  <a:moveTo>
                    <a:pt x="5727" y="1"/>
                  </a:moveTo>
                  <a:cubicBezTo>
                    <a:pt x="3861" y="1"/>
                    <a:pt x="1968" y="160"/>
                    <a:pt x="0" y="473"/>
                  </a:cubicBezTo>
                  <a:cubicBezTo>
                    <a:pt x="0" y="807"/>
                    <a:pt x="24" y="950"/>
                    <a:pt x="24" y="1283"/>
                  </a:cubicBezTo>
                  <a:cubicBezTo>
                    <a:pt x="1995" y="972"/>
                    <a:pt x="3892" y="813"/>
                    <a:pt x="5764" y="813"/>
                  </a:cubicBezTo>
                  <a:cubicBezTo>
                    <a:pt x="9839" y="813"/>
                    <a:pt x="13793" y="1566"/>
                    <a:pt x="18133" y="3140"/>
                  </a:cubicBezTo>
                  <a:cubicBezTo>
                    <a:pt x="18121" y="2807"/>
                    <a:pt x="18121" y="2664"/>
                    <a:pt x="18121" y="2331"/>
                  </a:cubicBezTo>
                  <a:cubicBezTo>
                    <a:pt x="13766" y="762"/>
                    <a:pt x="9809"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06"/>
            <p:cNvSpPr/>
            <p:nvPr/>
          </p:nvSpPr>
          <p:spPr>
            <a:xfrm>
              <a:off x="3941250" y="1482250"/>
              <a:ext cx="453350" cy="78525"/>
            </a:xfrm>
            <a:custGeom>
              <a:rect b="b" l="l" r="r" t="t"/>
              <a:pathLst>
                <a:path extrusionOk="0" h="3141" w="18134">
                  <a:moveTo>
                    <a:pt x="5722" y="0"/>
                  </a:moveTo>
                  <a:cubicBezTo>
                    <a:pt x="3856" y="0"/>
                    <a:pt x="1965" y="159"/>
                    <a:pt x="1" y="473"/>
                  </a:cubicBezTo>
                  <a:cubicBezTo>
                    <a:pt x="1" y="806"/>
                    <a:pt x="13" y="949"/>
                    <a:pt x="13" y="1283"/>
                  </a:cubicBezTo>
                  <a:cubicBezTo>
                    <a:pt x="1988" y="972"/>
                    <a:pt x="3886" y="813"/>
                    <a:pt x="5759" y="813"/>
                  </a:cubicBezTo>
                  <a:cubicBezTo>
                    <a:pt x="9834" y="813"/>
                    <a:pt x="13786" y="1565"/>
                    <a:pt x="18134" y="3140"/>
                  </a:cubicBezTo>
                  <a:cubicBezTo>
                    <a:pt x="18134" y="2807"/>
                    <a:pt x="18134" y="2652"/>
                    <a:pt x="18110" y="2330"/>
                  </a:cubicBezTo>
                  <a:cubicBezTo>
                    <a:pt x="13763" y="762"/>
                    <a:pt x="9803" y="0"/>
                    <a:pt x="57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06"/>
            <p:cNvSpPr/>
            <p:nvPr/>
          </p:nvSpPr>
          <p:spPr>
            <a:xfrm>
              <a:off x="3942750" y="1556350"/>
              <a:ext cx="453350" cy="78525"/>
            </a:xfrm>
            <a:custGeom>
              <a:rect b="b" l="l" r="r" t="t"/>
              <a:pathLst>
                <a:path extrusionOk="0" h="3141" w="18134">
                  <a:moveTo>
                    <a:pt x="5727" y="1"/>
                  </a:moveTo>
                  <a:cubicBezTo>
                    <a:pt x="3861" y="1"/>
                    <a:pt x="1969" y="160"/>
                    <a:pt x="0" y="474"/>
                  </a:cubicBezTo>
                  <a:cubicBezTo>
                    <a:pt x="0" y="795"/>
                    <a:pt x="24" y="950"/>
                    <a:pt x="24" y="1271"/>
                  </a:cubicBezTo>
                  <a:cubicBezTo>
                    <a:pt x="1984" y="966"/>
                    <a:pt x="3870" y="810"/>
                    <a:pt x="5731" y="810"/>
                  </a:cubicBezTo>
                  <a:cubicBezTo>
                    <a:pt x="9813" y="810"/>
                    <a:pt x="13774" y="1562"/>
                    <a:pt x="18133" y="3141"/>
                  </a:cubicBezTo>
                  <a:cubicBezTo>
                    <a:pt x="18133" y="2819"/>
                    <a:pt x="18133" y="2664"/>
                    <a:pt x="18110" y="2331"/>
                  </a:cubicBezTo>
                  <a:cubicBezTo>
                    <a:pt x="13763" y="762"/>
                    <a:pt x="9808"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06"/>
            <p:cNvSpPr/>
            <p:nvPr/>
          </p:nvSpPr>
          <p:spPr>
            <a:xfrm>
              <a:off x="3944225" y="1630775"/>
              <a:ext cx="453350" cy="78525"/>
            </a:xfrm>
            <a:custGeom>
              <a:rect b="b" l="l" r="r" t="t"/>
              <a:pathLst>
                <a:path extrusionOk="0" h="3141" w="18134">
                  <a:moveTo>
                    <a:pt x="5727" y="0"/>
                  </a:moveTo>
                  <a:cubicBezTo>
                    <a:pt x="3861" y="0"/>
                    <a:pt x="1969" y="159"/>
                    <a:pt x="1" y="473"/>
                  </a:cubicBezTo>
                  <a:cubicBezTo>
                    <a:pt x="1" y="795"/>
                    <a:pt x="25" y="949"/>
                    <a:pt x="25" y="1271"/>
                  </a:cubicBezTo>
                  <a:cubicBezTo>
                    <a:pt x="1985" y="965"/>
                    <a:pt x="3871" y="809"/>
                    <a:pt x="5731" y="809"/>
                  </a:cubicBezTo>
                  <a:cubicBezTo>
                    <a:pt x="9814" y="809"/>
                    <a:pt x="13774" y="1562"/>
                    <a:pt x="18134" y="3140"/>
                  </a:cubicBezTo>
                  <a:cubicBezTo>
                    <a:pt x="18134" y="2819"/>
                    <a:pt x="18122" y="2664"/>
                    <a:pt x="18122" y="2331"/>
                  </a:cubicBezTo>
                  <a:cubicBezTo>
                    <a:pt x="13767" y="762"/>
                    <a:pt x="9810" y="0"/>
                    <a:pt x="5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06"/>
            <p:cNvSpPr/>
            <p:nvPr/>
          </p:nvSpPr>
          <p:spPr>
            <a:xfrm>
              <a:off x="4557400" y="881250"/>
              <a:ext cx="347975" cy="229750"/>
            </a:xfrm>
            <a:custGeom>
              <a:rect b="b" l="l" r="r" t="t"/>
              <a:pathLst>
                <a:path extrusionOk="0" h="9190" w="13919">
                  <a:moveTo>
                    <a:pt x="13021" y="0"/>
                  </a:moveTo>
                  <a:cubicBezTo>
                    <a:pt x="6999" y="0"/>
                    <a:pt x="3045" y="4692"/>
                    <a:pt x="1" y="8452"/>
                  </a:cubicBezTo>
                  <a:lnTo>
                    <a:pt x="1" y="9190"/>
                  </a:lnTo>
                  <a:cubicBezTo>
                    <a:pt x="3038" y="5450"/>
                    <a:pt x="6981" y="771"/>
                    <a:pt x="12992" y="771"/>
                  </a:cubicBezTo>
                  <a:cubicBezTo>
                    <a:pt x="13295" y="771"/>
                    <a:pt x="13604" y="783"/>
                    <a:pt x="13919" y="808"/>
                  </a:cubicBezTo>
                  <a:cubicBezTo>
                    <a:pt x="13919" y="498"/>
                    <a:pt x="13907" y="343"/>
                    <a:pt x="13907" y="34"/>
                  </a:cubicBezTo>
                  <a:cubicBezTo>
                    <a:pt x="13607" y="11"/>
                    <a:pt x="13312" y="0"/>
                    <a:pt x="13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06"/>
            <p:cNvSpPr/>
            <p:nvPr/>
          </p:nvSpPr>
          <p:spPr>
            <a:xfrm>
              <a:off x="4558000" y="952875"/>
              <a:ext cx="348875" cy="225700"/>
            </a:xfrm>
            <a:custGeom>
              <a:rect b="b" l="l" r="r" t="t"/>
              <a:pathLst>
                <a:path extrusionOk="0" h="9028" w="13955">
                  <a:moveTo>
                    <a:pt x="12870" y="1"/>
                  </a:moveTo>
                  <a:cubicBezTo>
                    <a:pt x="6929" y="1"/>
                    <a:pt x="3014" y="4602"/>
                    <a:pt x="12" y="8301"/>
                  </a:cubicBezTo>
                  <a:cubicBezTo>
                    <a:pt x="0" y="8599"/>
                    <a:pt x="0" y="8742"/>
                    <a:pt x="12" y="9027"/>
                  </a:cubicBezTo>
                  <a:cubicBezTo>
                    <a:pt x="3015" y="5364"/>
                    <a:pt x="6914" y="793"/>
                    <a:pt x="12821" y="793"/>
                  </a:cubicBezTo>
                  <a:cubicBezTo>
                    <a:pt x="13191" y="793"/>
                    <a:pt x="13569" y="811"/>
                    <a:pt x="13955" y="848"/>
                  </a:cubicBezTo>
                  <a:cubicBezTo>
                    <a:pt x="13955" y="526"/>
                    <a:pt x="13943" y="372"/>
                    <a:pt x="13943" y="50"/>
                  </a:cubicBezTo>
                  <a:cubicBezTo>
                    <a:pt x="13578" y="17"/>
                    <a:pt x="13220" y="1"/>
                    <a:pt x="128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06"/>
            <p:cNvSpPr/>
            <p:nvPr/>
          </p:nvSpPr>
          <p:spPr>
            <a:xfrm>
              <a:off x="4558600" y="1025050"/>
              <a:ext cx="349775" cy="221675"/>
            </a:xfrm>
            <a:custGeom>
              <a:rect b="b" l="l" r="r" t="t"/>
              <a:pathLst>
                <a:path extrusionOk="0" h="8867" w="13991">
                  <a:moveTo>
                    <a:pt x="12720" y="0"/>
                  </a:moveTo>
                  <a:cubicBezTo>
                    <a:pt x="6871" y="0"/>
                    <a:pt x="2993" y="4501"/>
                    <a:pt x="0" y="8117"/>
                  </a:cubicBezTo>
                  <a:lnTo>
                    <a:pt x="0" y="8867"/>
                  </a:lnTo>
                  <a:cubicBezTo>
                    <a:pt x="2987" y="5259"/>
                    <a:pt x="6863" y="781"/>
                    <a:pt x="12691" y="781"/>
                  </a:cubicBezTo>
                  <a:cubicBezTo>
                    <a:pt x="13114" y="781"/>
                    <a:pt x="13547" y="805"/>
                    <a:pt x="13990" y="854"/>
                  </a:cubicBezTo>
                  <a:cubicBezTo>
                    <a:pt x="13990" y="545"/>
                    <a:pt x="13978" y="378"/>
                    <a:pt x="13978" y="68"/>
                  </a:cubicBezTo>
                  <a:cubicBezTo>
                    <a:pt x="13549" y="22"/>
                    <a:pt x="13130" y="0"/>
                    <a:pt x="127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06"/>
            <p:cNvSpPr/>
            <p:nvPr/>
          </p:nvSpPr>
          <p:spPr>
            <a:xfrm>
              <a:off x="4558600" y="1097725"/>
              <a:ext cx="350950" cy="217475"/>
            </a:xfrm>
            <a:custGeom>
              <a:rect b="b" l="l" r="r" t="t"/>
              <a:pathLst>
                <a:path extrusionOk="0" h="8699" w="14038">
                  <a:moveTo>
                    <a:pt x="12583" y="0"/>
                  </a:moveTo>
                  <a:cubicBezTo>
                    <a:pt x="6813" y="0"/>
                    <a:pt x="2974" y="4404"/>
                    <a:pt x="0" y="7972"/>
                  </a:cubicBezTo>
                  <a:cubicBezTo>
                    <a:pt x="12" y="8270"/>
                    <a:pt x="12" y="8413"/>
                    <a:pt x="12" y="8698"/>
                  </a:cubicBezTo>
                  <a:cubicBezTo>
                    <a:pt x="2972" y="5157"/>
                    <a:pt x="6791" y="788"/>
                    <a:pt x="12518" y="788"/>
                  </a:cubicBezTo>
                  <a:cubicBezTo>
                    <a:pt x="13010" y="788"/>
                    <a:pt x="13517" y="820"/>
                    <a:pt x="14038" y="888"/>
                  </a:cubicBezTo>
                  <a:cubicBezTo>
                    <a:pt x="14038" y="566"/>
                    <a:pt x="14026" y="412"/>
                    <a:pt x="14026" y="90"/>
                  </a:cubicBezTo>
                  <a:cubicBezTo>
                    <a:pt x="13532" y="29"/>
                    <a:pt x="13051" y="0"/>
                    <a:pt x="12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06"/>
            <p:cNvSpPr/>
            <p:nvPr/>
          </p:nvSpPr>
          <p:spPr>
            <a:xfrm>
              <a:off x="4559475" y="1170875"/>
              <a:ext cx="351575" cy="213075"/>
            </a:xfrm>
            <a:custGeom>
              <a:rect b="b" l="l" r="r" t="t"/>
              <a:pathLst>
                <a:path extrusionOk="0" h="8523" w="14063">
                  <a:moveTo>
                    <a:pt x="12412" y="0"/>
                  </a:moveTo>
                  <a:cubicBezTo>
                    <a:pt x="6738" y="0"/>
                    <a:pt x="2941" y="4312"/>
                    <a:pt x="1" y="7796"/>
                  </a:cubicBezTo>
                  <a:lnTo>
                    <a:pt x="1" y="8523"/>
                  </a:lnTo>
                  <a:cubicBezTo>
                    <a:pt x="2945" y="5058"/>
                    <a:pt x="6721" y="780"/>
                    <a:pt x="12378" y="780"/>
                  </a:cubicBezTo>
                  <a:cubicBezTo>
                    <a:pt x="12922" y="780"/>
                    <a:pt x="13483" y="819"/>
                    <a:pt x="14062" y="903"/>
                  </a:cubicBezTo>
                  <a:cubicBezTo>
                    <a:pt x="14062" y="593"/>
                    <a:pt x="14050" y="427"/>
                    <a:pt x="14050" y="117"/>
                  </a:cubicBezTo>
                  <a:cubicBezTo>
                    <a:pt x="13487" y="38"/>
                    <a:pt x="12942" y="0"/>
                    <a:pt x="12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06"/>
            <p:cNvSpPr/>
            <p:nvPr/>
          </p:nvSpPr>
          <p:spPr>
            <a:xfrm>
              <a:off x="4559775" y="1243700"/>
              <a:ext cx="352750" cy="209600"/>
            </a:xfrm>
            <a:custGeom>
              <a:rect b="b" l="l" r="r" t="t"/>
              <a:pathLst>
                <a:path extrusionOk="0" h="8384" w="14110">
                  <a:moveTo>
                    <a:pt x="12276" y="0"/>
                  </a:moveTo>
                  <a:cubicBezTo>
                    <a:pt x="6672" y="0"/>
                    <a:pt x="2922" y="4217"/>
                    <a:pt x="1" y="7634"/>
                  </a:cubicBezTo>
                  <a:lnTo>
                    <a:pt x="1" y="8384"/>
                  </a:lnTo>
                  <a:cubicBezTo>
                    <a:pt x="2911" y="4979"/>
                    <a:pt x="6645" y="800"/>
                    <a:pt x="12225" y="800"/>
                  </a:cubicBezTo>
                  <a:cubicBezTo>
                    <a:pt x="12831" y="800"/>
                    <a:pt x="13459" y="849"/>
                    <a:pt x="14110" y="954"/>
                  </a:cubicBezTo>
                  <a:cubicBezTo>
                    <a:pt x="14110" y="645"/>
                    <a:pt x="14098" y="478"/>
                    <a:pt x="14098" y="145"/>
                  </a:cubicBezTo>
                  <a:cubicBezTo>
                    <a:pt x="13469" y="47"/>
                    <a:pt x="12863" y="0"/>
                    <a:pt x="122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06"/>
            <p:cNvSpPr/>
            <p:nvPr/>
          </p:nvSpPr>
          <p:spPr>
            <a:xfrm>
              <a:off x="4560075" y="1317350"/>
              <a:ext cx="353950" cy="205325"/>
            </a:xfrm>
            <a:custGeom>
              <a:rect b="b" l="l" r="r" t="t"/>
              <a:pathLst>
                <a:path extrusionOk="0" h="8213" w="14158">
                  <a:moveTo>
                    <a:pt x="12147" y="1"/>
                  </a:moveTo>
                  <a:cubicBezTo>
                    <a:pt x="6628" y="1"/>
                    <a:pt x="2914" y="4124"/>
                    <a:pt x="13" y="7474"/>
                  </a:cubicBezTo>
                  <a:cubicBezTo>
                    <a:pt x="1" y="7772"/>
                    <a:pt x="1" y="7914"/>
                    <a:pt x="13" y="8212"/>
                  </a:cubicBezTo>
                  <a:cubicBezTo>
                    <a:pt x="2912" y="4888"/>
                    <a:pt x="6607" y="796"/>
                    <a:pt x="12087" y="796"/>
                  </a:cubicBezTo>
                  <a:cubicBezTo>
                    <a:pt x="12750" y="796"/>
                    <a:pt x="13440" y="856"/>
                    <a:pt x="14157" y="985"/>
                  </a:cubicBezTo>
                  <a:cubicBezTo>
                    <a:pt x="14157" y="652"/>
                    <a:pt x="14145" y="509"/>
                    <a:pt x="14145" y="175"/>
                  </a:cubicBezTo>
                  <a:cubicBezTo>
                    <a:pt x="13454" y="56"/>
                    <a:pt x="12789" y="1"/>
                    <a:pt x="121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06"/>
            <p:cNvSpPr/>
            <p:nvPr/>
          </p:nvSpPr>
          <p:spPr>
            <a:xfrm>
              <a:off x="4560975" y="1391175"/>
              <a:ext cx="354525" cy="201425"/>
            </a:xfrm>
            <a:custGeom>
              <a:rect b="b" l="l" r="r" t="t"/>
              <a:pathLst>
                <a:path extrusionOk="0" h="8057" w="14181">
                  <a:moveTo>
                    <a:pt x="11984" y="0"/>
                  </a:moveTo>
                  <a:cubicBezTo>
                    <a:pt x="6552" y="0"/>
                    <a:pt x="2870" y="4038"/>
                    <a:pt x="0" y="7319"/>
                  </a:cubicBezTo>
                  <a:lnTo>
                    <a:pt x="0" y="8057"/>
                  </a:lnTo>
                  <a:cubicBezTo>
                    <a:pt x="2859" y="4799"/>
                    <a:pt x="6526" y="798"/>
                    <a:pt x="11933" y="798"/>
                  </a:cubicBezTo>
                  <a:cubicBezTo>
                    <a:pt x="12651" y="798"/>
                    <a:pt x="13399" y="868"/>
                    <a:pt x="14181" y="1020"/>
                  </a:cubicBezTo>
                  <a:cubicBezTo>
                    <a:pt x="14181" y="699"/>
                    <a:pt x="14169" y="532"/>
                    <a:pt x="14169" y="211"/>
                  </a:cubicBezTo>
                  <a:cubicBezTo>
                    <a:pt x="13410" y="67"/>
                    <a:pt x="12683" y="0"/>
                    <a:pt x="11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06"/>
            <p:cNvSpPr/>
            <p:nvPr/>
          </p:nvSpPr>
          <p:spPr>
            <a:xfrm>
              <a:off x="4560975" y="1465175"/>
              <a:ext cx="355725" cy="197375"/>
            </a:xfrm>
            <a:custGeom>
              <a:rect b="b" l="l" r="r" t="t"/>
              <a:pathLst>
                <a:path extrusionOk="0" h="7895" w="14229">
                  <a:moveTo>
                    <a:pt x="11824" y="0"/>
                  </a:moveTo>
                  <a:cubicBezTo>
                    <a:pt x="6479" y="0"/>
                    <a:pt x="2847" y="3933"/>
                    <a:pt x="0" y="7145"/>
                  </a:cubicBezTo>
                  <a:cubicBezTo>
                    <a:pt x="12" y="7454"/>
                    <a:pt x="12" y="7597"/>
                    <a:pt x="12" y="7895"/>
                  </a:cubicBezTo>
                  <a:cubicBezTo>
                    <a:pt x="2865" y="4699"/>
                    <a:pt x="6500" y="793"/>
                    <a:pt x="11825" y="793"/>
                  </a:cubicBezTo>
                  <a:cubicBezTo>
                    <a:pt x="12590" y="793"/>
                    <a:pt x="13391" y="874"/>
                    <a:pt x="14228" y="1049"/>
                  </a:cubicBezTo>
                  <a:cubicBezTo>
                    <a:pt x="14228" y="727"/>
                    <a:pt x="14205" y="561"/>
                    <a:pt x="14205" y="251"/>
                  </a:cubicBezTo>
                  <a:cubicBezTo>
                    <a:pt x="13375" y="80"/>
                    <a:pt x="12582" y="0"/>
                    <a:pt x="11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5" name="Google Shape;1525;p106"/>
          <p:cNvGrpSpPr/>
          <p:nvPr/>
        </p:nvGrpSpPr>
        <p:grpSpPr>
          <a:xfrm>
            <a:off x="1134716" y="3640520"/>
            <a:ext cx="582138" cy="582138"/>
            <a:chOff x="3796125" y="-35750"/>
            <a:chExt cx="773400" cy="773400"/>
          </a:xfrm>
        </p:grpSpPr>
        <p:sp>
          <p:nvSpPr>
            <p:cNvPr id="1526" name="Google Shape;1526;p10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0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8" name="Google Shape;1528;p106"/>
          <p:cNvGrpSpPr/>
          <p:nvPr/>
        </p:nvGrpSpPr>
        <p:grpSpPr>
          <a:xfrm>
            <a:off x="6978321" y="-71154"/>
            <a:ext cx="1914410" cy="1661326"/>
            <a:chOff x="578925" y="1139250"/>
            <a:chExt cx="974850" cy="845975"/>
          </a:xfrm>
        </p:grpSpPr>
        <p:sp>
          <p:nvSpPr>
            <p:cNvPr id="1529" name="Google Shape;1529;p106"/>
            <p:cNvSpPr/>
            <p:nvPr/>
          </p:nvSpPr>
          <p:spPr>
            <a:xfrm>
              <a:off x="578925" y="1139250"/>
              <a:ext cx="974850" cy="845975"/>
            </a:xfrm>
            <a:custGeom>
              <a:rect b="b" l="l" r="r" t="t"/>
              <a:pathLst>
                <a:path extrusionOk="0" h="33839" w="38994">
                  <a:moveTo>
                    <a:pt x="19527" y="11550"/>
                  </a:moveTo>
                  <a:cubicBezTo>
                    <a:pt x="19741" y="11764"/>
                    <a:pt x="19944" y="12002"/>
                    <a:pt x="20158" y="12240"/>
                  </a:cubicBezTo>
                  <a:lnTo>
                    <a:pt x="18884" y="12240"/>
                  </a:lnTo>
                  <a:cubicBezTo>
                    <a:pt x="19098" y="12002"/>
                    <a:pt x="19325" y="11788"/>
                    <a:pt x="19527" y="11550"/>
                  </a:cubicBezTo>
                  <a:close/>
                  <a:moveTo>
                    <a:pt x="6275" y="727"/>
                  </a:moveTo>
                  <a:cubicBezTo>
                    <a:pt x="7978" y="727"/>
                    <a:pt x="12871" y="4323"/>
                    <a:pt x="19063" y="11050"/>
                  </a:cubicBezTo>
                  <a:cubicBezTo>
                    <a:pt x="18693" y="11455"/>
                    <a:pt x="18336" y="11859"/>
                    <a:pt x="17967" y="12264"/>
                  </a:cubicBezTo>
                  <a:cubicBezTo>
                    <a:pt x="15812" y="12300"/>
                    <a:pt x="13633" y="12419"/>
                    <a:pt x="11609" y="12633"/>
                  </a:cubicBezTo>
                  <a:cubicBezTo>
                    <a:pt x="7216" y="6549"/>
                    <a:pt x="5049" y="1930"/>
                    <a:pt x="5823" y="906"/>
                  </a:cubicBezTo>
                  <a:cubicBezTo>
                    <a:pt x="5882" y="834"/>
                    <a:pt x="5978" y="727"/>
                    <a:pt x="6275" y="727"/>
                  </a:cubicBezTo>
                  <a:close/>
                  <a:moveTo>
                    <a:pt x="32874" y="668"/>
                  </a:moveTo>
                  <a:cubicBezTo>
                    <a:pt x="33088" y="668"/>
                    <a:pt x="33112" y="739"/>
                    <a:pt x="33136" y="799"/>
                  </a:cubicBezTo>
                  <a:cubicBezTo>
                    <a:pt x="33517" y="2061"/>
                    <a:pt x="31600" y="6573"/>
                    <a:pt x="27337" y="12633"/>
                  </a:cubicBezTo>
                  <a:cubicBezTo>
                    <a:pt x="25313" y="12419"/>
                    <a:pt x="23194" y="12300"/>
                    <a:pt x="21051" y="12264"/>
                  </a:cubicBezTo>
                  <a:lnTo>
                    <a:pt x="19979" y="11050"/>
                  </a:lnTo>
                  <a:cubicBezTo>
                    <a:pt x="25813" y="4823"/>
                    <a:pt x="31207" y="668"/>
                    <a:pt x="32874" y="668"/>
                  </a:cubicBezTo>
                  <a:close/>
                  <a:moveTo>
                    <a:pt x="17372" y="12943"/>
                  </a:moveTo>
                  <a:lnTo>
                    <a:pt x="17372" y="12943"/>
                  </a:lnTo>
                  <a:cubicBezTo>
                    <a:pt x="17193" y="13133"/>
                    <a:pt x="17015" y="13348"/>
                    <a:pt x="16848" y="13538"/>
                  </a:cubicBezTo>
                  <a:cubicBezTo>
                    <a:pt x="16026" y="14479"/>
                    <a:pt x="15241" y="15443"/>
                    <a:pt x="14467" y="16396"/>
                  </a:cubicBezTo>
                  <a:cubicBezTo>
                    <a:pt x="13621" y="15324"/>
                    <a:pt x="12812" y="14264"/>
                    <a:pt x="12074" y="13252"/>
                  </a:cubicBezTo>
                  <a:cubicBezTo>
                    <a:pt x="13705" y="13098"/>
                    <a:pt x="15479" y="12991"/>
                    <a:pt x="17372" y="12943"/>
                  </a:cubicBezTo>
                  <a:close/>
                  <a:moveTo>
                    <a:pt x="21658" y="12955"/>
                  </a:moveTo>
                  <a:lnTo>
                    <a:pt x="21658" y="12955"/>
                  </a:lnTo>
                  <a:cubicBezTo>
                    <a:pt x="23527" y="13002"/>
                    <a:pt x="25290" y="13110"/>
                    <a:pt x="26909" y="13276"/>
                  </a:cubicBezTo>
                  <a:cubicBezTo>
                    <a:pt x="26183" y="14288"/>
                    <a:pt x="25409" y="15324"/>
                    <a:pt x="24551" y="16408"/>
                  </a:cubicBezTo>
                  <a:cubicBezTo>
                    <a:pt x="23766" y="15431"/>
                    <a:pt x="22980" y="14479"/>
                    <a:pt x="22182" y="13550"/>
                  </a:cubicBezTo>
                  <a:cubicBezTo>
                    <a:pt x="22003" y="13348"/>
                    <a:pt x="21837" y="13157"/>
                    <a:pt x="21658" y="12955"/>
                  </a:cubicBezTo>
                  <a:close/>
                  <a:moveTo>
                    <a:pt x="11288" y="13336"/>
                  </a:moveTo>
                  <a:cubicBezTo>
                    <a:pt x="12145" y="14526"/>
                    <a:pt x="13074" y="15729"/>
                    <a:pt x="14026" y="16920"/>
                  </a:cubicBezTo>
                  <a:cubicBezTo>
                    <a:pt x="13074" y="18122"/>
                    <a:pt x="12145" y="19325"/>
                    <a:pt x="11288" y="20515"/>
                  </a:cubicBezTo>
                  <a:cubicBezTo>
                    <a:pt x="4775" y="19825"/>
                    <a:pt x="691" y="18313"/>
                    <a:pt x="691" y="16931"/>
                  </a:cubicBezTo>
                  <a:cubicBezTo>
                    <a:pt x="691" y="15550"/>
                    <a:pt x="4775" y="14050"/>
                    <a:pt x="11288" y="13336"/>
                  </a:cubicBezTo>
                  <a:close/>
                  <a:moveTo>
                    <a:pt x="27552" y="13312"/>
                  </a:moveTo>
                  <a:cubicBezTo>
                    <a:pt x="34160" y="14014"/>
                    <a:pt x="38339" y="15538"/>
                    <a:pt x="38339" y="16931"/>
                  </a:cubicBezTo>
                  <a:cubicBezTo>
                    <a:pt x="38327" y="18336"/>
                    <a:pt x="34231" y="19825"/>
                    <a:pt x="27730" y="20539"/>
                  </a:cubicBezTo>
                  <a:cubicBezTo>
                    <a:pt x="26849" y="19325"/>
                    <a:pt x="25909" y="18110"/>
                    <a:pt x="24944" y="16884"/>
                  </a:cubicBezTo>
                  <a:cubicBezTo>
                    <a:pt x="25861" y="15681"/>
                    <a:pt x="26730" y="14491"/>
                    <a:pt x="27552" y="13312"/>
                  </a:cubicBezTo>
                  <a:close/>
                  <a:moveTo>
                    <a:pt x="14455" y="17479"/>
                  </a:moveTo>
                  <a:cubicBezTo>
                    <a:pt x="15229" y="18455"/>
                    <a:pt x="16026" y="19408"/>
                    <a:pt x="16836" y="20337"/>
                  </a:cubicBezTo>
                  <a:cubicBezTo>
                    <a:pt x="17015" y="20539"/>
                    <a:pt x="17193" y="20730"/>
                    <a:pt x="17360" y="20932"/>
                  </a:cubicBezTo>
                  <a:cubicBezTo>
                    <a:pt x="15467" y="20896"/>
                    <a:pt x="13681" y="20777"/>
                    <a:pt x="12038" y="20622"/>
                  </a:cubicBezTo>
                  <a:cubicBezTo>
                    <a:pt x="12788" y="19610"/>
                    <a:pt x="13586" y="18551"/>
                    <a:pt x="14455" y="17479"/>
                  </a:cubicBezTo>
                  <a:close/>
                  <a:moveTo>
                    <a:pt x="24528" y="17443"/>
                  </a:moveTo>
                  <a:cubicBezTo>
                    <a:pt x="25397" y="18527"/>
                    <a:pt x="26206" y="19598"/>
                    <a:pt x="26956" y="20622"/>
                  </a:cubicBezTo>
                  <a:cubicBezTo>
                    <a:pt x="25313" y="20789"/>
                    <a:pt x="23551" y="20896"/>
                    <a:pt x="21658" y="20932"/>
                  </a:cubicBezTo>
                  <a:cubicBezTo>
                    <a:pt x="21837" y="20741"/>
                    <a:pt x="22003" y="20539"/>
                    <a:pt x="22182" y="20337"/>
                  </a:cubicBezTo>
                  <a:cubicBezTo>
                    <a:pt x="22980" y="19372"/>
                    <a:pt x="23766" y="18408"/>
                    <a:pt x="24528" y="17443"/>
                  </a:cubicBezTo>
                  <a:close/>
                  <a:moveTo>
                    <a:pt x="19515" y="12919"/>
                  </a:moveTo>
                  <a:cubicBezTo>
                    <a:pt x="19932" y="12919"/>
                    <a:pt x="20348" y="12919"/>
                    <a:pt x="20753" y="12931"/>
                  </a:cubicBezTo>
                  <a:cubicBezTo>
                    <a:pt x="21051" y="13276"/>
                    <a:pt x="21360" y="13633"/>
                    <a:pt x="21670" y="13991"/>
                  </a:cubicBezTo>
                  <a:cubicBezTo>
                    <a:pt x="22539" y="14979"/>
                    <a:pt x="23349" y="15967"/>
                    <a:pt x="24123" y="16931"/>
                  </a:cubicBezTo>
                  <a:cubicBezTo>
                    <a:pt x="23349" y="17896"/>
                    <a:pt x="22539" y="18884"/>
                    <a:pt x="21670" y="19896"/>
                  </a:cubicBezTo>
                  <a:cubicBezTo>
                    <a:pt x="21360" y="20253"/>
                    <a:pt x="21063" y="20610"/>
                    <a:pt x="20753" y="20956"/>
                  </a:cubicBezTo>
                  <a:cubicBezTo>
                    <a:pt x="20348" y="20956"/>
                    <a:pt x="19932" y="20968"/>
                    <a:pt x="19515" y="20968"/>
                  </a:cubicBezTo>
                  <a:cubicBezTo>
                    <a:pt x="19098" y="20968"/>
                    <a:pt x="18682" y="20968"/>
                    <a:pt x="18277" y="20956"/>
                  </a:cubicBezTo>
                  <a:cubicBezTo>
                    <a:pt x="17979" y="20610"/>
                    <a:pt x="17670" y="20253"/>
                    <a:pt x="17360" y="19896"/>
                  </a:cubicBezTo>
                  <a:cubicBezTo>
                    <a:pt x="16491" y="18896"/>
                    <a:pt x="15669" y="17896"/>
                    <a:pt x="14895" y="16931"/>
                  </a:cubicBezTo>
                  <a:cubicBezTo>
                    <a:pt x="15669" y="15967"/>
                    <a:pt x="16491" y="14979"/>
                    <a:pt x="17360" y="13991"/>
                  </a:cubicBezTo>
                  <a:cubicBezTo>
                    <a:pt x="17670" y="13633"/>
                    <a:pt x="17979" y="13276"/>
                    <a:pt x="18277" y="12931"/>
                  </a:cubicBezTo>
                  <a:cubicBezTo>
                    <a:pt x="18682" y="12931"/>
                    <a:pt x="19098" y="12919"/>
                    <a:pt x="19515" y="12919"/>
                  </a:cubicBezTo>
                  <a:close/>
                  <a:moveTo>
                    <a:pt x="19503" y="21623"/>
                  </a:moveTo>
                  <a:cubicBezTo>
                    <a:pt x="19638" y="21623"/>
                    <a:pt x="19784" y="21628"/>
                    <a:pt x="19926" y="21628"/>
                  </a:cubicBezTo>
                  <a:cubicBezTo>
                    <a:pt x="19997" y="21628"/>
                    <a:pt x="20067" y="21626"/>
                    <a:pt x="20134" y="21623"/>
                  </a:cubicBezTo>
                  <a:lnTo>
                    <a:pt x="20134" y="21623"/>
                  </a:lnTo>
                  <a:cubicBezTo>
                    <a:pt x="19932" y="21861"/>
                    <a:pt x="19706" y="22099"/>
                    <a:pt x="19503" y="22337"/>
                  </a:cubicBezTo>
                  <a:cubicBezTo>
                    <a:pt x="19289" y="22099"/>
                    <a:pt x="19063" y="21861"/>
                    <a:pt x="18860" y="21623"/>
                  </a:cubicBezTo>
                  <a:close/>
                  <a:moveTo>
                    <a:pt x="11597" y="21230"/>
                  </a:moveTo>
                  <a:cubicBezTo>
                    <a:pt x="13633" y="21444"/>
                    <a:pt x="15812" y="21563"/>
                    <a:pt x="17967" y="21611"/>
                  </a:cubicBezTo>
                  <a:cubicBezTo>
                    <a:pt x="18336" y="22027"/>
                    <a:pt x="18693" y="22420"/>
                    <a:pt x="19051" y="22825"/>
                  </a:cubicBezTo>
                  <a:cubicBezTo>
                    <a:pt x="12871" y="29552"/>
                    <a:pt x="7978" y="33136"/>
                    <a:pt x="6287" y="33136"/>
                  </a:cubicBezTo>
                  <a:cubicBezTo>
                    <a:pt x="6001" y="33136"/>
                    <a:pt x="5882" y="33041"/>
                    <a:pt x="5823" y="32957"/>
                  </a:cubicBezTo>
                  <a:cubicBezTo>
                    <a:pt x="5037" y="31933"/>
                    <a:pt x="7204" y="27326"/>
                    <a:pt x="11597" y="21230"/>
                  </a:cubicBezTo>
                  <a:close/>
                  <a:moveTo>
                    <a:pt x="27397" y="21230"/>
                  </a:moveTo>
                  <a:cubicBezTo>
                    <a:pt x="31790" y="27338"/>
                    <a:pt x="33969" y="31945"/>
                    <a:pt x="33195" y="32957"/>
                  </a:cubicBezTo>
                  <a:cubicBezTo>
                    <a:pt x="33136" y="33041"/>
                    <a:pt x="33029" y="33136"/>
                    <a:pt x="32731" y="33136"/>
                  </a:cubicBezTo>
                  <a:cubicBezTo>
                    <a:pt x="31028" y="33136"/>
                    <a:pt x="26147" y="29552"/>
                    <a:pt x="19979" y="22837"/>
                  </a:cubicBezTo>
                  <a:cubicBezTo>
                    <a:pt x="20337" y="22444"/>
                    <a:pt x="20706" y="22027"/>
                    <a:pt x="21063" y="21611"/>
                  </a:cubicBezTo>
                  <a:cubicBezTo>
                    <a:pt x="23218" y="21563"/>
                    <a:pt x="25373" y="21444"/>
                    <a:pt x="27397" y="21230"/>
                  </a:cubicBezTo>
                  <a:close/>
                  <a:moveTo>
                    <a:pt x="32874" y="1"/>
                  </a:moveTo>
                  <a:cubicBezTo>
                    <a:pt x="30850" y="1"/>
                    <a:pt x="25123" y="4597"/>
                    <a:pt x="19515" y="10562"/>
                  </a:cubicBezTo>
                  <a:cubicBezTo>
                    <a:pt x="13693" y="4251"/>
                    <a:pt x="8466" y="60"/>
                    <a:pt x="6263" y="60"/>
                  </a:cubicBezTo>
                  <a:cubicBezTo>
                    <a:pt x="5728" y="60"/>
                    <a:pt x="5430" y="298"/>
                    <a:pt x="5263" y="501"/>
                  </a:cubicBezTo>
                  <a:cubicBezTo>
                    <a:pt x="4108" y="2025"/>
                    <a:pt x="6799" y="7097"/>
                    <a:pt x="10823" y="12717"/>
                  </a:cubicBezTo>
                  <a:cubicBezTo>
                    <a:pt x="4763" y="13407"/>
                    <a:pt x="1" y="14848"/>
                    <a:pt x="1" y="16943"/>
                  </a:cubicBezTo>
                  <a:cubicBezTo>
                    <a:pt x="1" y="19051"/>
                    <a:pt x="4763" y="20480"/>
                    <a:pt x="10823" y="21170"/>
                  </a:cubicBezTo>
                  <a:cubicBezTo>
                    <a:pt x="6775" y="26826"/>
                    <a:pt x="4132" y="31910"/>
                    <a:pt x="5263" y="33398"/>
                  </a:cubicBezTo>
                  <a:cubicBezTo>
                    <a:pt x="5418" y="33600"/>
                    <a:pt x="5716" y="33838"/>
                    <a:pt x="6263" y="33838"/>
                  </a:cubicBezTo>
                  <a:cubicBezTo>
                    <a:pt x="8466" y="33838"/>
                    <a:pt x="13729" y="29683"/>
                    <a:pt x="19515" y="23361"/>
                  </a:cubicBezTo>
                  <a:cubicBezTo>
                    <a:pt x="25313" y="29659"/>
                    <a:pt x="30528" y="33838"/>
                    <a:pt x="32731" y="33838"/>
                  </a:cubicBezTo>
                  <a:cubicBezTo>
                    <a:pt x="33267" y="33838"/>
                    <a:pt x="33564" y="33600"/>
                    <a:pt x="33731" y="33398"/>
                  </a:cubicBezTo>
                  <a:cubicBezTo>
                    <a:pt x="34886" y="31874"/>
                    <a:pt x="32195" y="26802"/>
                    <a:pt x="28171" y="21170"/>
                  </a:cubicBezTo>
                  <a:cubicBezTo>
                    <a:pt x="34231" y="20480"/>
                    <a:pt x="38994" y="19051"/>
                    <a:pt x="38994" y="16931"/>
                  </a:cubicBezTo>
                  <a:cubicBezTo>
                    <a:pt x="38994" y="14800"/>
                    <a:pt x="34124" y="13360"/>
                    <a:pt x="27968" y="12693"/>
                  </a:cubicBezTo>
                  <a:cubicBezTo>
                    <a:pt x="31969" y="6799"/>
                    <a:pt x="34410" y="1680"/>
                    <a:pt x="33767" y="608"/>
                  </a:cubicBezTo>
                  <a:cubicBezTo>
                    <a:pt x="33564" y="263"/>
                    <a:pt x="33326" y="1"/>
                    <a:pt x="32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06"/>
            <p:cNvSpPr/>
            <p:nvPr/>
          </p:nvSpPr>
          <p:spPr>
            <a:xfrm>
              <a:off x="869450" y="1220525"/>
              <a:ext cx="130975" cy="130975"/>
            </a:xfrm>
            <a:custGeom>
              <a:rect b="b" l="l" r="r" t="t"/>
              <a:pathLst>
                <a:path extrusionOk="0" h="5239" w="5239">
                  <a:moveTo>
                    <a:pt x="2620" y="0"/>
                  </a:moveTo>
                  <a:cubicBezTo>
                    <a:pt x="1179" y="0"/>
                    <a:pt x="0" y="1179"/>
                    <a:pt x="0" y="2620"/>
                  </a:cubicBezTo>
                  <a:cubicBezTo>
                    <a:pt x="0" y="4060"/>
                    <a:pt x="1179" y="5239"/>
                    <a:pt x="2620" y="5239"/>
                  </a:cubicBezTo>
                  <a:cubicBezTo>
                    <a:pt x="4072" y="5239"/>
                    <a:pt x="5239" y="4072"/>
                    <a:pt x="5239" y="2620"/>
                  </a:cubicBezTo>
                  <a:cubicBezTo>
                    <a:pt x="5239" y="1179"/>
                    <a:pt x="4072" y="0"/>
                    <a:pt x="26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06"/>
            <p:cNvSpPr/>
            <p:nvPr/>
          </p:nvSpPr>
          <p:spPr>
            <a:xfrm>
              <a:off x="1353125" y="1430950"/>
              <a:ext cx="139925" cy="139925"/>
            </a:xfrm>
            <a:custGeom>
              <a:rect b="b" l="l" r="r" t="t"/>
              <a:pathLst>
                <a:path extrusionOk="0" h="5597" w="5597">
                  <a:moveTo>
                    <a:pt x="2799" y="1"/>
                  </a:moveTo>
                  <a:cubicBezTo>
                    <a:pt x="1251" y="1"/>
                    <a:pt x="1" y="1251"/>
                    <a:pt x="1" y="2799"/>
                  </a:cubicBezTo>
                  <a:cubicBezTo>
                    <a:pt x="1" y="4347"/>
                    <a:pt x="1251" y="5597"/>
                    <a:pt x="2799" y="5597"/>
                  </a:cubicBezTo>
                  <a:cubicBezTo>
                    <a:pt x="4347" y="5597"/>
                    <a:pt x="5597" y="4347"/>
                    <a:pt x="5597" y="2799"/>
                  </a:cubicBezTo>
                  <a:cubicBezTo>
                    <a:pt x="5597" y="1251"/>
                    <a:pt x="4335" y="1"/>
                    <a:pt x="27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06"/>
            <p:cNvSpPr/>
            <p:nvPr/>
          </p:nvSpPr>
          <p:spPr>
            <a:xfrm>
              <a:off x="859925" y="1755400"/>
              <a:ext cx="159850" cy="139925"/>
            </a:xfrm>
            <a:custGeom>
              <a:rect b="b" l="l" r="r" t="t"/>
              <a:pathLst>
                <a:path extrusionOk="0" h="5597" w="6394">
                  <a:moveTo>
                    <a:pt x="3193" y="0"/>
                  </a:moveTo>
                  <a:cubicBezTo>
                    <a:pt x="2691" y="0"/>
                    <a:pt x="2183" y="135"/>
                    <a:pt x="1727" y="417"/>
                  </a:cubicBezTo>
                  <a:cubicBezTo>
                    <a:pt x="405" y="1227"/>
                    <a:pt x="0" y="2953"/>
                    <a:pt x="822" y="4263"/>
                  </a:cubicBezTo>
                  <a:cubicBezTo>
                    <a:pt x="1349" y="5125"/>
                    <a:pt x="2267" y="5596"/>
                    <a:pt x="3204" y="5596"/>
                  </a:cubicBezTo>
                  <a:cubicBezTo>
                    <a:pt x="3705" y="5596"/>
                    <a:pt x="4211" y="5462"/>
                    <a:pt x="4667" y="5180"/>
                  </a:cubicBezTo>
                  <a:cubicBezTo>
                    <a:pt x="5977" y="4358"/>
                    <a:pt x="6394" y="2644"/>
                    <a:pt x="5572" y="1322"/>
                  </a:cubicBezTo>
                  <a:cubicBezTo>
                    <a:pt x="5045" y="469"/>
                    <a:pt x="4129" y="0"/>
                    <a:pt x="31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9_1_1">
    <p:spTree>
      <p:nvGrpSpPr>
        <p:cNvPr id="1533" name="Shape 1533"/>
        <p:cNvGrpSpPr/>
        <p:nvPr/>
      </p:nvGrpSpPr>
      <p:grpSpPr>
        <a:xfrm>
          <a:off x="0" y="0"/>
          <a:ext cx="0" cy="0"/>
          <a:chOff x="0" y="0"/>
          <a:chExt cx="0" cy="0"/>
        </a:xfrm>
      </p:grpSpPr>
      <p:sp>
        <p:nvSpPr>
          <p:cNvPr id="1534" name="Google Shape;1534;p107"/>
          <p:cNvSpPr/>
          <p:nvPr/>
        </p:nvSpPr>
        <p:spPr>
          <a:xfrm rot="10800000">
            <a:off x="3775362"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07"/>
          <p:cNvSpPr txBox="1"/>
          <p:nvPr>
            <p:ph idx="1" type="subTitle"/>
          </p:nvPr>
        </p:nvSpPr>
        <p:spPr>
          <a:xfrm>
            <a:off x="2485050" y="2537338"/>
            <a:ext cx="4103100" cy="101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536" name="Google Shape;1536;p107"/>
          <p:cNvSpPr txBox="1"/>
          <p:nvPr>
            <p:ph type="title"/>
          </p:nvPr>
        </p:nvSpPr>
        <p:spPr>
          <a:xfrm>
            <a:off x="2485100" y="1401588"/>
            <a:ext cx="4103100" cy="1293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3400"/>
              <a:buNone/>
              <a:defRPr sz="7200"/>
            </a:lvl1pPr>
            <a:lvl2pPr lvl="1" rtl="0">
              <a:spcBef>
                <a:spcPts val="0"/>
              </a:spcBef>
              <a:spcAft>
                <a:spcPts val="0"/>
              </a:spcAft>
              <a:buClr>
                <a:schemeClr val="accent2"/>
              </a:buClr>
              <a:buSzPts val="3400"/>
              <a:buNone/>
              <a:defRPr>
                <a:solidFill>
                  <a:schemeClr val="accent2"/>
                </a:solidFill>
              </a:defRPr>
            </a:lvl2pPr>
            <a:lvl3pPr lvl="2" rtl="0">
              <a:spcBef>
                <a:spcPts val="0"/>
              </a:spcBef>
              <a:spcAft>
                <a:spcPts val="0"/>
              </a:spcAft>
              <a:buClr>
                <a:schemeClr val="accent2"/>
              </a:buClr>
              <a:buSzPts val="3400"/>
              <a:buNone/>
              <a:defRPr>
                <a:solidFill>
                  <a:schemeClr val="accent2"/>
                </a:solidFill>
              </a:defRPr>
            </a:lvl3pPr>
            <a:lvl4pPr lvl="3" rtl="0">
              <a:spcBef>
                <a:spcPts val="0"/>
              </a:spcBef>
              <a:spcAft>
                <a:spcPts val="0"/>
              </a:spcAft>
              <a:buClr>
                <a:schemeClr val="accent2"/>
              </a:buClr>
              <a:buSzPts val="3400"/>
              <a:buNone/>
              <a:defRPr>
                <a:solidFill>
                  <a:schemeClr val="accent2"/>
                </a:solidFill>
              </a:defRPr>
            </a:lvl4pPr>
            <a:lvl5pPr lvl="4" rtl="0">
              <a:spcBef>
                <a:spcPts val="0"/>
              </a:spcBef>
              <a:spcAft>
                <a:spcPts val="0"/>
              </a:spcAft>
              <a:buClr>
                <a:schemeClr val="accent2"/>
              </a:buClr>
              <a:buSzPts val="3400"/>
              <a:buNone/>
              <a:defRPr>
                <a:solidFill>
                  <a:schemeClr val="accent2"/>
                </a:solidFill>
              </a:defRPr>
            </a:lvl5pPr>
            <a:lvl6pPr lvl="5" rtl="0">
              <a:spcBef>
                <a:spcPts val="0"/>
              </a:spcBef>
              <a:spcAft>
                <a:spcPts val="0"/>
              </a:spcAft>
              <a:buClr>
                <a:schemeClr val="accent2"/>
              </a:buClr>
              <a:buSzPts val="3400"/>
              <a:buNone/>
              <a:defRPr>
                <a:solidFill>
                  <a:schemeClr val="accent2"/>
                </a:solidFill>
              </a:defRPr>
            </a:lvl6pPr>
            <a:lvl7pPr lvl="6" rtl="0">
              <a:spcBef>
                <a:spcPts val="0"/>
              </a:spcBef>
              <a:spcAft>
                <a:spcPts val="0"/>
              </a:spcAft>
              <a:buClr>
                <a:schemeClr val="accent2"/>
              </a:buClr>
              <a:buSzPts val="3400"/>
              <a:buNone/>
              <a:defRPr>
                <a:solidFill>
                  <a:schemeClr val="accent2"/>
                </a:solidFill>
              </a:defRPr>
            </a:lvl7pPr>
            <a:lvl8pPr lvl="7" rtl="0">
              <a:spcBef>
                <a:spcPts val="0"/>
              </a:spcBef>
              <a:spcAft>
                <a:spcPts val="0"/>
              </a:spcAft>
              <a:buClr>
                <a:schemeClr val="accent2"/>
              </a:buClr>
              <a:buSzPts val="3400"/>
              <a:buNone/>
              <a:defRPr>
                <a:solidFill>
                  <a:schemeClr val="accent2"/>
                </a:solidFill>
              </a:defRPr>
            </a:lvl8pPr>
            <a:lvl9pPr lvl="8" rtl="0">
              <a:spcBef>
                <a:spcPts val="0"/>
              </a:spcBef>
              <a:spcAft>
                <a:spcPts val="0"/>
              </a:spcAft>
              <a:buClr>
                <a:schemeClr val="accent2"/>
              </a:buClr>
              <a:buSzPts val="3400"/>
              <a:buNone/>
              <a:defRPr>
                <a:solidFill>
                  <a:schemeClr val="accent2"/>
                </a:solidFill>
              </a:defRPr>
            </a:lvl9pPr>
          </a:lstStyle>
          <a:p/>
        </p:txBody>
      </p:sp>
      <p:sp>
        <p:nvSpPr>
          <p:cNvPr id="1537" name="Google Shape;1537;p107"/>
          <p:cNvSpPr/>
          <p:nvPr/>
        </p:nvSpPr>
        <p:spPr>
          <a:xfrm flipH="1">
            <a:off x="7108274" y="4064725"/>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07"/>
          <p:cNvSpPr/>
          <p:nvPr/>
        </p:nvSpPr>
        <p:spPr>
          <a:xfrm>
            <a:off x="231224" y="1959700"/>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07"/>
          <p:cNvSpPr/>
          <p:nvPr/>
        </p:nvSpPr>
        <p:spPr>
          <a:xfrm>
            <a:off x="-491820" y="-391502"/>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ONLY_1_1">
    <p:spTree>
      <p:nvGrpSpPr>
        <p:cNvPr id="1540" name="Shape 1540"/>
        <p:cNvGrpSpPr/>
        <p:nvPr/>
      </p:nvGrpSpPr>
      <p:grpSpPr>
        <a:xfrm>
          <a:off x="0" y="0"/>
          <a:ext cx="0" cy="0"/>
          <a:chOff x="0" y="0"/>
          <a:chExt cx="0" cy="0"/>
        </a:xfrm>
      </p:grpSpPr>
      <p:sp>
        <p:nvSpPr>
          <p:cNvPr id="1541" name="Google Shape;1541;p108"/>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542" name="Google Shape;1542;p108"/>
          <p:cNvSpPr txBox="1"/>
          <p:nvPr>
            <p:ph idx="1" type="subTitle"/>
          </p:nvPr>
        </p:nvSpPr>
        <p:spPr>
          <a:xfrm>
            <a:off x="1580550"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543" name="Google Shape;1543;p108"/>
          <p:cNvSpPr txBox="1"/>
          <p:nvPr>
            <p:ph idx="2" type="subTitle"/>
          </p:nvPr>
        </p:nvSpPr>
        <p:spPr>
          <a:xfrm>
            <a:off x="5021538"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544" name="Google Shape;1544;p108"/>
          <p:cNvSpPr txBox="1"/>
          <p:nvPr>
            <p:ph idx="3" type="title"/>
          </p:nvPr>
        </p:nvSpPr>
        <p:spPr>
          <a:xfrm>
            <a:off x="1580550"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545" name="Google Shape;1545;p108"/>
          <p:cNvSpPr txBox="1"/>
          <p:nvPr>
            <p:ph idx="4" type="title"/>
          </p:nvPr>
        </p:nvSpPr>
        <p:spPr>
          <a:xfrm>
            <a:off x="5021538"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546" name="Google Shape;1546;p108"/>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7" name="Google Shape;1547;p108"/>
          <p:cNvGrpSpPr/>
          <p:nvPr/>
        </p:nvGrpSpPr>
        <p:grpSpPr>
          <a:xfrm>
            <a:off x="278749" y="1353426"/>
            <a:ext cx="331557" cy="331557"/>
            <a:chOff x="3796125" y="-35750"/>
            <a:chExt cx="773400" cy="773400"/>
          </a:xfrm>
        </p:grpSpPr>
        <p:sp>
          <p:nvSpPr>
            <p:cNvPr id="1548" name="Google Shape;1548;p10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0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0" name="Google Shape;1550;p108"/>
          <p:cNvGrpSpPr/>
          <p:nvPr/>
        </p:nvGrpSpPr>
        <p:grpSpPr>
          <a:xfrm>
            <a:off x="8533724" y="3505326"/>
            <a:ext cx="331557" cy="331557"/>
            <a:chOff x="3796125" y="-35750"/>
            <a:chExt cx="773400" cy="773400"/>
          </a:xfrm>
        </p:grpSpPr>
        <p:sp>
          <p:nvSpPr>
            <p:cNvPr id="1551" name="Google Shape;1551;p10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0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3" name="Google Shape;1553;p108"/>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08"/>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08"/>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08"/>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7" name="Google Shape;1557;p108"/>
          <p:cNvGrpSpPr/>
          <p:nvPr/>
        </p:nvGrpSpPr>
        <p:grpSpPr>
          <a:xfrm>
            <a:off x="-171691" y="2850450"/>
            <a:ext cx="1577723" cy="893906"/>
            <a:chOff x="3467026" y="90021"/>
            <a:chExt cx="2493241" cy="1412619"/>
          </a:xfrm>
        </p:grpSpPr>
        <p:grpSp>
          <p:nvGrpSpPr>
            <p:cNvPr id="1558" name="Google Shape;1558;p108"/>
            <p:cNvGrpSpPr/>
            <p:nvPr/>
          </p:nvGrpSpPr>
          <p:grpSpPr>
            <a:xfrm>
              <a:off x="3467026" y="259199"/>
              <a:ext cx="835891" cy="835891"/>
              <a:chOff x="3796125" y="-35750"/>
              <a:chExt cx="773400" cy="773400"/>
            </a:xfrm>
          </p:grpSpPr>
          <p:sp>
            <p:nvSpPr>
              <p:cNvPr id="1559" name="Google Shape;1559;p10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0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61" name="Google Shape;1561;p108"/>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562" name="Google Shape;1562;p108"/>
            <p:cNvGrpSpPr/>
            <p:nvPr/>
          </p:nvGrpSpPr>
          <p:grpSpPr>
            <a:xfrm>
              <a:off x="4724445" y="90021"/>
              <a:ext cx="576724" cy="576724"/>
              <a:chOff x="3796125" y="-35750"/>
              <a:chExt cx="773400" cy="773400"/>
            </a:xfrm>
          </p:grpSpPr>
          <p:sp>
            <p:nvSpPr>
              <p:cNvPr id="1563" name="Google Shape;1563;p10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0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65" name="Google Shape;1565;p108"/>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566" name="Google Shape;1566;p108"/>
            <p:cNvGrpSpPr/>
            <p:nvPr/>
          </p:nvGrpSpPr>
          <p:grpSpPr>
            <a:xfrm>
              <a:off x="5124376" y="666749"/>
              <a:ext cx="835891" cy="835891"/>
              <a:chOff x="3796125" y="-35750"/>
              <a:chExt cx="773400" cy="773400"/>
            </a:xfrm>
          </p:grpSpPr>
          <p:sp>
            <p:nvSpPr>
              <p:cNvPr id="1567" name="Google Shape;1567;p10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0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69" name="Google Shape;1569;p108"/>
          <p:cNvGrpSpPr/>
          <p:nvPr/>
        </p:nvGrpSpPr>
        <p:grpSpPr>
          <a:xfrm flipH="1" rot="10800000">
            <a:off x="7944681" y="1412600"/>
            <a:ext cx="1413169" cy="800673"/>
            <a:chOff x="3467026" y="90021"/>
            <a:chExt cx="2493241" cy="1412619"/>
          </a:xfrm>
        </p:grpSpPr>
        <p:grpSp>
          <p:nvGrpSpPr>
            <p:cNvPr id="1570" name="Google Shape;1570;p108"/>
            <p:cNvGrpSpPr/>
            <p:nvPr/>
          </p:nvGrpSpPr>
          <p:grpSpPr>
            <a:xfrm>
              <a:off x="3467026" y="259199"/>
              <a:ext cx="835891" cy="835891"/>
              <a:chOff x="3796125" y="-35750"/>
              <a:chExt cx="773400" cy="773400"/>
            </a:xfrm>
          </p:grpSpPr>
          <p:sp>
            <p:nvSpPr>
              <p:cNvPr id="1571" name="Google Shape;1571;p10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08"/>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73" name="Google Shape;1573;p108"/>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574" name="Google Shape;1574;p108"/>
            <p:cNvGrpSpPr/>
            <p:nvPr/>
          </p:nvGrpSpPr>
          <p:grpSpPr>
            <a:xfrm>
              <a:off x="4724445" y="90021"/>
              <a:ext cx="576724" cy="576724"/>
              <a:chOff x="3796125" y="-35750"/>
              <a:chExt cx="773400" cy="773400"/>
            </a:xfrm>
          </p:grpSpPr>
          <p:sp>
            <p:nvSpPr>
              <p:cNvPr id="1575" name="Google Shape;1575;p10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08"/>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77" name="Google Shape;1577;p108"/>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578" name="Google Shape;1578;p108"/>
            <p:cNvGrpSpPr/>
            <p:nvPr/>
          </p:nvGrpSpPr>
          <p:grpSpPr>
            <a:xfrm>
              <a:off x="5124376" y="666749"/>
              <a:ext cx="835891" cy="835891"/>
              <a:chOff x="3796125" y="-35750"/>
              <a:chExt cx="773400" cy="773400"/>
            </a:xfrm>
          </p:grpSpPr>
          <p:sp>
            <p:nvSpPr>
              <p:cNvPr id="1579" name="Google Shape;1579;p10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08"/>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81" name="Google Shape;1581;p108"/>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IG_NUMBER_1">
    <p:spTree>
      <p:nvGrpSpPr>
        <p:cNvPr id="1582" name="Shape 1582"/>
        <p:cNvGrpSpPr/>
        <p:nvPr/>
      </p:nvGrpSpPr>
      <p:grpSpPr>
        <a:xfrm>
          <a:off x="0" y="0"/>
          <a:ext cx="0" cy="0"/>
          <a:chOff x="0" y="0"/>
          <a:chExt cx="0" cy="0"/>
        </a:xfrm>
      </p:grpSpPr>
      <p:sp>
        <p:nvSpPr>
          <p:cNvPr id="1583" name="Google Shape;1583;p109"/>
          <p:cNvSpPr txBox="1"/>
          <p:nvPr>
            <p:ph hasCustomPrompt="1" type="title"/>
          </p:nvPr>
        </p:nvSpPr>
        <p:spPr>
          <a:xfrm>
            <a:off x="3541350" y="279233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584" name="Google Shape;1584;p109"/>
          <p:cNvSpPr txBox="1"/>
          <p:nvPr>
            <p:ph idx="1" type="subTitle"/>
          </p:nvPr>
        </p:nvSpPr>
        <p:spPr>
          <a:xfrm>
            <a:off x="3542850" y="3302623"/>
            <a:ext cx="20583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585" name="Google Shape;1585;p109"/>
          <p:cNvSpPr txBox="1"/>
          <p:nvPr>
            <p:ph hasCustomPrompt="1" idx="2" type="title"/>
          </p:nvPr>
        </p:nvSpPr>
        <p:spPr>
          <a:xfrm>
            <a:off x="1329450" y="131098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586" name="Google Shape;1586;p109"/>
          <p:cNvSpPr txBox="1"/>
          <p:nvPr>
            <p:ph idx="3" type="subTitle"/>
          </p:nvPr>
        </p:nvSpPr>
        <p:spPr>
          <a:xfrm>
            <a:off x="1332569" y="1821272"/>
            <a:ext cx="2058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587" name="Google Shape;1587;p109"/>
          <p:cNvSpPr txBox="1"/>
          <p:nvPr>
            <p:ph hasCustomPrompt="1" idx="4" type="title"/>
          </p:nvPr>
        </p:nvSpPr>
        <p:spPr>
          <a:xfrm>
            <a:off x="5754900" y="1310986"/>
            <a:ext cx="20580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1588" name="Google Shape;1588;p109"/>
          <p:cNvSpPr txBox="1"/>
          <p:nvPr>
            <p:ph idx="5" type="subTitle"/>
          </p:nvPr>
        </p:nvSpPr>
        <p:spPr>
          <a:xfrm>
            <a:off x="5756400" y="1821273"/>
            <a:ext cx="2055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589" name="Google Shape;1589;p109"/>
          <p:cNvSpPr/>
          <p:nvPr/>
        </p:nvSpPr>
        <p:spPr>
          <a:xfrm>
            <a:off x="241120" y="3438825"/>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09"/>
          <p:cNvSpPr/>
          <p:nvPr/>
        </p:nvSpPr>
        <p:spPr>
          <a:xfrm>
            <a:off x="7021495" y="-223000"/>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BIG_NUMBER_1_1">
    <p:spTree>
      <p:nvGrpSpPr>
        <p:cNvPr id="1591" name="Shape 1591"/>
        <p:cNvGrpSpPr/>
        <p:nvPr/>
      </p:nvGrpSpPr>
      <p:grpSpPr>
        <a:xfrm>
          <a:off x="0" y="0"/>
          <a:ext cx="0" cy="0"/>
          <a:chOff x="0" y="0"/>
          <a:chExt cx="0" cy="0"/>
        </a:xfrm>
      </p:grpSpPr>
      <p:sp>
        <p:nvSpPr>
          <p:cNvPr id="1592" name="Google Shape;1592;p110"/>
          <p:cNvSpPr txBox="1"/>
          <p:nvPr>
            <p:ph idx="1" type="subTitle"/>
          </p:nvPr>
        </p:nvSpPr>
        <p:spPr>
          <a:xfrm>
            <a:off x="16801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593" name="Google Shape;1593;p110"/>
          <p:cNvSpPr txBox="1"/>
          <p:nvPr>
            <p:ph idx="2" type="subTitle"/>
          </p:nvPr>
        </p:nvSpPr>
        <p:spPr>
          <a:xfrm>
            <a:off x="49328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594" name="Google Shape;1594;p110"/>
          <p:cNvSpPr txBox="1"/>
          <p:nvPr>
            <p:ph type="title"/>
          </p:nvPr>
        </p:nvSpPr>
        <p:spPr>
          <a:xfrm>
            <a:off x="16840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595" name="Google Shape;1595;p110"/>
          <p:cNvSpPr txBox="1"/>
          <p:nvPr>
            <p:ph idx="3" type="title"/>
          </p:nvPr>
        </p:nvSpPr>
        <p:spPr>
          <a:xfrm>
            <a:off x="49328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596" name="Google Shape;1596;p110"/>
          <p:cNvSpPr txBox="1"/>
          <p:nvPr>
            <p:ph hasCustomPrompt="1" idx="4" type="title"/>
          </p:nvPr>
        </p:nvSpPr>
        <p:spPr>
          <a:xfrm>
            <a:off x="2345137"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597" name="Google Shape;1597;p110"/>
          <p:cNvSpPr txBox="1"/>
          <p:nvPr>
            <p:ph hasCustomPrompt="1" idx="5" type="title"/>
          </p:nvPr>
        </p:nvSpPr>
        <p:spPr>
          <a:xfrm>
            <a:off x="5595856"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598" name="Google Shape;1598;p110"/>
          <p:cNvSpPr txBox="1"/>
          <p:nvPr>
            <p:ph idx="6"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599" name="Google Shape;1599;p110"/>
          <p:cNvSpPr/>
          <p:nvPr/>
        </p:nvSpPr>
        <p:spPr>
          <a:xfrm flipH="1">
            <a:off x="7083841" y="3757799"/>
            <a:ext cx="2877559" cy="1385750"/>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10"/>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10"/>
          <p:cNvSpPr/>
          <p:nvPr/>
        </p:nvSpPr>
        <p:spPr>
          <a:xfrm flipH="1">
            <a:off x="8542839" y="72032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BIG_NUMBER_1_1_1">
    <p:spTree>
      <p:nvGrpSpPr>
        <p:cNvPr id="1602" name="Shape 1602"/>
        <p:cNvGrpSpPr/>
        <p:nvPr/>
      </p:nvGrpSpPr>
      <p:grpSpPr>
        <a:xfrm>
          <a:off x="0" y="0"/>
          <a:ext cx="0" cy="0"/>
          <a:chOff x="0" y="0"/>
          <a:chExt cx="0" cy="0"/>
        </a:xfrm>
      </p:grpSpPr>
      <p:sp>
        <p:nvSpPr>
          <p:cNvPr id="1603" name="Google Shape;1603;p111"/>
          <p:cNvSpPr txBox="1"/>
          <p:nvPr>
            <p:ph idx="1" type="subTitle"/>
          </p:nvPr>
        </p:nvSpPr>
        <p:spPr>
          <a:xfrm>
            <a:off x="713100" y="3927299"/>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604" name="Google Shape;1604;p111"/>
          <p:cNvSpPr txBox="1"/>
          <p:nvPr>
            <p:ph type="title"/>
          </p:nvPr>
        </p:nvSpPr>
        <p:spPr>
          <a:xfrm>
            <a:off x="713100" y="3475343"/>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605" name="Google Shape;1605;p111"/>
          <p:cNvSpPr txBox="1"/>
          <p:nvPr>
            <p:ph hasCustomPrompt="1" idx="2" type="title"/>
          </p:nvPr>
        </p:nvSpPr>
        <p:spPr>
          <a:xfrm>
            <a:off x="1325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606" name="Google Shape;1606;p111"/>
          <p:cNvSpPr txBox="1"/>
          <p:nvPr>
            <p:ph idx="3" type="subTitle"/>
          </p:nvPr>
        </p:nvSpPr>
        <p:spPr>
          <a:xfrm>
            <a:off x="33696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607" name="Google Shape;1607;p111"/>
          <p:cNvSpPr txBox="1"/>
          <p:nvPr>
            <p:ph idx="4" type="title"/>
          </p:nvPr>
        </p:nvSpPr>
        <p:spPr>
          <a:xfrm>
            <a:off x="33696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608" name="Google Shape;1608;p111"/>
          <p:cNvSpPr txBox="1"/>
          <p:nvPr>
            <p:ph idx="5" type="subTitle"/>
          </p:nvPr>
        </p:nvSpPr>
        <p:spPr>
          <a:xfrm>
            <a:off x="60261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609" name="Google Shape;1609;p111"/>
          <p:cNvSpPr txBox="1"/>
          <p:nvPr>
            <p:ph idx="6" type="title"/>
          </p:nvPr>
        </p:nvSpPr>
        <p:spPr>
          <a:xfrm>
            <a:off x="60261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610" name="Google Shape;1610;p111"/>
          <p:cNvSpPr txBox="1"/>
          <p:nvPr>
            <p:ph hasCustomPrompt="1" idx="7" type="title"/>
          </p:nvPr>
        </p:nvSpPr>
        <p:spPr>
          <a:xfrm>
            <a:off x="39819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611" name="Google Shape;1611;p111"/>
          <p:cNvSpPr txBox="1"/>
          <p:nvPr>
            <p:ph hasCustomPrompt="1" idx="8" type="title"/>
          </p:nvPr>
        </p:nvSpPr>
        <p:spPr>
          <a:xfrm>
            <a:off x="6638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1612" name="Google Shape;1612;p111"/>
          <p:cNvSpPr txBox="1"/>
          <p:nvPr>
            <p:ph idx="9"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1613" name="Google Shape;1613;p111"/>
          <p:cNvGrpSpPr/>
          <p:nvPr/>
        </p:nvGrpSpPr>
        <p:grpSpPr>
          <a:xfrm rot="1458948">
            <a:off x="8750200" y="3780263"/>
            <a:ext cx="563060" cy="1364873"/>
            <a:chOff x="2541375" y="3220475"/>
            <a:chExt cx="427450" cy="1036150"/>
          </a:xfrm>
        </p:grpSpPr>
        <p:sp>
          <p:nvSpPr>
            <p:cNvPr id="1614" name="Google Shape;1614;p111"/>
            <p:cNvSpPr/>
            <p:nvPr/>
          </p:nvSpPr>
          <p:spPr>
            <a:xfrm>
              <a:off x="2541375" y="3220475"/>
              <a:ext cx="427450" cy="1035850"/>
            </a:xfrm>
            <a:custGeom>
              <a:rect b="b" l="l" r="r" t="t"/>
              <a:pathLst>
                <a:path extrusionOk="0" h="41434" w="17098">
                  <a:moveTo>
                    <a:pt x="2715" y="0"/>
                  </a:moveTo>
                  <a:cubicBezTo>
                    <a:pt x="1215" y="0"/>
                    <a:pt x="1" y="1215"/>
                    <a:pt x="1" y="2727"/>
                  </a:cubicBezTo>
                  <a:lnTo>
                    <a:pt x="1" y="38707"/>
                  </a:lnTo>
                  <a:cubicBezTo>
                    <a:pt x="1" y="40219"/>
                    <a:pt x="1215" y="41434"/>
                    <a:pt x="2715" y="41434"/>
                  </a:cubicBezTo>
                  <a:lnTo>
                    <a:pt x="14371" y="41434"/>
                  </a:lnTo>
                  <a:cubicBezTo>
                    <a:pt x="15860" y="41434"/>
                    <a:pt x="17086" y="40219"/>
                    <a:pt x="17098" y="38731"/>
                  </a:cubicBezTo>
                  <a:lnTo>
                    <a:pt x="17098" y="2727"/>
                  </a:lnTo>
                  <a:cubicBezTo>
                    <a:pt x="17098" y="1226"/>
                    <a:pt x="15872" y="0"/>
                    <a:pt x="143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11"/>
            <p:cNvSpPr/>
            <p:nvPr/>
          </p:nvSpPr>
          <p:spPr>
            <a:xfrm>
              <a:off x="2541375" y="3636600"/>
              <a:ext cx="427450" cy="620025"/>
            </a:xfrm>
            <a:custGeom>
              <a:rect b="b" l="l" r="r" t="t"/>
              <a:pathLst>
                <a:path extrusionOk="0" h="24801" w="17098">
                  <a:moveTo>
                    <a:pt x="17098" y="0"/>
                  </a:moveTo>
                  <a:cubicBezTo>
                    <a:pt x="11371" y="2322"/>
                    <a:pt x="5620" y="4584"/>
                    <a:pt x="1" y="7060"/>
                  </a:cubicBezTo>
                  <a:lnTo>
                    <a:pt x="1" y="22086"/>
                  </a:lnTo>
                  <a:cubicBezTo>
                    <a:pt x="1" y="23586"/>
                    <a:pt x="1215" y="24801"/>
                    <a:pt x="2715" y="24801"/>
                  </a:cubicBezTo>
                  <a:lnTo>
                    <a:pt x="14371" y="24801"/>
                  </a:lnTo>
                  <a:cubicBezTo>
                    <a:pt x="15872" y="24801"/>
                    <a:pt x="17098" y="23586"/>
                    <a:pt x="17098" y="22086"/>
                  </a:cubicBezTo>
                  <a:lnTo>
                    <a:pt x="170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11"/>
            <p:cNvSpPr/>
            <p:nvPr/>
          </p:nvSpPr>
          <p:spPr>
            <a:xfrm>
              <a:off x="2664300" y="3334775"/>
              <a:ext cx="181000" cy="796850"/>
            </a:xfrm>
            <a:custGeom>
              <a:rect b="b" l="l" r="r" t="t"/>
              <a:pathLst>
                <a:path extrusionOk="0" h="31874" w="7240">
                  <a:moveTo>
                    <a:pt x="2465" y="0"/>
                  </a:moveTo>
                  <a:lnTo>
                    <a:pt x="2465" y="24837"/>
                  </a:lnTo>
                  <a:cubicBezTo>
                    <a:pt x="1037" y="25313"/>
                    <a:pt x="1" y="26670"/>
                    <a:pt x="1" y="28266"/>
                  </a:cubicBezTo>
                  <a:cubicBezTo>
                    <a:pt x="1" y="30254"/>
                    <a:pt x="1632" y="31873"/>
                    <a:pt x="3620" y="31873"/>
                  </a:cubicBezTo>
                  <a:cubicBezTo>
                    <a:pt x="5621" y="31873"/>
                    <a:pt x="7240" y="30254"/>
                    <a:pt x="7240" y="28266"/>
                  </a:cubicBezTo>
                  <a:cubicBezTo>
                    <a:pt x="7240" y="26670"/>
                    <a:pt x="6216" y="25325"/>
                    <a:pt x="4763" y="24837"/>
                  </a:cubicBezTo>
                  <a:lnTo>
                    <a:pt x="476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11"/>
            <p:cNvSpPr/>
            <p:nvPr/>
          </p:nvSpPr>
          <p:spPr>
            <a:xfrm>
              <a:off x="2693175" y="3987250"/>
              <a:ext cx="70875" cy="6147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11"/>
            <p:cNvSpPr/>
            <p:nvPr/>
          </p:nvSpPr>
          <p:spPr>
            <a:xfrm>
              <a:off x="2726225" y="3334775"/>
              <a:ext cx="57775" cy="278925"/>
            </a:xfrm>
            <a:custGeom>
              <a:rect b="b" l="l" r="r" t="t"/>
              <a:pathLst>
                <a:path extrusionOk="0" h="11157" w="2311">
                  <a:moveTo>
                    <a:pt x="0" y="0"/>
                  </a:moveTo>
                  <a:lnTo>
                    <a:pt x="0" y="11156"/>
                  </a:lnTo>
                  <a:lnTo>
                    <a:pt x="2310" y="11156"/>
                  </a:lnTo>
                  <a:lnTo>
                    <a:pt x="23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9" name="Google Shape;1619;p111"/>
          <p:cNvGrpSpPr/>
          <p:nvPr/>
        </p:nvGrpSpPr>
        <p:grpSpPr>
          <a:xfrm flipH="1" rot="10800000">
            <a:off x="-550526" y="-768747"/>
            <a:ext cx="2257861" cy="2337108"/>
            <a:chOff x="5556925" y="2802275"/>
            <a:chExt cx="757875" cy="784475"/>
          </a:xfrm>
        </p:grpSpPr>
        <p:sp>
          <p:nvSpPr>
            <p:cNvPr id="1620" name="Google Shape;1620;p111"/>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11"/>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11"/>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11"/>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11"/>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11"/>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11"/>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11"/>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11"/>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11"/>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11"/>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11"/>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11"/>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11"/>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11"/>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11"/>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11"/>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11"/>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11"/>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11"/>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11"/>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641" name="Shape 1641"/>
        <p:cNvGrpSpPr/>
        <p:nvPr/>
      </p:nvGrpSpPr>
      <p:grpSpPr>
        <a:xfrm>
          <a:off x="0" y="0"/>
          <a:ext cx="0" cy="0"/>
          <a:chOff x="0" y="0"/>
          <a:chExt cx="0" cy="0"/>
        </a:xfrm>
      </p:grpSpPr>
      <p:sp>
        <p:nvSpPr>
          <p:cNvPr id="1642" name="Google Shape;1642;p112"/>
          <p:cNvSpPr/>
          <p:nvPr/>
        </p:nvSpPr>
        <p:spPr>
          <a:xfrm>
            <a:off x="8281945" y="1110763"/>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12"/>
          <p:cNvSpPr txBox="1"/>
          <p:nvPr>
            <p:ph type="title"/>
          </p:nvPr>
        </p:nvSpPr>
        <p:spPr>
          <a:xfrm>
            <a:off x="1454315" y="1168215"/>
            <a:ext cx="2945400" cy="17238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sz="5000">
                <a:solidFill>
                  <a:schemeClr val="accent5"/>
                </a:solidFill>
              </a:defRPr>
            </a:lvl1pPr>
            <a:lvl2pPr lvl="1" rtl="0" algn="ctr">
              <a:spcBef>
                <a:spcPts val="0"/>
              </a:spcBef>
              <a:spcAft>
                <a:spcPts val="0"/>
              </a:spcAft>
              <a:buNone/>
              <a:defRPr sz="5000">
                <a:solidFill>
                  <a:schemeClr val="accent5"/>
                </a:solidFill>
              </a:defRPr>
            </a:lvl2pPr>
            <a:lvl3pPr lvl="2" rtl="0" algn="ctr">
              <a:spcBef>
                <a:spcPts val="0"/>
              </a:spcBef>
              <a:spcAft>
                <a:spcPts val="0"/>
              </a:spcAft>
              <a:buNone/>
              <a:defRPr sz="5000">
                <a:solidFill>
                  <a:schemeClr val="accent5"/>
                </a:solidFill>
              </a:defRPr>
            </a:lvl3pPr>
            <a:lvl4pPr lvl="3" rtl="0" algn="ctr">
              <a:spcBef>
                <a:spcPts val="0"/>
              </a:spcBef>
              <a:spcAft>
                <a:spcPts val="0"/>
              </a:spcAft>
              <a:buNone/>
              <a:defRPr sz="5000">
                <a:solidFill>
                  <a:schemeClr val="accent5"/>
                </a:solidFill>
              </a:defRPr>
            </a:lvl4pPr>
            <a:lvl5pPr lvl="4" rtl="0" algn="ctr">
              <a:spcBef>
                <a:spcPts val="0"/>
              </a:spcBef>
              <a:spcAft>
                <a:spcPts val="0"/>
              </a:spcAft>
              <a:buNone/>
              <a:defRPr sz="5000">
                <a:solidFill>
                  <a:schemeClr val="accent5"/>
                </a:solidFill>
              </a:defRPr>
            </a:lvl5pPr>
            <a:lvl6pPr lvl="5" rtl="0" algn="ctr">
              <a:spcBef>
                <a:spcPts val="0"/>
              </a:spcBef>
              <a:spcAft>
                <a:spcPts val="0"/>
              </a:spcAft>
              <a:buNone/>
              <a:defRPr sz="5000">
                <a:solidFill>
                  <a:schemeClr val="accent5"/>
                </a:solidFill>
              </a:defRPr>
            </a:lvl6pPr>
            <a:lvl7pPr lvl="6" rtl="0" algn="ctr">
              <a:spcBef>
                <a:spcPts val="0"/>
              </a:spcBef>
              <a:spcAft>
                <a:spcPts val="0"/>
              </a:spcAft>
              <a:buNone/>
              <a:defRPr sz="5000">
                <a:solidFill>
                  <a:schemeClr val="accent5"/>
                </a:solidFill>
              </a:defRPr>
            </a:lvl7pPr>
            <a:lvl8pPr lvl="7" rtl="0" algn="ctr">
              <a:spcBef>
                <a:spcPts val="0"/>
              </a:spcBef>
              <a:spcAft>
                <a:spcPts val="0"/>
              </a:spcAft>
              <a:buNone/>
              <a:defRPr sz="5000">
                <a:solidFill>
                  <a:schemeClr val="accent5"/>
                </a:solidFill>
              </a:defRPr>
            </a:lvl8pPr>
            <a:lvl9pPr lvl="8" rtl="0" algn="ctr">
              <a:spcBef>
                <a:spcPts val="0"/>
              </a:spcBef>
              <a:spcAft>
                <a:spcPts val="0"/>
              </a:spcAft>
              <a:buNone/>
              <a:defRPr sz="5000">
                <a:solidFill>
                  <a:schemeClr val="accent5"/>
                </a:solidFill>
              </a:defRPr>
            </a:lvl9pPr>
          </a:lstStyle>
          <a:p/>
        </p:txBody>
      </p:sp>
      <p:sp>
        <p:nvSpPr>
          <p:cNvPr id="1644" name="Google Shape;1644;p112"/>
          <p:cNvSpPr txBox="1"/>
          <p:nvPr>
            <p:ph idx="2" type="title"/>
          </p:nvPr>
        </p:nvSpPr>
        <p:spPr>
          <a:xfrm>
            <a:off x="5349650" y="539400"/>
            <a:ext cx="3069600" cy="19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4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grpSp>
        <p:nvGrpSpPr>
          <p:cNvPr id="1645" name="Google Shape;1645;p112"/>
          <p:cNvGrpSpPr/>
          <p:nvPr/>
        </p:nvGrpSpPr>
        <p:grpSpPr>
          <a:xfrm>
            <a:off x="8035041" y="1935420"/>
            <a:ext cx="582138" cy="582138"/>
            <a:chOff x="3796125" y="-35750"/>
            <a:chExt cx="773400" cy="773400"/>
          </a:xfrm>
        </p:grpSpPr>
        <p:sp>
          <p:nvSpPr>
            <p:cNvPr id="1646" name="Google Shape;1646;p11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1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8" name="Google Shape;1648;p112"/>
          <p:cNvSpPr txBox="1"/>
          <p:nvPr/>
        </p:nvSpPr>
        <p:spPr>
          <a:xfrm>
            <a:off x="5349650" y="3295213"/>
            <a:ext cx="2850300" cy="9234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lang="en" sz="1200">
                <a:solidFill>
                  <a:schemeClr val="dk1"/>
                </a:solidFill>
                <a:latin typeface="Roboto"/>
                <a:ea typeface="Roboto"/>
                <a:cs typeface="Roboto"/>
                <a:sym typeface="Roboto"/>
              </a:rPr>
              <a:t>CREDITS: This presentation template was created by </a:t>
            </a:r>
            <a:r>
              <a:rPr b="1" lang="en" sz="1200">
                <a:solidFill>
                  <a:schemeClr val="dk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dk1"/>
                </a:solidFill>
                <a:latin typeface="Roboto"/>
                <a:ea typeface="Roboto"/>
                <a:cs typeface="Roboto"/>
                <a:sym typeface="Roboto"/>
              </a:rPr>
              <a:t>, including icons by </a:t>
            </a:r>
            <a:r>
              <a:rPr b="1" lang="en" sz="1200">
                <a:solidFill>
                  <a:schemeClr val="dk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dk1"/>
                </a:solidFill>
                <a:latin typeface="Roboto"/>
                <a:ea typeface="Roboto"/>
                <a:cs typeface="Roboto"/>
                <a:sym typeface="Roboto"/>
              </a:rPr>
              <a:t>, and infographics &amp; images by </a:t>
            </a:r>
            <a:r>
              <a:rPr b="1" lang="en" sz="1200">
                <a:solidFill>
                  <a:schemeClr val="dk1"/>
                </a:solidFill>
                <a:uFill>
                  <a:noFill/>
                </a:uFill>
                <a:latin typeface="Roboto"/>
                <a:ea typeface="Roboto"/>
                <a:cs typeface="Roboto"/>
                <a:sym typeface="Roboto"/>
                <a:hlinkClick r:id="rId4">
                  <a:extLst>
                    <a:ext uri="{A12FA001-AC4F-418D-AE19-62706E023703}">
                      <ahyp:hlinkClr val="tx"/>
                    </a:ext>
                  </a:extLst>
                </a:hlinkClick>
              </a:rPr>
              <a:t>Freepik</a:t>
            </a:r>
            <a:r>
              <a:rPr b="1" lang="en" sz="1200">
                <a:solidFill>
                  <a:schemeClr val="dk1"/>
                </a:solidFill>
                <a:latin typeface="Roboto"/>
                <a:ea typeface="Roboto"/>
                <a:cs typeface="Roboto"/>
                <a:sym typeface="Roboto"/>
              </a:rPr>
              <a:t> </a:t>
            </a:r>
            <a:endParaRPr b="1" sz="1200">
              <a:solidFill>
                <a:schemeClr val="dk1"/>
              </a:solidFill>
              <a:latin typeface="Roboto"/>
              <a:ea typeface="Roboto"/>
              <a:cs typeface="Roboto"/>
              <a:sym typeface="Roboto"/>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2">
    <p:spTree>
      <p:nvGrpSpPr>
        <p:cNvPr id="1649" name="Shape 1649"/>
        <p:cNvGrpSpPr/>
        <p:nvPr/>
      </p:nvGrpSpPr>
      <p:grpSpPr>
        <a:xfrm>
          <a:off x="0" y="0"/>
          <a:ext cx="0" cy="0"/>
          <a:chOff x="0" y="0"/>
          <a:chExt cx="0" cy="0"/>
        </a:xfrm>
      </p:grpSpPr>
      <p:sp>
        <p:nvSpPr>
          <p:cNvPr id="1650" name="Google Shape;1650;p113"/>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1" name="Google Shape;1651;p113"/>
          <p:cNvGrpSpPr/>
          <p:nvPr/>
        </p:nvGrpSpPr>
        <p:grpSpPr>
          <a:xfrm rot="544898">
            <a:off x="7445424" y="2480334"/>
            <a:ext cx="1480057" cy="2886420"/>
            <a:chOff x="6945350" y="145425"/>
            <a:chExt cx="317325" cy="618850"/>
          </a:xfrm>
        </p:grpSpPr>
        <p:sp>
          <p:nvSpPr>
            <p:cNvPr id="1652" name="Google Shape;1652;p113"/>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13"/>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113"/>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113"/>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6" name="Google Shape;1656;p113"/>
          <p:cNvGrpSpPr/>
          <p:nvPr/>
        </p:nvGrpSpPr>
        <p:grpSpPr>
          <a:xfrm rot="-2019428">
            <a:off x="173931" y="276323"/>
            <a:ext cx="1078938" cy="1614954"/>
            <a:chOff x="7166500" y="-57275"/>
            <a:chExt cx="414050" cy="619750"/>
          </a:xfrm>
        </p:grpSpPr>
        <p:sp>
          <p:nvSpPr>
            <p:cNvPr id="1657" name="Google Shape;1657;p113"/>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13"/>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13"/>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13"/>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1" name="Google Shape;1661;p113"/>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2" name="Google Shape;1662;p113"/>
          <p:cNvGrpSpPr/>
          <p:nvPr/>
        </p:nvGrpSpPr>
        <p:grpSpPr>
          <a:xfrm>
            <a:off x="6882210" y="4033046"/>
            <a:ext cx="609207" cy="609207"/>
            <a:chOff x="3796125" y="-35750"/>
            <a:chExt cx="773400" cy="773400"/>
          </a:xfrm>
        </p:grpSpPr>
        <p:sp>
          <p:nvSpPr>
            <p:cNvPr id="1663" name="Google Shape;1663;p113"/>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13"/>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5" name="Google Shape;1665;p113"/>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3">
    <p:spTree>
      <p:nvGrpSpPr>
        <p:cNvPr id="1666" name="Shape 1666"/>
        <p:cNvGrpSpPr/>
        <p:nvPr/>
      </p:nvGrpSpPr>
      <p:grpSpPr>
        <a:xfrm>
          <a:off x="0" y="0"/>
          <a:ext cx="0" cy="0"/>
          <a:chOff x="0" y="0"/>
          <a:chExt cx="0" cy="0"/>
        </a:xfrm>
      </p:grpSpPr>
      <p:sp>
        <p:nvSpPr>
          <p:cNvPr id="1667" name="Google Shape;1667;p114"/>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8" name="Google Shape;1668;p114"/>
          <p:cNvGrpSpPr/>
          <p:nvPr/>
        </p:nvGrpSpPr>
        <p:grpSpPr>
          <a:xfrm>
            <a:off x="278749" y="1353426"/>
            <a:ext cx="331557" cy="331557"/>
            <a:chOff x="3796125" y="-35750"/>
            <a:chExt cx="773400" cy="773400"/>
          </a:xfrm>
        </p:grpSpPr>
        <p:sp>
          <p:nvSpPr>
            <p:cNvPr id="1669" name="Google Shape;1669;p11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1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1" name="Google Shape;1671;p114"/>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14"/>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14"/>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14"/>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5" name="Google Shape;1675;p114"/>
          <p:cNvGrpSpPr/>
          <p:nvPr/>
        </p:nvGrpSpPr>
        <p:grpSpPr>
          <a:xfrm>
            <a:off x="-171691" y="2850450"/>
            <a:ext cx="1577723" cy="893906"/>
            <a:chOff x="3467026" y="90021"/>
            <a:chExt cx="2493241" cy="1412619"/>
          </a:xfrm>
        </p:grpSpPr>
        <p:grpSp>
          <p:nvGrpSpPr>
            <p:cNvPr id="1676" name="Google Shape;1676;p114"/>
            <p:cNvGrpSpPr/>
            <p:nvPr/>
          </p:nvGrpSpPr>
          <p:grpSpPr>
            <a:xfrm>
              <a:off x="3467026" y="259199"/>
              <a:ext cx="835891" cy="835891"/>
              <a:chOff x="3796125" y="-35750"/>
              <a:chExt cx="773400" cy="773400"/>
            </a:xfrm>
          </p:grpSpPr>
          <p:sp>
            <p:nvSpPr>
              <p:cNvPr id="1677" name="Google Shape;1677;p11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1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79" name="Google Shape;1679;p114"/>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680" name="Google Shape;1680;p114"/>
            <p:cNvGrpSpPr/>
            <p:nvPr/>
          </p:nvGrpSpPr>
          <p:grpSpPr>
            <a:xfrm>
              <a:off x="4724445" y="90021"/>
              <a:ext cx="576724" cy="576724"/>
              <a:chOff x="3796125" y="-35750"/>
              <a:chExt cx="773400" cy="773400"/>
            </a:xfrm>
          </p:grpSpPr>
          <p:sp>
            <p:nvSpPr>
              <p:cNvPr id="1681" name="Google Shape;1681;p11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11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83" name="Google Shape;1683;p114"/>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684" name="Google Shape;1684;p114"/>
            <p:cNvGrpSpPr/>
            <p:nvPr/>
          </p:nvGrpSpPr>
          <p:grpSpPr>
            <a:xfrm>
              <a:off x="5124376" y="666749"/>
              <a:ext cx="835891" cy="835891"/>
              <a:chOff x="3796125" y="-35750"/>
              <a:chExt cx="773400" cy="773400"/>
            </a:xfrm>
          </p:grpSpPr>
          <p:sp>
            <p:nvSpPr>
              <p:cNvPr id="1685" name="Google Shape;1685;p11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1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87" name="Google Shape;1687;p114"/>
          <p:cNvGrpSpPr/>
          <p:nvPr/>
        </p:nvGrpSpPr>
        <p:grpSpPr>
          <a:xfrm flipH="1" rot="10800000">
            <a:off x="7944681" y="1412600"/>
            <a:ext cx="1413169" cy="800673"/>
            <a:chOff x="3467026" y="90021"/>
            <a:chExt cx="2493241" cy="1412619"/>
          </a:xfrm>
        </p:grpSpPr>
        <p:grpSp>
          <p:nvGrpSpPr>
            <p:cNvPr id="1688" name="Google Shape;1688;p114"/>
            <p:cNvGrpSpPr/>
            <p:nvPr/>
          </p:nvGrpSpPr>
          <p:grpSpPr>
            <a:xfrm>
              <a:off x="3467026" y="259199"/>
              <a:ext cx="835891" cy="835891"/>
              <a:chOff x="3796125" y="-35750"/>
              <a:chExt cx="773400" cy="773400"/>
            </a:xfrm>
          </p:grpSpPr>
          <p:sp>
            <p:nvSpPr>
              <p:cNvPr id="1689" name="Google Shape;1689;p11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14"/>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91" name="Google Shape;1691;p114"/>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1692" name="Google Shape;1692;p114"/>
            <p:cNvGrpSpPr/>
            <p:nvPr/>
          </p:nvGrpSpPr>
          <p:grpSpPr>
            <a:xfrm>
              <a:off x="4724445" y="90021"/>
              <a:ext cx="576724" cy="576724"/>
              <a:chOff x="3796125" y="-35750"/>
              <a:chExt cx="773400" cy="773400"/>
            </a:xfrm>
          </p:grpSpPr>
          <p:sp>
            <p:nvSpPr>
              <p:cNvPr id="1693" name="Google Shape;1693;p11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114"/>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95" name="Google Shape;1695;p114"/>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1696" name="Google Shape;1696;p114"/>
            <p:cNvGrpSpPr/>
            <p:nvPr/>
          </p:nvGrpSpPr>
          <p:grpSpPr>
            <a:xfrm>
              <a:off x="5124376" y="666749"/>
              <a:ext cx="835891" cy="835891"/>
              <a:chOff x="3796125" y="-35750"/>
              <a:chExt cx="773400" cy="773400"/>
            </a:xfrm>
          </p:grpSpPr>
          <p:sp>
            <p:nvSpPr>
              <p:cNvPr id="1697" name="Google Shape;1697;p11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14"/>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99" name="Google Shape;1699;p114"/>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03" name="Shape 1703"/>
        <p:cNvGrpSpPr/>
        <p:nvPr/>
      </p:nvGrpSpPr>
      <p:grpSpPr>
        <a:xfrm>
          <a:off x="0" y="0"/>
          <a:ext cx="0" cy="0"/>
          <a:chOff x="0" y="0"/>
          <a:chExt cx="0" cy="0"/>
        </a:xfrm>
      </p:grpSpPr>
      <p:sp>
        <p:nvSpPr>
          <p:cNvPr id="1704" name="Google Shape;1704;p116"/>
          <p:cNvSpPr/>
          <p:nvPr/>
        </p:nvSpPr>
        <p:spPr>
          <a:xfrm flipH="1">
            <a:off x="6154100" y="3667856"/>
            <a:ext cx="3212922"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16"/>
          <p:cNvSpPr txBox="1"/>
          <p:nvPr>
            <p:ph idx="1" type="subTitle"/>
          </p:nvPr>
        </p:nvSpPr>
        <p:spPr>
          <a:xfrm>
            <a:off x="4135975" y="3436975"/>
            <a:ext cx="2644500" cy="6771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706" name="Google Shape;1706;p116"/>
          <p:cNvSpPr txBox="1"/>
          <p:nvPr>
            <p:ph type="ctrTitle"/>
          </p:nvPr>
        </p:nvSpPr>
        <p:spPr>
          <a:xfrm>
            <a:off x="4135975" y="1035775"/>
            <a:ext cx="4293300" cy="2401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7200"/>
              <a:buNone/>
              <a:defRPr sz="4800"/>
            </a:lvl1pPr>
            <a:lvl2pPr lvl="1" rtl="0" algn="ctr">
              <a:lnSpc>
                <a:spcPct val="100000"/>
              </a:lnSpc>
              <a:spcBef>
                <a:spcPts val="0"/>
              </a:spcBef>
              <a:spcAft>
                <a:spcPts val="0"/>
              </a:spcAft>
              <a:buSzPts val="7200"/>
              <a:buNone/>
              <a:defRPr sz="7200"/>
            </a:lvl2pPr>
            <a:lvl3pPr lvl="2" rtl="0" algn="ctr">
              <a:lnSpc>
                <a:spcPct val="100000"/>
              </a:lnSpc>
              <a:spcBef>
                <a:spcPts val="0"/>
              </a:spcBef>
              <a:spcAft>
                <a:spcPts val="0"/>
              </a:spcAft>
              <a:buSzPts val="7200"/>
              <a:buNone/>
              <a:defRPr sz="7200"/>
            </a:lvl3pPr>
            <a:lvl4pPr lvl="3" rtl="0" algn="ctr">
              <a:lnSpc>
                <a:spcPct val="100000"/>
              </a:lnSpc>
              <a:spcBef>
                <a:spcPts val="0"/>
              </a:spcBef>
              <a:spcAft>
                <a:spcPts val="0"/>
              </a:spcAft>
              <a:buSzPts val="7200"/>
              <a:buNone/>
              <a:defRPr sz="7200"/>
            </a:lvl4pPr>
            <a:lvl5pPr lvl="4" rtl="0" algn="ctr">
              <a:lnSpc>
                <a:spcPct val="100000"/>
              </a:lnSpc>
              <a:spcBef>
                <a:spcPts val="0"/>
              </a:spcBef>
              <a:spcAft>
                <a:spcPts val="0"/>
              </a:spcAft>
              <a:buSzPts val="7200"/>
              <a:buNone/>
              <a:defRPr sz="7200"/>
            </a:lvl5pPr>
            <a:lvl6pPr lvl="5" rtl="0" algn="ctr">
              <a:lnSpc>
                <a:spcPct val="100000"/>
              </a:lnSpc>
              <a:spcBef>
                <a:spcPts val="0"/>
              </a:spcBef>
              <a:spcAft>
                <a:spcPts val="0"/>
              </a:spcAft>
              <a:buSzPts val="7200"/>
              <a:buNone/>
              <a:defRPr sz="7200"/>
            </a:lvl6pPr>
            <a:lvl7pPr lvl="6" rtl="0" algn="ctr">
              <a:lnSpc>
                <a:spcPct val="100000"/>
              </a:lnSpc>
              <a:spcBef>
                <a:spcPts val="0"/>
              </a:spcBef>
              <a:spcAft>
                <a:spcPts val="0"/>
              </a:spcAft>
              <a:buSzPts val="7200"/>
              <a:buNone/>
              <a:defRPr sz="7200"/>
            </a:lvl7pPr>
            <a:lvl8pPr lvl="7" rtl="0" algn="ctr">
              <a:lnSpc>
                <a:spcPct val="100000"/>
              </a:lnSpc>
              <a:spcBef>
                <a:spcPts val="0"/>
              </a:spcBef>
              <a:spcAft>
                <a:spcPts val="0"/>
              </a:spcAft>
              <a:buSzPts val="7200"/>
              <a:buNone/>
              <a:defRPr sz="7200"/>
            </a:lvl8pPr>
            <a:lvl9pPr lvl="8" rtl="0" algn="ctr">
              <a:lnSpc>
                <a:spcPct val="100000"/>
              </a:lnSpc>
              <a:spcBef>
                <a:spcPts val="0"/>
              </a:spcBef>
              <a:spcAft>
                <a:spcPts val="0"/>
              </a:spcAft>
              <a:buSzPts val="7200"/>
              <a:buNone/>
              <a:defRPr sz="7200"/>
            </a:lvl9pPr>
          </a:lstStyle>
          <a:p/>
        </p:txBody>
      </p:sp>
      <p:sp>
        <p:nvSpPr>
          <p:cNvPr id="1707" name="Google Shape;1707;p116"/>
          <p:cNvSpPr/>
          <p:nvPr/>
        </p:nvSpPr>
        <p:spPr>
          <a:xfrm>
            <a:off x="5736975" y="4353281"/>
            <a:ext cx="1215300" cy="12153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16"/>
          <p:cNvSpPr/>
          <p:nvPr/>
        </p:nvSpPr>
        <p:spPr>
          <a:xfrm rot="-899999">
            <a:off x="4821272" y="280788"/>
            <a:ext cx="596232" cy="51718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16"/>
          <p:cNvSpPr/>
          <p:nvPr/>
        </p:nvSpPr>
        <p:spPr>
          <a:xfrm rot="301025">
            <a:off x="8392867" y="2061425"/>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10" name="Shape 1710"/>
        <p:cNvGrpSpPr/>
        <p:nvPr/>
      </p:nvGrpSpPr>
      <p:grpSpPr>
        <a:xfrm>
          <a:off x="0" y="0"/>
          <a:ext cx="0" cy="0"/>
          <a:chOff x="0" y="0"/>
          <a:chExt cx="0" cy="0"/>
        </a:xfrm>
      </p:grpSpPr>
      <p:sp>
        <p:nvSpPr>
          <p:cNvPr id="1711" name="Google Shape;1711;p117"/>
          <p:cNvSpPr/>
          <p:nvPr/>
        </p:nvSpPr>
        <p:spPr>
          <a:xfrm flipH="1" rot="10800000">
            <a:off x="-5489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17"/>
          <p:cNvSpPr txBox="1"/>
          <p:nvPr>
            <p:ph hasCustomPrompt="1" type="title"/>
          </p:nvPr>
        </p:nvSpPr>
        <p:spPr>
          <a:xfrm>
            <a:off x="3379072" y="109215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1713" name="Google Shape;1713;p117"/>
          <p:cNvSpPr txBox="1"/>
          <p:nvPr>
            <p:ph idx="1" type="subTitle"/>
          </p:nvPr>
        </p:nvSpPr>
        <p:spPr>
          <a:xfrm>
            <a:off x="4128325" y="3269563"/>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1714" name="Google Shape;1714;p117"/>
          <p:cNvSpPr txBox="1"/>
          <p:nvPr>
            <p:ph idx="2" type="title"/>
          </p:nvPr>
        </p:nvSpPr>
        <p:spPr>
          <a:xfrm>
            <a:off x="4128325" y="1976575"/>
            <a:ext cx="43023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1715" name="Google Shape;1715;p117"/>
          <p:cNvSpPr/>
          <p:nvPr/>
        </p:nvSpPr>
        <p:spPr>
          <a:xfrm rot="301025">
            <a:off x="8519867" y="2297050"/>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17"/>
          <p:cNvSpPr/>
          <p:nvPr/>
        </p:nvSpPr>
        <p:spPr>
          <a:xfrm flipH="1">
            <a:off x="5517534" y="3667850"/>
            <a:ext cx="4068217"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17" name="Shape 1717"/>
        <p:cNvGrpSpPr/>
        <p:nvPr/>
      </p:nvGrpSpPr>
      <p:grpSpPr>
        <a:xfrm>
          <a:off x="0" y="0"/>
          <a:ext cx="0" cy="0"/>
          <a:chOff x="0" y="0"/>
          <a:chExt cx="0" cy="0"/>
        </a:xfrm>
      </p:grpSpPr>
      <p:sp>
        <p:nvSpPr>
          <p:cNvPr id="1718" name="Google Shape;1718;p118"/>
          <p:cNvSpPr txBox="1"/>
          <p:nvPr>
            <p:ph idx="1" type="body"/>
          </p:nvPr>
        </p:nvSpPr>
        <p:spPr>
          <a:xfrm>
            <a:off x="713100" y="1200150"/>
            <a:ext cx="7717800" cy="3404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AutoNum type="arabicPeriod"/>
              <a:defRPr sz="1200"/>
            </a:lvl1pPr>
            <a:lvl2pPr indent="-304800" lvl="1" marL="914400" rtl="0">
              <a:spcBef>
                <a:spcPts val="0"/>
              </a:spcBef>
              <a:spcAft>
                <a:spcPts val="0"/>
              </a:spcAft>
              <a:buSzPts val="1200"/>
              <a:buAutoNum type="alphaLcPeriod"/>
              <a:defRPr sz="1200"/>
            </a:lvl2pPr>
            <a:lvl3pPr indent="-304800" lvl="2" marL="1371600" rtl="0">
              <a:spcBef>
                <a:spcPts val="0"/>
              </a:spcBef>
              <a:spcAft>
                <a:spcPts val="0"/>
              </a:spcAft>
              <a:buSzPts val="1200"/>
              <a:buAutoNum type="romanLcPeriod"/>
              <a:defRPr sz="1200"/>
            </a:lvl3pPr>
            <a:lvl4pPr indent="-304800" lvl="3" marL="1828800" rtl="0">
              <a:spcBef>
                <a:spcPts val="0"/>
              </a:spcBef>
              <a:spcAft>
                <a:spcPts val="0"/>
              </a:spcAft>
              <a:buSzPts val="1200"/>
              <a:buAutoNum type="arabicPeriod"/>
              <a:defRPr sz="1200"/>
            </a:lvl4pPr>
            <a:lvl5pPr indent="-304800" lvl="4" marL="2286000" rtl="0">
              <a:spcBef>
                <a:spcPts val="0"/>
              </a:spcBef>
              <a:spcAft>
                <a:spcPts val="0"/>
              </a:spcAft>
              <a:buSzPts val="1200"/>
              <a:buAutoNum type="alphaLcPeriod"/>
              <a:defRPr sz="1200"/>
            </a:lvl5pPr>
            <a:lvl6pPr indent="-304800" lvl="5" marL="2743200" rtl="0">
              <a:spcBef>
                <a:spcPts val="0"/>
              </a:spcBef>
              <a:spcAft>
                <a:spcPts val="0"/>
              </a:spcAft>
              <a:buSzPts val="1200"/>
              <a:buAutoNum type="romanLcPeriod"/>
              <a:defRPr sz="1200"/>
            </a:lvl6pPr>
            <a:lvl7pPr indent="-304800" lvl="6" marL="3200400" rtl="0">
              <a:spcBef>
                <a:spcPts val="0"/>
              </a:spcBef>
              <a:spcAft>
                <a:spcPts val="0"/>
              </a:spcAft>
              <a:buSzPts val="1200"/>
              <a:buAutoNum type="arabicPeriod"/>
              <a:defRPr sz="1200"/>
            </a:lvl7pPr>
            <a:lvl8pPr indent="-304800" lvl="7" marL="3657600" rtl="0">
              <a:spcBef>
                <a:spcPts val="0"/>
              </a:spcBef>
              <a:spcAft>
                <a:spcPts val="0"/>
              </a:spcAft>
              <a:buSzPts val="1200"/>
              <a:buAutoNum type="alphaLcPeriod"/>
              <a:defRPr sz="1200"/>
            </a:lvl8pPr>
            <a:lvl9pPr indent="-304800" lvl="8" marL="4114800" rtl="0">
              <a:spcBef>
                <a:spcPts val="0"/>
              </a:spcBef>
              <a:spcAft>
                <a:spcPts val="0"/>
              </a:spcAft>
              <a:buSzPts val="1200"/>
              <a:buAutoNum type="romanLcPeriod"/>
              <a:defRPr sz="1200"/>
            </a:lvl9pPr>
          </a:lstStyle>
          <a:p/>
        </p:txBody>
      </p:sp>
      <p:sp>
        <p:nvSpPr>
          <p:cNvPr id="1719" name="Google Shape;1719;p118"/>
          <p:cNvSpPr txBox="1"/>
          <p:nvPr>
            <p:ph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720" name="Google Shape;1720;p118"/>
          <p:cNvSpPr/>
          <p:nvPr/>
        </p:nvSpPr>
        <p:spPr>
          <a:xfrm rot="301033">
            <a:off x="318889" y="-265259"/>
            <a:ext cx="789020" cy="68439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118"/>
          <p:cNvSpPr/>
          <p:nvPr/>
        </p:nvSpPr>
        <p:spPr>
          <a:xfrm>
            <a:off x="-416475" y="131026"/>
            <a:ext cx="1026000" cy="1026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18"/>
          <p:cNvSpPr/>
          <p:nvPr/>
        </p:nvSpPr>
        <p:spPr>
          <a:xfrm rot="301053">
            <a:off x="1237580" y="4938577"/>
            <a:ext cx="437515" cy="379513"/>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118"/>
          <p:cNvSpPr/>
          <p:nvPr/>
        </p:nvSpPr>
        <p:spPr>
          <a:xfrm flipH="1">
            <a:off x="7649620" y="4353278"/>
            <a:ext cx="1720458" cy="790182"/>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4" name="Google Shape;1724;p118"/>
          <p:cNvGrpSpPr/>
          <p:nvPr/>
        </p:nvGrpSpPr>
        <p:grpSpPr>
          <a:xfrm>
            <a:off x="8777542" y="3288374"/>
            <a:ext cx="547954" cy="547954"/>
            <a:chOff x="3796125" y="-35750"/>
            <a:chExt cx="773400" cy="773400"/>
          </a:xfrm>
        </p:grpSpPr>
        <p:sp>
          <p:nvSpPr>
            <p:cNvPr id="1725" name="Google Shape;1725;p11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11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27" name="Shape 1727"/>
        <p:cNvGrpSpPr/>
        <p:nvPr/>
      </p:nvGrpSpPr>
      <p:grpSpPr>
        <a:xfrm>
          <a:off x="0" y="0"/>
          <a:ext cx="0" cy="0"/>
          <a:chOff x="0" y="0"/>
          <a:chExt cx="0" cy="0"/>
        </a:xfrm>
      </p:grpSpPr>
      <p:sp>
        <p:nvSpPr>
          <p:cNvPr id="1728" name="Google Shape;1728;p119"/>
          <p:cNvSpPr txBox="1"/>
          <p:nvPr>
            <p:ph idx="1" type="subTitle"/>
          </p:nvPr>
        </p:nvSpPr>
        <p:spPr>
          <a:xfrm>
            <a:off x="1433113" y="2554911"/>
            <a:ext cx="23049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1729" name="Google Shape;1729;p119"/>
          <p:cNvSpPr txBox="1"/>
          <p:nvPr>
            <p:ph idx="2" type="subTitle"/>
          </p:nvPr>
        </p:nvSpPr>
        <p:spPr>
          <a:xfrm>
            <a:off x="5300073" y="2554914"/>
            <a:ext cx="23016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1730" name="Google Shape;1730;p119"/>
          <p:cNvSpPr txBox="1"/>
          <p:nvPr>
            <p:ph type="title"/>
          </p:nvPr>
        </p:nvSpPr>
        <p:spPr>
          <a:xfrm>
            <a:off x="1433038" y="2104375"/>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731" name="Google Shape;1731;p119"/>
          <p:cNvSpPr txBox="1"/>
          <p:nvPr>
            <p:ph idx="3" type="title"/>
          </p:nvPr>
        </p:nvSpPr>
        <p:spPr>
          <a:xfrm>
            <a:off x="5299537" y="2104388"/>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732" name="Google Shape;1732;p119"/>
          <p:cNvSpPr txBox="1"/>
          <p:nvPr>
            <p:ph idx="4"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1733" name="Google Shape;1733;p119"/>
          <p:cNvGrpSpPr/>
          <p:nvPr/>
        </p:nvGrpSpPr>
        <p:grpSpPr>
          <a:xfrm flipH="1" rot="10800000">
            <a:off x="-110852" y="3990045"/>
            <a:ext cx="760318" cy="1338746"/>
            <a:chOff x="5664675" y="3001250"/>
            <a:chExt cx="332525" cy="585500"/>
          </a:xfrm>
        </p:grpSpPr>
        <p:sp>
          <p:nvSpPr>
            <p:cNvPr id="1734" name="Google Shape;1734;p119"/>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19"/>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19"/>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7" name="Google Shape;1737;p119"/>
          <p:cNvGrpSpPr/>
          <p:nvPr/>
        </p:nvGrpSpPr>
        <p:grpSpPr>
          <a:xfrm>
            <a:off x="7944315" y="-158168"/>
            <a:ext cx="1340175" cy="1793702"/>
            <a:chOff x="5556925" y="2802275"/>
            <a:chExt cx="586125" cy="784475"/>
          </a:xfrm>
        </p:grpSpPr>
        <p:sp>
          <p:nvSpPr>
            <p:cNvPr id="1738" name="Google Shape;1738;p119"/>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19"/>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119"/>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119"/>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19"/>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119"/>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19"/>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19"/>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119"/>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7" name="Google Shape;1747;p119"/>
          <p:cNvSpPr/>
          <p:nvPr/>
        </p:nvSpPr>
        <p:spPr>
          <a:xfrm>
            <a:off x="-239896" y="-853452"/>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119"/>
          <p:cNvSpPr/>
          <p:nvPr/>
        </p:nvSpPr>
        <p:spPr>
          <a:xfrm>
            <a:off x="337851" y="4471670"/>
            <a:ext cx="1017600" cy="10173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19"/>
          <p:cNvSpPr/>
          <p:nvPr/>
        </p:nvSpPr>
        <p:spPr>
          <a:xfrm>
            <a:off x="7830954" y="2208373"/>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50" name="Shape 1750"/>
        <p:cNvGrpSpPr/>
        <p:nvPr/>
      </p:nvGrpSpPr>
      <p:grpSpPr>
        <a:xfrm>
          <a:off x="0" y="0"/>
          <a:ext cx="0" cy="0"/>
          <a:chOff x="0" y="0"/>
          <a:chExt cx="0" cy="0"/>
        </a:xfrm>
      </p:grpSpPr>
      <p:sp>
        <p:nvSpPr>
          <p:cNvPr id="1751" name="Google Shape;1751;p120"/>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752" name="Google Shape;1752;p120"/>
          <p:cNvSpPr/>
          <p:nvPr/>
        </p:nvSpPr>
        <p:spPr>
          <a:xfrm>
            <a:off x="8541752" y="4017174"/>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20"/>
          <p:cNvSpPr/>
          <p:nvPr/>
        </p:nvSpPr>
        <p:spPr>
          <a:xfrm>
            <a:off x="-922398" y="-635351"/>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4" name="Google Shape;1754;p120"/>
          <p:cNvGrpSpPr/>
          <p:nvPr/>
        </p:nvGrpSpPr>
        <p:grpSpPr>
          <a:xfrm>
            <a:off x="415747" y="200236"/>
            <a:ext cx="436739" cy="436739"/>
            <a:chOff x="3796125" y="-35750"/>
            <a:chExt cx="773400" cy="773400"/>
          </a:xfrm>
        </p:grpSpPr>
        <p:sp>
          <p:nvSpPr>
            <p:cNvPr id="1755" name="Google Shape;1755;p12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2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7" name="Google Shape;1757;p120"/>
          <p:cNvGrpSpPr/>
          <p:nvPr/>
        </p:nvGrpSpPr>
        <p:grpSpPr>
          <a:xfrm>
            <a:off x="7831044" y="4962597"/>
            <a:ext cx="272005" cy="272005"/>
            <a:chOff x="3796125" y="-35750"/>
            <a:chExt cx="773400" cy="773400"/>
          </a:xfrm>
        </p:grpSpPr>
        <p:sp>
          <p:nvSpPr>
            <p:cNvPr id="1758" name="Google Shape;1758;p12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2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60" name="Shape 1760"/>
        <p:cNvGrpSpPr/>
        <p:nvPr/>
      </p:nvGrpSpPr>
      <p:grpSpPr>
        <a:xfrm>
          <a:off x="0" y="0"/>
          <a:ext cx="0" cy="0"/>
          <a:chOff x="0" y="0"/>
          <a:chExt cx="0" cy="0"/>
        </a:xfrm>
      </p:grpSpPr>
      <p:sp>
        <p:nvSpPr>
          <p:cNvPr id="1761" name="Google Shape;1761;p121"/>
          <p:cNvSpPr/>
          <p:nvPr/>
        </p:nvSpPr>
        <p:spPr>
          <a:xfrm rot="-177409">
            <a:off x="1047241" y="453943"/>
            <a:ext cx="7037169" cy="4235665"/>
          </a:xfrm>
          <a:prstGeom prst="roundRect">
            <a:avLst>
              <a:gd fmla="val 2931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121"/>
          <p:cNvSpPr txBox="1"/>
          <p:nvPr>
            <p:ph idx="1" type="body"/>
          </p:nvPr>
        </p:nvSpPr>
        <p:spPr>
          <a:xfrm>
            <a:off x="1894800" y="1826350"/>
            <a:ext cx="5354400" cy="2124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Font typeface="Karla"/>
              <a:buChar char="●"/>
              <a:defRPr/>
            </a:lvl1pPr>
            <a:lvl2pPr indent="-317500" lvl="1" marL="914400" rtl="0">
              <a:spcBef>
                <a:spcPts val="0"/>
              </a:spcBef>
              <a:spcAft>
                <a:spcPts val="0"/>
              </a:spcAft>
              <a:buClr>
                <a:srgbClr val="211F1F"/>
              </a:buClr>
              <a:buSzPts val="1400"/>
              <a:buFont typeface="Karla"/>
              <a:buChar char="○"/>
              <a:defRPr/>
            </a:lvl2pPr>
            <a:lvl3pPr indent="-317500" lvl="2" marL="1371600" rtl="0">
              <a:spcBef>
                <a:spcPts val="0"/>
              </a:spcBef>
              <a:spcAft>
                <a:spcPts val="0"/>
              </a:spcAft>
              <a:buClr>
                <a:srgbClr val="211F1F"/>
              </a:buClr>
              <a:buSzPts val="1400"/>
              <a:buFont typeface="Karla"/>
              <a:buChar char="■"/>
              <a:defRPr/>
            </a:lvl3pPr>
            <a:lvl4pPr indent="-317500" lvl="3" marL="1828800" rtl="0">
              <a:spcBef>
                <a:spcPts val="0"/>
              </a:spcBef>
              <a:spcAft>
                <a:spcPts val="0"/>
              </a:spcAft>
              <a:buClr>
                <a:srgbClr val="211F1F"/>
              </a:buClr>
              <a:buSzPts val="1400"/>
              <a:buFont typeface="Karla"/>
              <a:buChar char="●"/>
              <a:defRPr/>
            </a:lvl4pPr>
            <a:lvl5pPr indent="-317500" lvl="4" marL="2286000" rtl="0">
              <a:spcBef>
                <a:spcPts val="0"/>
              </a:spcBef>
              <a:spcAft>
                <a:spcPts val="0"/>
              </a:spcAft>
              <a:buClr>
                <a:srgbClr val="211F1F"/>
              </a:buClr>
              <a:buSzPts val="1400"/>
              <a:buFont typeface="Karla"/>
              <a:buChar char="○"/>
              <a:defRPr/>
            </a:lvl5pPr>
            <a:lvl6pPr indent="-317500" lvl="5" marL="2743200" rtl="0">
              <a:spcBef>
                <a:spcPts val="0"/>
              </a:spcBef>
              <a:spcAft>
                <a:spcPts val="0"/>
              </a:spcAft>
              <a:buClr>
                <a:srgbClr val="211F1F"/>
              </a:buClr>
              <a:buSzPts val="1400"/>
              <a:buFont typeface="Karla"/>
              <a:buChar char="■"/>
              <a:defRPr/>
            </a:lvl6pPr>
            <a:lvl7pPr indent="-317500" lvl="6" marL="3200400" rtl="0">
              <a:spcBef>
                <a:spcPts val="0"/>
              </a:spcBef>
              <a:spcAft>
                <a:spcPts val="0"/>
              </a:spcAft>
              <a:buClr>
                <a:srgbClr val="211F1F"/>
              </a:buClr>
              <a:buSzPts val="1400"/>
              <a:buFont typeface="Karla"/>
              <a:buChar char="●"/>
              <a:defRPr/>
            </a:lvl7pPr>
            <a:lvl8pPr indent="-317500" lvl="7" marL="3657600" rtl="0">
              <a:spcBef>
                <a:spcPts val="0"/>
              </a:spcBef>
              <a:spcAft>
                <a:spcPts val="0"/>
              </a:spcAft>
              <a:buClr>
                <a:srgbClr val="211F1F"/>
              </a:buClr>
              <a:buSzPts val="1400"/>
              <a:buFont typeface="Karla"/>
              <a:buChar char="○"/>
              <a:defRPr/>
            </a:lvl8pPr>
            <a:lvl9pPr indent="-317500" lvl="8" marL="4114800" rtl="0">
              <a:spcBef>
                <a:spcPts val="0"/>
              </a:spcBef>
              <a:spcAft>
                <a:spcPts val="0"/>
              </a:spcAft>
              <a:buClr>
                <a:srgbClr val="211F1F"/>
              </a:buClr>
              <a:buSzPts val="1400"/>
              <a:buFont typeface="Karla"/>
              <a:buChar char="■"/>
              <a:defRPr/>
            </a:lvl9pPr>
          </a:lstStyle>
          <a:p/>
        </p:txBody>
      </p:sp>
      <p:sp>
        <p:nvSpPr>
          <p:cNvPr id="1763" name="Google Shape;1763;p121"/>
          <p:cNvSpPr txBox="1"/>
          <p:nvPr>
            <p:ph type="title"/>
          </p:nvPr>
        </p:nvSpPr>
        <p:spPr>
          <a:xfrm>
            <a:off x="1894800" y="1087450"/>
            <a:ext cx="53544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64" name="Shape 1764"/>
        <p:cNvGrpSpPr/>
        <p:nvPr/>
      </p:nvGrpSpPr>
      <p:grpSpPr>
        <a:xfrm>
          <a:off x="0" y="0"/>
          <a:ext cx="0" cy="0"/>
          <a:chOff x="0" y="0"/>
          <a:chExt cx="0" cy="0"/>
        </a:xfrm>
      </p:grpSpPr>
      <p:sp>
        <p:nvSpPr>
          <p:cNvPr id="1765" name="Google Shape;1765;p122"/>
          <p:cNvSpPr/>
          <p:nvPr/>
        </p:nvSpPr>
        <p:spPr>
          <a:xfrm rot="1183069">
            <a:off x="-125892" y="570955"/>
            <a:ext cx="9909784" cy="427643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22"/>
          <p:cNvSpPr txBox="1"/>
          <p:nvPr>
            <p:ph type="title"/>
          </p:nvPr>
        </p:nvSpPr>
        <p:spPr>
          <a:xfrm>
            <a:off x="713275" y="1833000"/>
            <a:ext cx="7717500" cy="147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6000"/>
              <a:buNone/>
              <a:defRPr sz="4000"/>
            </a:lvl1pPr>
            <a:lvl2pPr lvl="1" rtl="0" algn="ctr">
              <a:lnSpc>
                <a:spcPct val="100000"/>
              </a:lnSpc>
              <a:spcBef>
                <a:spcPts val="0"/>
              </a:spcBef>
              <a:spcAft>
                <a:spcPts val="0"/>
              </a:spcAft>
              <a:buSzPts val="6000"/>
              <a:buNone/>
              <a:defRPr sz="6000"/>
            </a:lvl2pPr>
            <a:lvl3pPr lvl="2" rtl="0" algn="ctr">
              <a:lnSpc>
                <a:spcPct val="100000"/>
              </a:lnSpc>
              <a:spcBef>
                <a:spcPts val="0"/>
              </a:spcBef>
              <a:spcAft>
                <a:spcPts val="0"/>
              </a:spcAft>
              <a:buSzPts val="6000"/>
              <a:buNone/>
              <a:defRPr sz="6000"/>
            </a:lvl3pPr>
            <a:lvl4pPr lvl="3" rtl="0" algn="ctr">
              <a:lnSpc>
                <a:spcPct val="100000"/>
              </a:lnSpc>
              <a:spcBef>
                <a:spcPts val="0"/>
              </a:spcBef>
              <a:spcAft>
                <a:spcPts val="0"/>
              </a:spcAft>
              <a:buSzPts val="6000"/>
              <a:buNone/>
              <a:defRPr sz="6000"/>
            </a:lvl4pPr>
            <a:lvl5pPr lvl="4" rtl="0" algn="ctr">
              <a:lnSpc>
                <a:spcPct val="100000"/>
              </a:lnSpc>
              <a:spcBef>
                <a:spcPts val="0"/>
              </a:spcBef>
              <a:spcAft>
                <a:spcPts val="0"/>
              </a:spcAft>
              <a:buSzPts val="6000"/>
              <a:buNone/>
              <a:defRPr sz="6000"/>
            </a:lvl5pPr>
            <a:lvl6pPr lvl="5" rtl="0" algn="ctr">
              <a:lnSpc>
                <a:spcPct val="100000"/>
              </a:lnSpc>
              <a:spcBef>
                <a:spcPts val="0"/>
              </a:spcBef>
              <a:spcAft>
                <a:spcPts val="0"/>
              </a:spcAft>
              <a:buSzPts val="6000"/>
              <a:buNone/>
              <a:defRPr sz="6000"/>
            </a:lvl6pPr>
            <a:lvl7pPr lvl="6" rtl="0" algn="ctr">
              <a:lnSpc>
                <a:spcPct val="100000"/>
              </a:lnSpc>
              <a:spcBef>
                <a:spcPts val="0"/>
              </a:spcBef>
              <a:spcAft>
                <a:spcPts val="0"/>
              </a:spcAft>
              <a:buSzPts val="6000"/>
              <a:buNone/>
              <a:defRPr sz="6000"/>
            </a:lvl7pPr>
            <a:lvl8pPr lvl="7" rtl="0" algn="ctr">
              <a:lnSpc>
                <a:spcPct val="100000"/>
              </a:lnSpc>
              <a:spcBef>
                <a:spcPts val="0"/>
              </a:spcBef>
              <a:spcAft>
                <a:spcPts val="0"/>
              </a:spcAft>
              <a:buSzPts val="6000"/>
              <a:buNone/>
              <a:defRPr sz="6000"/>
            </a:lvl8pPr>
            <a:lvl9pPr lvl="8" rtl="0" algn="ctr">
              <a:lnSpc>
                <a:spcPct val="100000"/>
              </a:lnSpc>
              <a:spcBef>
                <a:spcPts val="0"/>
              </a:spcBef>
              <a:spcAft>
                <a:spcPts val="0"/>
              </a:spcAft>
              <a:buSzPts val="6000"/>
              <a:buNone/>
              <a:defRPr sz="60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7" name="Shape 1767"/>
        <p:cNvGrpSpPr/>
        <p:nvPr/>
      </p:nvGrpSpPr>
      <p:grpSpPr>
        <a:xfrm>
          <a:off x="0" y="0"/>
          <a:ext cx="0" cy="0"/>
          <a:chOff x="0" y="0"/>
          <a:chExt cx="0" cy="0"/>
        </a:xfrm>
      </p:grpSpPr>
      <p:sp>
        <p:nvSpPr>
          <p:cNvPr id="1768" name="Google Shape;1768;p123"/>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23"/>
          <p:cNvSpPr txBox="1"/>
          <p:nvPr>
            <p:ph type="title"/>
          </p:nvPr>
        </p:nvSpPr>
        <p:spPr>
          <a:xfrm>
            <a:off x="2371700" y="1356525"/>
            <a:ext cx="44004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1770" name="Google Shape;1770;p123"/>
          <p:cNvSpPr txBox="1"/>
          <p:nvPr>
            <p:ph idx="1" type="subTitle"/>
          </p:nvPr>
        </p:nvSpPr>
        <p:spPr>
          <a:xfrm>
            <a:off x="2372317" y="2217075"/>
            <a:ext cx="4400100" cy="156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grpSp>
        <p:nvGrpSpPr>
          <p:cNvPr id="1771" name="Google Shape;1771;p123"/>
          <p:cNvGrpSpPr/>
          <p:nvPr/>
        </p:nvGrpSpPr>
        <p:grpSpPr>
          <a:xfrm rot="544898">
            <a:off x="7445424" y="2480334"/>
            <a:ext cx="1480057" cy="2886420"/>
            <a:chOff x="6945350" y="145425"/>
            <a:chExt cx="317325" cy="618850"/>
          </a:xfrm>
        </p:grpSpPr>
        <p:sp>
          <p:nvSpPr>
            <p:cNvPr id="1772" name="Google Shape;1772;p123"/>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23"/>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23"/>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123"/>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6" name="Google Shape;1776;p123"/>
          <p:cNvGrpSpPr/>
          <p:nvPr/>
        </p:nvGrpSpPr>
        <p:grpSpPr>
          <a:xfrm rot="-2019428">
            <a:off x="173931" y="276323"/>
            <a:ext cx="1078938" cy="1614954"/>
            <a:chOff x="7166500" y="-57275"/>
            <a:chExt cx="414050" cy="619750"/>
          </a:xfrm>
        </p:grpSpPr>
        <p:sp>
          <p:nvSpPr>
            <p:cNvPr id="1777" name="Google Shape;1777;p123"/>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23"/>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23"/>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23"/>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1" name="Google Shape;1781;p123"/>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2" name="Google Shape;1782;p123"/>
          <p:cNvGrpSpPr/>
          <p:nvPr/>
        </p:nvGrpSpPr>
        <p:grpSpPr>
          <a:xfrm>
            <a:off x="6882210" y="4033046"/>
            <a:ext cx="609207" cy="609207"/>
            <a:chOff x="3796125" y="-35750"/>
            <a:chExt cx="773400" cy="773400"/>
          </a:xfrm>
        </p:grpSpPr>
        <p:sp>
          <p:nvSpPr>
            <p:cNvPr id="1783" name="Google Shape;1783;p123"/>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23"/>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5" name="Google Shape;1785;p123"/>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86" name="Shape 1786"/>
        <p:cNvGrpSpPr/>
        <p:nvPr/>
      </p:nvGrpSpPr>
      <p:grpSpPr>
        <a:xfrm>
          <a:off x="0" y="0"/>
          <a:ext cx="0" cy="0"/>
          <a:chOff x="0" y="0"/>
          <a:chExt cx="0" cy="0"/>
        </a:xfrm>
      </p:grpSpPr>
      <p:sp>
        <p:nvSpPr>
          <p:cNvPr id="1787" name="Google Shape;1787;p124"/>
          <p:cNvSpPr txBox="1"/>
          <p:nvPr>
            <p:ph type="title"/>
          </p:nvPr>
        </p:nvSpPr>
        <p:spPr>
          <a:xfrm>
            <a:off x="713400" y="426536"/>
            <a:ext cx="2496600" cy="2031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sz="3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88" name="Shape 1788"/>
        <p:cNvGrpSpPr/>
        <p:nvPr/>
      </p:nvGrpSpPr>
      <p:grpSpPr>
        <a:xfrm>
          <a:off x="0" y="0"/>
          <a:ext cx="0" cy="0"/>
          <a:chOff x="0" y="0"/>
          <a:chExt cx="0" cy="0"/>
        </a:xfrm>
      </p:grpSpPr>
      <p:sp>
        <p:nvSpPr>
          <p:cNvPr id="1789" name="Google Shape;1789;p125"/>
          <p:cNvSpPr txBox="1"/>
          <p:nvPr>
            <p:ph hasCustomPrompt="1" type="title"/>
          </p:nvPr>
        </p:nvSpPr>
        <p:spPr>
          <a:xfrm>
            <a:off x="2493475" y="1733875"/>
            <a:ext cx="4157100" cy="113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200"/>
              <a:buNone/>
              <a:defRPr sz="7200"/>
            </a:lvl1pPr>
            <a:lvl2pPr lvl="1" rtl="0" algn="ctr">
              <a:spcBef>
                <a:spcPts val="0"/>
              </a:spcBef>
              <a:spcAft>
                <a:spcPts val="0"/>
              </a:spcAft>
              <a:buSzPts val="8200"/>
              <a:buNone/>
              <a:defRPr sz="8200"/>
            </a:lvl2pPr>
            <a:lvl3pPr lvl="2" rtl="0" algn="ctr">
              <a:spcBef>
                <a:spcPts val="0"/>
              </a:spcBef>
              <a:spcAft>
                <a:spcPts val="0"/>
              </a:spcAft>
              <a:buSzPts val="8200"/>
              <a:buNone/>
              <a:defRPr sz="8200"/>
            </a:lvl3pPr>
            <a:lvl4pPr lvl="3" rtl="0" algn="ctr">
              <a:spcBef>
                <a:spcPts val="0"/>
              </a:spcBef>
              <a:spcAft>
                <a:spcPts val="0"/>
              </a:spcAft>
              <a:buSzPts val="8200"/>
              <a:buNone/>
              <a:defRPr sz="8200"/>
            </a:lvl4pPr>
            <a:lvl5pPr lvl="4" rtl="0" algn="ctr">
              <a:spcBef>
                <a:spcPts val="0"/>
              </a:spcBef>
              <a:spcAft>
                <a:spcPts val="0"/>
              </a:spcAft>
              <a:buSzPts val="8200"/>
              <a:buNone/>
              <a:defRPr sz="8200"/>
            </a:lvl5pPr>
            <a:lvl6pPr lvl="5" rtl="0" algn="ctr">
              <a:spcBef>
                <a:spcPts val="0"/>
              </a:spcBef>
              <a:spcAft>
                <a:spcPts val="0"/>
              </a:spcAft>
              <a:buSzPts val="8200"/>
              <a:buNone/>
              <a:defRPr sz="8200"/>
            </a:lvl6pPr>
            <a:lvl7pPr lvl="6" rtl="0" algn="ctr">
              <a:spcBef>
                <a:spcPts val="0"/>
              </a:spcBef>
              <a:spcAft>
                <a:spcPts val="0"/>
              </a:spcAft>
              <a:buSzPts val="8200"/>
              <a:buNone/>
              <a:defRPr sz="8200"/>
            </a:lvl7pPr>
            <a:lvl8pPr lvl="7" rtl="0" algn="ctr">
              <a:spcBef>
                <a:spcPts val="0"/>
              </a:spcBef>
              <a:spcAft>
                <a:spcPts val="0"/>
              </a:spcAft>
              <a:buSzPts val="8200"/>
              <a:buNone/>
              <a:defRPr sz="8200"/>
            </a:lvl8pPr>
            <a:lvl9pPr lvl="8" rtl="0" algn="ctr">
              <a:spcBef>
                <a:spcPts val="0"/>
              </a:spcBef>
              <a:spcAft>
                <a:spcPts val="0"/>
              </a:spcAft>
              <a:buSzPts val="8200"/>
              <a:buNone/>
              <a:defRPr sz="8200"/>
            </a:lvl9pPr>
          </a:lstStyle>
          <a:p>
            <a:r>
              <a:t>xx%</a:t>
            </a:r>
          </a:p>
        </p:txBody>
      </p:sp>
      <p:sp>
        <p:nvSpPr>
          <p:cNvPr id="1790" name="Google Shape;1790;p125"/>
          <p:cNvSpPr txBox="1"/>
          <p:nvPr>
            <p:ph idx="1" type="subTitle"/>
          </p:nvPr>
        </p:nvSpPr>
        <p:spPr>
          <a:xfrm>
            <a:off x="2846875" y="2794050"/>
            <a:ext cx="3450000" cy="7389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b="1" sz="1800"/>
            </a:lvl2pPr>
            <a:lvl3pPr lvl="2" rtl="0" algn="ctr">
              <a:spcBef>
                <a:spcPts val="0"/>
              </a:spcBef>
              <a:spcAft>
                <a:spcPts val="0"/>
              </a:spcAft>
              <a:buNone/>
              <a:defRPr b="1" sz="1800"/>
            </a:lvl3pPr>
            <a:lvl4pPr lvl="3" rtl="0" algn="ctr">
              <a:spcBef>
                <a:spcPts val="0"/>
              </a:spcBef>
              <a:spcAft>
                <a:spcPts val="0"/>
              </a:spcAft>
              <a:buNone/>
              <a:defRPr b="1" sz="1800"/>
            </a:lvl4pPr>
            <a:lvl5pPr lvl="4" rtl="0" algn="ctr">
              <a:spcBef>
                <a:spcPts val="0"/>
              </a:spcBef>
              <a:spcAft>
                <a:spcPts val="0"/>
              </a:spcAft>
              <a:buNone/>
              <a:defRPr b="1" sz="1800"/>
            </a:lvl5pPr>
            <a:lvl6pPr lvl="5" rtl="0" algn="ctr">
              <a:spcBef>
                <a:spcPts val="0"/>
              </a:spcBef>
              <a:spcAft>
                <a:spcPts val="0"/>
              </a:spcAft>
              <a:buNone/>
              <a:defRPr b="1" sz="1800"/>
            </a:lvl6pPr>
            <a:lvl7pPr lvl="6" rtl="0" algn="ctr">
              <a:spcBef>
                <a:spcPts val="0"/>
              </a:spcBef>
              <a:spcAft>
                <a:spcPts val="0"/>
              </a:spcAft>
              <a:buNone/>
              <a:defRPr b="1" sz="1800"/>
            </a:lvl7pPr>
            <a:lvl8pPr lvl="7" rtl="0" algn="ctr">
              <a:spcBef>
                <a:spcPts val="0"/>
              </a:spcBef>
              <a:spcAft>
                <a:spcPts val="0"/>
              </a:spcAft>
              <a:buNone/>
              <a:defRPr b="1" sz="1800"/>
            </a:lvl8pPr>
            <a:lvl9pPr lvl="8" rtl="0" algn="ctr">
              <a:spcBef>
                <a:spcPts val="0"/>
              </a:spcBef>
              <a:spcAft>
                <a:spcPts val="0"/>
              </a:spcAft>
              <a:buNone/>
              <a:defRPr b="1" sz="1800"/>
            </a:lvl9pPr>
          </a:lstStyle>
          <a:p/>
        </p:txBody>
      </p:sp>
      <p:sp>
        <p:nvSpPr>
          <p:cNvPr id="1791" name="Google Shape;1791;p125"/>
          <p:cNvSpPr/>
          <p:nvPr/>
        </p:nvSpPr>
        <p:spPr>
          <a:xfrm>
            <a:off x="135078" y="1158431"/>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125"/>
          <p:cNvSpPr/>
          <p:nvPr/>
        </p:nvSpPr>
        <p:spPr>
          <a:xfrm flipH="1">
            <a:off x="7183578" y="3848356"/>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25"/>
          <p:cNvSpPr/>
          <p:nvPr/>
        </p:nvSpPr>
        <p:spPr>
          <a:xfrm>
            <a:off x="-841766" y="-142767"/>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25"/>
          <p:cNvSpPr/>
          <p:nvPr/>
        </p:nvSpPr>
        <p:spPr>
          <a:xfrm>
            <a:off x="7956534" y="3982408"/>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5" name="Google Shape;1795;p125"/>
          <p:cNvGrpSpPr/>
          <p:nvPr/>
        </p:nvGrpSpPr>
        <p:grpSpPr>
          <a:xfrm>
            <a:off x="-702494" y="2003298"/>
            <a:ext cx="3425319" cy="3934103"/>
            <a:chOff x="-702494" y="2003298"/>
            <a:chExt cx="3425319" cy="3934103"/>
          </a:xfrm>
        </p:grpSpPr>
        <p:grpSp>
          <p:nvGrpSpPr>
            <p:cNvPr id="1796" name="Google Shape;1796;p125"/>
            <p:cNvGrpSpPr/>
            <p:nvPr/>
          </p:nvGrpSpPr>
          <p:grpSpPr>
            <a:xfrm rot="1756180">
              <a:off x="-9676" y="2287004"/>
              <a:ext cx="2039685" cy="3366690"/>
              <a:chOff x="839075" y="2285650"/>
              <a:chExt cx="692675" cy="1143325"/>
            </a:xfrm>
          </p:grpSpPr>
          <p:sp>
            <p:nvSpPr>
              <p:cNvPr id="1797" name="Google Shape;1797;p125"/>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125"/>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25"/>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25"/>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25"/>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25"/>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25"/>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25"/>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5" name="Google Shape;1805;p125"/>
            <p:cNvSpPr/>
            <p:nvPr/>
          </p:nvSpPr>
          <p:spPr>
            <a:xfrm rot="301042">
              <a:off x="814248" y="32897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125"/>
            <p:cNvSpPr/>
            <p:nvPr/>
          </p:nvSpPr>
          <p:spPr>
            <a:xfrm rot="301042">
              <a:off x="4748" y="427047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125"/>
            <p:cNvSpPr/>
            <p:nvPr/>
          </p:nvSpPr>
          <p:spPr>
            <a:xfrm rot="301042">
              <a:off x="1916798" y="37201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25"/>
            <p:cNvSpPr/>
            <p:nvPr/>
          </p:nvSpPr>
          <p:spPr>
            <a:xfrm rot="301042">
              <a:off x="647473" y="529352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9" name="Google Shape;1809;p125"/>
          <p:cNvGrpSpPr/>
          <p:nvPr/>
        </p:nvGrpSpPr>
        <p:grpSpPr>
          <a:xfrm>
            <a:off x="6478194" y="-430877"/>
            <a:ext cx="3425319" cy="3934103"/>
            <a:chOff x="6478194" y="-430877"/>
            <a:chExt cx="3425319" cy="3934103"/>
          </a:xfrm>
        </p:grpSpPr>
        <p:grpSp>
          <p:nvGrpSpPr>
            <p:cNvPr id="1810" name="Google Shape;1810;p125"/>
            <p:cNvGrpSpPr/>
            <p:nvPr/>
          </p:nvGrpSpPr>
          <p:grpSpPr>
            <a:xfrm flipH="1" rot="9043820">
              <a:off x="7171011" y="-147171"/>
              <a:ext cx="2039685" cy="3366690"/>
              <a:chOff x="839075" y="2285650"/>
              <a:chExt cx="692675" cy="1143325"/>
            </a:xfrm>
          </p:grpSpPr>
          <p:sp>
            <p:nvSpPr>
              <p:cNvPr id="1811" name="Google Shape;1811;p125"/>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25"/>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25"/>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125"/>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125"/>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25"/>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125"/>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25"/>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9" name="Google Shape;1819;p125"/>
            <p:cNvSpPr/>
            <p:nvPr/>
          </p:nvSpPr>
          <p:spPr>
            <a:xfrm rot="301094">
              <a:off x="7804366" y="-97593"/>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125"/>
            <p:cNvSpPr/>
            <p:nvPr/>
          </p:nvSpPr>
          <p:spPr>
            <a:xfrm rot="301094">
              <a:off x="7162316" y="96780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125"/>
            <p:cNvSpPr/>
            <p:nvPr/>
          </p:nvSpPr>
          <p:spPr>
            <a:xfrm rot="301094">
              <a:off x="9102616" y="154635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822" name="Shape 1822"/>
        <p:cNvGrpSpPr/>
        <p:nvPr/>
      </p:nvGrpSpPr>
      <p:grpSpPr>
        <a:xfrm>
          <a:off x="0" y="0"/>
          <a:ext cx="0" cy="0"/>
          <a:chOff x="0" y="0"/>
          <a:chExt cx="0" cy="0"/>
        </a:xfrm>
      </p:grpSpPr>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
    <p:spTree>
      <p:nvGrpSpPr>
        <p:cNvPr id="1823" name="Shape 1823"/>
        <p:cNvGrpSpPr/>
        <p:nvPr/>
      </p:nvGrpSpPr>
      <p:grpSpPr>
        <a:xfrm>
          <a:off x="0" y="0"/>
          <a:ext cx="0" cy="0"/>
          <a:chOff x="0" y="0"/>
          <a:chExt cx="0" cy="0"/>
        </a:xfrm>
      </p:grpSpPr>
      <p:sp>
        <p:nvSpPr>
          <p:cNvPr id="1824" name="Google Shape;1824;p127"/>
          <p:cNvSpPr/>
          <p:nvPr/>
        </p:nvSpPr>
        <p:spPr>
          <a:xfrm flipH="1">
            <a:off x="6421171" y="-339547"/>
            <a:ext cx="2322776" cy="106681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5" name="Google Shape;1825;p127"/>
          <p:cNvGrpSpPr/>
          <p:nvPr/>
        </p:nvGrpSpPr>
        <p:grpSpPr>
          <a:xfrm>
            <a:off x="5997322" y="-282391"/>
            <a:ext cx="1424653" cy="1474656"/>
            <a:chOff x="5556925" y="2802275"/>
            <a:chExt cx="757875" cy="784475"/>
          </a:xfrm>
        </p:grpSpPr>
        <p:sp>
          <p:nvSpPr>
            <p:cNvPr id="1826" name="Google Shape;1826;p127"/>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27"/>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127"/>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27"/>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127"/>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27"/>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27"/>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27"/>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127"/>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127"/>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127"/>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127"/>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127"/>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127"/>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127"/>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27"/>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27"/>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27"/>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127"/>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127"/>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127"/>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7" name="Google Shape;1847;p127"/>
          <p:cNvSpPr txBox="1"/>
          <p:nvPr>
            <p:ph idx="1" type="subTitle"/>
          </p:nvPr>
        </p:nvSpPr>
        <p:spPr>
          <a:xfrm>
            <a:off x="1769358" y="2146325"/>
            <a:ext cx="26709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848" name="Google Shape;1848;p127"/>
          <p:cNvSpPr txBox="1"/>
          <p:nvPr>
            <p:ph idx="2" type="subTitle"/>
          </p:nvPr>
        </p:nvSpPr>
        <p:spPr>
          <a:xfrm>
            <a:off x="5761834" y="21463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849" name="Google Shape;1849;p127"/>
          <p:cNvSpPr txBox="1"/>
          <p:nvPr>
            <p:ph idx="3" type="subTitle"/>
          </p:nvPr>
        </p:nvSpPr>
        <p:spPr>
          <a:xfrm>
            <a:off x="1771412" y="3816325"/>
            <a:ext cx="26718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850" name="Google Shape;1850;p127"/>
          <p:cNvSpPr txBox="1"/>
          <p:nvPr>
            <p:ph idx="4" type="subTitle"/>
          </p:nvPr>
        </p:nvSpPr>
        <p:spPr>
          <a:xfrm>
            <a:off x="5761750" y="38369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851" name="Google Shape;1851;p127"/>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852" name="Google Shape;1852;p127"/>
          <p:cNvSpPr txBox="1"/>
          <p:nvPr>
            <p:ph idx="5" type="title"/>
          </p:nvPr>
        </p:nvSpPr>
        <p:spPr>
          <a:xfrm>
            <a:off x="1768063" y="1448125"/>
            <a:ext cx="26694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53" name="Google Shape;1853;p127"/>
          <p:cNvSpPr txBox="1"/>
          <p:nvPr>
            <p:ph idx="6" type="title"/>
          </p:nvPr>
        </p:nvSpPr>
        <p:spPr>
          <a:xfrm>
            <a:off x="5760537" y="14481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54" name="Google Shape;1854;p127"/>
          <p:cNvSpPr txBox="1"/>
          <p:nvPr>
            <p:ph idx="7" type="title"/>
          </p:nvPr>
        </p:nvSpPr>
        <p:spPr>
          <a:xfrm>
            <a:off x="1771649" y="3116125"/>
            <a:ext cx="26709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55" name="Google Shape;1855;p127"/>
          <p:cNvSpPr txBox="1"/>
          <p:nvPr>
            <p:ph idx="8" type="title"/>
          </p:nvPr>
        </p:nvSpPr>
        <p:spPr>
          <a:xfrm>
            <a:off x="5761973" y="31367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56" name="Google Shape;1856;p127"/>
          <p:cNvSpPr txBox="1"/>
          <p:nvPr>
            <p:ph hasCustomPrompt="1" idx="9" type="title"/>
          </p:nvPr>
        </p:nvSpPr>
        <p:spPr>
          <a:xfrm>
            <a:off x="864512"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857" name="Google Shape;1857;p127"/>
          <p:cNvSpPr txBox="1"/>
          <p:nvPr>
            <p:ph hasCustomPrompt="1" idx="13" type="title"/>
          </p:nvPr>
        </p:nvSpPr>
        <p:spPr>
          <a:xfrm>
            <a:off x="4856987"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858" name="Google Shape;1858;p127"/>
          <p:cNvSpPr txBox="1"/>
          <p:nvPr>
            <p:ph hasCustomPrompt="1" idx="14" type="title"/>
          </p:nvPr>
        </p:nvSpPr>
        <p:spPr>
          <a:xfrm>
            <a:off x="864512"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1859" name="Google Shape;1859;p127"/>
          <p:cNvSpPr txBox="1"/>
          <p:nvPr>
            <p:ph hasCustomPrompt="1" idx="15" type="title"/>
          </p:nvPr>
        </p:nvSpPr>
        <p:spPr>
          <a:xfrm>
            <a:off x="4856987"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cxnSp>
        <p:nvCxnSpPr>
          <p:cNvPr id="1860" name="Google Shape;1860;p127"/>
          <p:cNvCxnSpPr/>
          <p:nvPr/>
        </p:nvCxnSpPr>
        <p:spPr>
          <a:xfrm flipH="1" rot="10800000">
            <a:off x="-133350" y="1514625"/>
            <a:ext cx="495300" cy="361800"/>
          </a:xfrm>
          <a:prstGeom prst="straightConnector1">
            <a:avLst/>
          </a:prstGeom>
          <a:noFill/>
          <a:ln cap="rnd" cmpd="sng" w="38100">
            <a:solidFill>
              <a:schemeClr val="accent3"/>
            </a:solidFill>
            <a:prstDash val="solid"/>
            <a:round/>
            <a:headEnd len="med" w="med" type="none"/>
            <a:tailEnd len="med" w="med" type="none"/>
          </a:ln>
        </p:spPr>
      </p:cxnSp>
      <p:sp>
        <p:nvSpPr>
          <p:cNvPr id="1861" name="Google Shape;1861;p127"/>
          <p:cNvSpPr/>
          <p:nvPr/>
        </p:nvSpPr>
        <p:spPr>
          <a:xfrm>
            <a:off x="176517" y="134486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27"/>
          <p:cNvSpPr/>
          <p:nvPr/>
        </p:nvSpPr>
        <p:spPr>
          <a:xfrm>
            <a:off x="7929192" y="6819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27"/>
          <p:cNvSpPr/>
          <p:nvPr/>
        </p:nvSpPr>
        <p:spPr>
          <a:xfrm>
            <a:off x="8568042" y="44373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64" name="Google Shape;1864;p127"/>
          <p:cNvCxnSpPr/>
          <p:nvPr/>
        </p:nvCxnSpPr>
        <p:spPr>
          <a:xfrm>
            <a:off x="8743950" y="4667250"/>
            <a:ext cx="114300" cy="552600"/>
          </a:xfrm>
          <a:prstGeom prst="straightConnector1">
            <a:avLst/>
          </a:prstGeom>
          <a:noFill/>
          <a:ln cap="rnd" cmpd="sng" w="38100">
            <a:solidFill>
              <a:schemeClr val="accent3"/>
            </a:solidFill>
            <a:prstDash val="solid"/>
            <a:round/>
            <a:headEnd len="med" w="med" type="none"/>
            <a:tailEnd len="med" w="med" type="none"/>
          </a:ln>
        </p:spPr>
      </p:cxnSp>
      <p:sp>
        <p:nvSpPr>
          <p:cNvPr id="1865" name="Google Shape;1865;p127"/>
          <p:cNvSpPr/>
          <p:nvPr/>
        </p:nvSpPr>
        <p:spPr>
          <a:xfrm>
            <a:off x="3732025" y="4434922"/>
            <a:ext cx="1679940" cy="77157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127"/>
          <p:cNvSpPr/>
          <p:nvPr/>
        </p:nvSpPr>
        <p:spPr>
          <a:xfrm>
            <a:off x="-338654" y="4070374"/>
            <a:ext cx="1203166" cy="55259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7" name="Google Shape;1867;p127"/>
          <p:cNvGrpSpPr/>
          <p:nvPr/>
        </p:nvGrpSpPr>
        <p:grpSpPr>
          <a:xfrm flipH="1">
            <a:off x="-457210" y="4457782"/>
            <a:ext cx="1732881" cy="1793702"/>
            <a:chOff x="5556925" y="2802275"/>
            <a:chExt cx="757875" cy="784475"/>
          </a:xfrm>
        </p:grpSpPr>
        <p:sp>
          <p:nvSpPr>
            <p:cNvPr id="1868" name="Google Shape;1868;p127"/>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27"/>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127"/>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127"/>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127"/>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127"/>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127"/>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127"/>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127"/>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127"/>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127"/>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27"/>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27"/>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27"/>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27"/>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127"/>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27"/>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27"/>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127"/>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27"/>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27"/>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89" name="Google Shape;1889;p127"/>
          <p:cNvCxnSpPr/>
          <p:nvPr/>
        </p:nvCxnSpPr>
        <p:spPr>
          <a:xfrm>
            <a:off x="8115300" y="866725"/>
            <a:ext cx="1124100" cy="904800"/>
          </a:xfrm>
          <a:prstGeom prst="straightConnector1">
            <a:avLst/>
          </a:prstGeom>
          <a:noFill/>
          <a:ln cap="rnd" cmpd="sng" w="38100">
            <a:solidFill>
              <a:schemeClr val="accent3"/>
            </a:solidFill>
            <a:prstDash val="solid"/>
            <a:round/>
            <a:headEnd len="med" w="med" type="none"/>
            <a:tailEnd len="med" w="med" type="none"/>
          </a:ln>
        </p:spPr>
      </p:cxn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_1">
    <p:spTree>
      <p:nvGrpSpPr>
        <p:cNvPr id="1890" name="Shape 1890"/>
        <p:cNvGrpSpPr/>
        <p:nvPr/>
      </p:nvGrpSpPr>
      <p:grpSpPr>
        <a:xfrm>
          <a:off x="0" y="0"/>
          <a:ext cx="0" cy="0"/>
          <a:chOff x="0" y="0"/>
          <a:chExt cx="0" cy="0"/>
        </a:xfrm>
      </p:grpSpPr>
      <p:sp>
        <p:nvSpPr>
          <p:cNvPr id="1891" name="Google Shape;1891;p128"/>
          <p:cNvSpPr/>
          <p:nvPr/>
        </p:nvSpPr>
        <p:spPr>
          <a:xfrm flipH="1">
            <a:off x="5305400" y="2877625"/>
            <a:ext cx="4705375" cy="226597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2" name="Google Shape;1892;p128"/>
          <p:cNvGrpSpPr/>
          <p:nvPr/>
        </p:nvGrpSpPr>
        <p:grpSpPr>
          <a:xfrm>
            <a:off x="6202042" y="3609324"/>
            <a:ext cx="547954" cy="547954"/>
            <a:chOff x="3796125" y="-35750"/>
            <a:chExt cx="773400" cy="773400"/>
          </a:xfrm>
        </p:grpSpPr>
        <p:sp>
          <p:nvSpPr>
            <p:cNvPr id="1893" name="Google Shape;1893;p12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2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5" name="Google Shape;1895;p128"/>
          <p:cNvSpPr txBox="1"/>
          <p:nvPr>
            <p:ph type="title"/>
          </p:nvPr>
        </p:nvSpPr>
        <p:spPr>
          <a:xfrm>
            <a:off x="1732575" y="3520200"/>
            <a:ext cx="5306400" cy="5541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2400"/>
            </a:lvl1pPr>
            <a:lvl2pPr lvl="1" rtl="0">
              <a:spcBef>
                <a:spcPts val="0"/>
              </a:spcBef>
              <a:spcAft>
                <a:spcPts val="0"/>
              </a:spcAft>
              <a:buNone/>
              <a:defRPr b="1" sz="2400"/>
            </a:lvl2pPr>
            <a:lvl3pPr lvl="2" rtl="0">
              <a:spcBef>
                <a:spcPts val="0"/>
              </a:spcBef>
              <a:spcAft>
                <a:spcPts val="0"/>
              </a:spcAft>
              <a:buNone/>
              <a:defRPr b="1" sz="2400"/>
            </a:lvl3pPr>
            <a:lvl4pPr lvl="3" rtl="0">
              <a:spcBef>
                <a:spcPts val="0"/>
              </a:spcBef>
              <a:spcAft>
                <a:spcPts val="0"/>
              </a:spcAft>
              <a:buNone/>
              <a:defRPr b="1" sz="2400"/>
            </a:lvl4pPr>
            <a:lvl5pPr lvl="4" rtl="0">
              <a:spcBef>
                <a:spcPts val="0"/>
              </a:spcBef>
              <a:spcAft>
                <a:spcPts val="0"/>
              </a:spcAft>
              <a:buNone/>
              <a:defRPr b="1" sz="2400"/>
            </a:lvl5pPr>
            <a:lvl6pPr lvl="5" rtl="0">
              <a:spcBef>
                <a:spcPts val="0"/>
              </a:spcBef>
              <a:spcAft>
                <a:spcPts val="0"/>
              </a:spcAft>
              <a:buNone/>
              <a:defRPr b="1" sz="2400"/>
            </a:lvl6pPr>
            <a:lvl7pPr lvl="6" rtl="0">
              <a:spcBef>
                <a:spcPts val="0"/>
              </a:spcBef>
              <a:spcAft>
                <a:spcPts val="0"/>
              </a:spcAft>
              <a:buNone/>
              <a:defRPr b="1" sz="2400"/>
            </a:lvl7pPr>
            <a:lvl8pPr lvl="7" rtl="0">
              <a:spcBef>
                <a:spcPts val="0"/>
              </a:spcBef>
              <a:spcAft>
                <a:spcPts val="0"/>
              </a:spcAft>
              <a:buNone/>
              <a:defRPr b="1" sz="2400"/>
            </a:lvl8pPr>
            <a:lvl9pPr lvl="8" rtl="0">
              <a:spcBef>
                <a:spcPts val="0"/>
              </a:spcBef>
              <a:spcAft>
                <a:spcPts val="0"/>
              </a:spcAft>
              <a:buNone/>
              <a:defRPr b="1" sz="2400"/>
            </a:lvl9pPr>
          </a:lstStyle>
          <a:p/>
        </p:txBody>
      </p:sp>
      <p:sp>
        <p:nvSpPr>
          <p:cNvPr id="1896" name="Google Shape;1896;p128"/>
          <p:cNvSpPr txBox="1"/>
          <p:nvPr>
            <p:ph idx="1" type="subTitle"/>
          </p:nvPr>
        </p:nvSpPr>
        <p:spPr>
          <a:xfrm>
            <a:off x="1732623" y="1488300"/>
            <a:ext cx="5306400" cy="2031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lvl1pPr>
            <a:lvl2pPr lvl="1" rtl="0">
              <a:spcBef>
                <a:spcPts val="0"/>
              </a:spcBef>
              <a:spcAft>
                <a:spcPts val="0"/>
              </a:spcAft>
              <a:buNone/>
              <a:defRPr b="1" sz="3000"/>
            </a:lvl2pPr>
            <a:lvl3pPr lvl="2" rtl="0">
              <a:spcBef>
                <a:spcPts val="0"/>
              </a:spcBef>
              <a:spcAft>
                <a:spcPts val="0"/>
              </a:spcAft>
              <a:buNone/>
              <a:defRPr b="1" sz="3000"/>
            </a:lvl3pPr>
            <a:lvl4pPr lvl="3" rtl="0">
              <a:spcBef>
                <a:spcPts val="0"/>
              </a:spcBef>
              <a:spcAft>
                <a:spcPts val="0"/>
              </a:spcAft>
              <a:buNone/>
              <a:defRPr b="1" sz="3000"/>
            </a:lvl4pPr>
            <a:lvl5pPr lvl="4" rtl="0">
              <a:spcBef>
                <a:spcPts val="0"/>
              </a:spcBef>
              <a:spcAft>
                <a:spcPts val="0"/>
              </a:spcAft>
              <a:buNone/>
              <a:defRPr b="1" sz="3000"/>
            </a:lvl5pPr>
            <a:lvl6pPr lvl="5" rtl="0">
              <a:spcBef>
                <a:spcPts val="0"/>
              </a:spcBef>
              <a:spcAft>
                <a:spcPts val="0"/>
              </a:spcAft>
              <a:buNone/>
              <a:defRPr b="1" sz="3000"/>
            </a:lvl6pPr>
            <a:lvl7pPr lvl="6" rtl="0">
              <a:spcBef>
                <a:spcPts val="0"/>
              </a:spcBef>
              <a:spcAft>
                <a:spcPts val="0"/>
              </a:spcAft>
              <a:buNone/>
              <a:defRPr b="1" sz="3000"/>
            </a:lvl7pPr>
            <a:lvl8pPr lvl="7" rtl="0">
              <a:spcBef>
                <a:spcPts val="0"/>
              </a:spcBef>
              <a:spcAft>
                <a:spcPts val="0"/>
              </a:spcAft>
              <a:buNone/>
              <a:defRPr b="1" sz="3000"/>
            </a:lvl8pPr>
            <a:lvl9pPr lvl="8" rtl="0">
              <a:spcBef>
                <a:spcPts val="0"/>
              </a:spcBef>
              <a:spcAft>
                <a:spcPts val="0"/>
              </a:spcAft>
              <a:buNone/>
              <a:defRPr b="1" sz="3000"/>
            </a:lvl9pPr>
          </a:lstStyle>
          <a:p/>
        </p:txBody>
      </p:sp>
      <p:sp>
        <p:nvSpPr>
          <p:cNvPr id="1897" name="Google Shape;1897;p128"/>
          <p:cNvSpPr/>
          <p:nvPr/>
        </p:nvSpPr>
        <p:spPr>
          <a:xfrm flipH="1" rot="10800000">
            <a:off x="-400075" y="-1"/>
            <a:ext cx="3114701" cy="149995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128"/>
          <p:cNvSpPr/>
          <p:nvPr/>
        </p:nvSpPr>
        <p:spPr>
          <a:xfrm flipH="1">
            <a:off x="3145812" y="-450874"/>
            <a:ext cx="3160647" cy="114656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1899" name="Shape 1899"/>
        <p:cNvGrpSpPr/>
        <p:nvPr/>
      </p:nvGrpSpPr>
      <p:grpSpPr>
        <a:xfrm>
          <a:off x="0" y="0"/>
          <a:ext cx="0" cy="0"/>
          <a:chOff x="0" y="0"/>
          <a:chExt cx="0" cy="0"/>
        </a:xfrm>
      </p:grpSpPr>
      <p:sp>
        <p:nvSpPr>
          <p:cNvPr id="1900" name="Google Shape;1900;p129"/>
          <p:cNvSpPr txBox="1"/>
          <p:nvPr>
            <p:ph hasCustomPrompt="1" type="title"/>
          </p:nvPr>
        </p:nvSpPr>
        <p:spPr>
          <a:xfrm>
            <a:off x="740272" y="159310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1901" name="Google Shape;1901;p129"/>
          <p:cNvSpPr txBox="1"/>
          <p:nvPr>
            <p:ph idx="1" type="subTitle"/>
          </p:nvPr>
        </p:nvSpPr>
        <p:spPr>
          <a:xfrm>
            <a:off x="1114225" y="3865188"/>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1902" name="Google Shape;1902;p129"/>
          <p:cNvSpPr txBox="1"/>
          <p:nvPr>
            <p:ph idx="2" type="title"/>
          </p:nvPr>
        </p:nvSpPr>
        <p:spPr>
          <a:xfrm>
            <a:off x="1114225" y="2572200"/>
            <a:ext cx="40422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1903" name="Google Shape;1903;p129"/>
          <p:cNvSpPr/>
          <p:nvPr/>
        </p:nvSpPr>
        <p:spPr>
          <a:xfrm rot="10800000">
            <a:off x="40196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29"/>
          <p:cNvSpPr/>
          <p:nvPr/>
        </p:nvSpPr>
        <p:spPr>
          <a:xfrm flipH="1" rot="-301044">
            <a:off x="2784275" y="232049"/>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29"/>
          <p:cNvSpPr/>
          <p:nvPr/>
        </p:nvSpPr>
        <p:spPr>
          <a:xfrm>
            <a:off x="-281733" y="452082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1906" name="Shape 1906"/>
        <p:cNvGrpSpPr/>
        <p:nvPr/>
      </p:nvGrpSpPr>
      <p:grpSpPr>
        <a:xfrm>
          <a:off x="0" y="0"/>
          <a:ext cx="0" cy="0"/>
          <a:chOff x="0" y="0"/>
          <a:chExt cx="0" cy="0"/>
        </a:xfrm>
      </p:grpSpPr>
      <p:sp>
        <p:nvSpPr>
          <p:cNvPr id="1907" name="Google Shape;1907;p130"/>
          <p:cNvSpPr txBox="1"/>
          <p:nvPr>
            <p:ph idx="1" type="subTitle"/>
          </p:nvPr>
        </p:nvSpPr>
        <p:spPr>
          <a:xfrm>
            <a:off x="3910213" y="927630"/>
            <a:ext cx="36129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08" name="Google Shape;1908;p130"/>
          <p:cNvSpPr txBox="1"/>
          <p:nvPr>
            <p:ph idx="2" type="subTitle"/>
          </p:nvPr>
        </p:nvSpPr>
        <p:spPr>
          <a:xfrm>
            <a:off x="3911113" y="2314801"/>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09" name="Google Shape;1909;p130"/>
          <p:cNvSpPr txBox="1"/>
          <p:nvPr>
            <p:ph hasCustomPrompt="1" type="title"/>
          </p:nvPr>
        </p:nvSpPr>
        <p:spPr>
          <a:xfrm>
            <a:off x="2094613" y="854304"/>
            <a:ext cx="13971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1910" name="Google Shape;1910;p130"/>
          <p:cNvSpPr txBox="1"/>
          <p:nvPr>
            <p:ph hasCustomPrompt="1" idx="3" type="title"/>
          </p:nvPr>
        </p:nvSpPr>
        <p:spPr>
          <a:xfrm>
            <a:off x="2095098" y="2241475"/>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1911" name="Google Shape;1911;p130"/>
          <p:cNvSpPr txBox="1"/>
          <p:nvPr>
            <p:ph idx="4" type="title"/>
          </p:nvPr>
        </p:nvSpPr>
        <p:spPr>
          <a:xfrm>
            <a:off x="3910213" y="481529"/>
            <a:ext cx="36093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12" name="Google Shape;1912;p130"/>
          <p:cNvSpPr txBox="1"/>
          <p:nvPr>
            <p:ph idx="5" type="title"/>
          </p:nvPr>
        </p:nvSpPr>
        <p:spPr>
          <a:xfrm>
            <a:off x="3911113" y="1868700"/>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13" name="Google Shape;1913;p130"/>
          <p:cNvSpPr txBox="1"/>
          <p:nvPr>
            <p:ph idx="6" type="subTitle"/>
          </p:nvPr>
        </p:nvSpPr>
        <p:spPr>
          <a:xfrm>
            <a:off x="3911113" y="3700363"/>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14" name="Google Shape;1914;p130"/>
          <p:cNvSpPr txBox="1"/>
          <p:nvPr>
            <p:ph hasCustomPrompt="1" idx="7" type="title"/>
          </p:nvPr>
        </p:nvSpPr>
        <p:spPr>
          <a:xfrm>
            <a:off x="2095098" y="3627038"/>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1915" name="Google Shape;1915;p130"/>
          <p:cNvSpPr txBox="1"/>
          <p:nvPr>
            <p:ph idx="8" type="title"/>
          </p:nvPr>
        </p:nvSpPr>
        <p:spPr>
          <a:xfrm>
            <a:off x="3911113" y="3254263"/>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16" name="Google Shape;1916;p130"/>
          <p:cNvSpPr/>
          <p:nvPr/>
        </p:nvSpPr>
        <p:spPr>
          <a:xfrm rot="-5400000">
            <a:off x="7188506" y="3485240"/>
            <a:ext cx="2639881" cy="127129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130"/>
          <p:cNvSpPr/>
          <p:nvPr/>
        </p:nvSpPr>
        <p:spPr>
          <a:xfrm rot="5400000">
            <a:off x="-734405" y="459087"/>
            <a:ext cx="2833128" cy="13643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130"/>
          <p:cNvSpPr/>
          <p:nvPr/>
        </p:nvSpPr>
        <p:spPr>
          <a:xfrm rot="301049">
            <a:off x="-337103" y="2749362"/>
            <a:ext cx="836305" cy="72540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130"/>
          <p:cNvSpPr/>
          <p:nvPr/>
        </p:nvSpPr>
        <p:spPr>
          <a:xfrm rot="301037">
            <a:off x="8302992" y="2285495"/>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30"/>
          <p:cNvSpPr/>
          <p:nvPr/>
        </p:nvSpPr>
        <p:spPr>
          <a:xfrm>
            <a:off x="8024077" y="-537400"/>
            <a:ext cx="1770000" cy="1770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21" name="Google Shape;1921;p130"/>
          <p:cNvGrpSpPr/>
          <p:nvPr/>
        </p:nvGrpSpPr>
        <p:grpSpPr>
          <a:xfrm>
            <a:off x="7816114" y="269722"/>
            <a:ext cx="539292" cy="539292"/>
            <a:chOff x="3796125" y="-35750"/>
            <a:chExt cx="773400" cy="773400"/>
          </a:xfrm>
        </p:grpSpPr>
        <p:sp>
          <p:nvSpPr>
            <p:cNvPr id="1922" name="Google Shape;1922;p13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3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4" name="Google Shape;1924;p130"/>
          <p:cNvGrpSpPr/>
          <p:nvPr/>
        </p:nvGrpSpPr>
        <p:grpSpPr>
          <a:xfrm>
            <a:off x="529314" y="4256097"/>
            <a:ext cx="539292" cy="539292"/>
            <a:chOff x="3796125" y="-35750"/>
            <a:chExt cx="773400" cy="773400"/>
          </a:xfrm>
        </p:grpSpPr>
        <p:sp>
          <p:nvSpPr>
            <p:cNvPr id="1925" name="Google Shape;1925;p13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13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_1">
    <p:spTree>
      <p:nvGrpSpPr>
        <p:cNvPr id="1927" name="Shape 1927"/>
        <p:cNvGrpSpPr/>
        <p:nvPr/>
      </p:nvGrpSpPr>
      <p:grpSpPr>
        <a:xfrm>
          <a:off x="0" y="0"/>
          <a:ext cx="0" cy="0"/>
          <a:chOff x="0" y="0"/>
          <a:chExt cx="0" cy="0"/>
        </a:xfrm>
      </p:grpSpPr>
      <p:sp>
        <p:nvSpPr>
          <p:cNvPr id="1928" name="Google Shape;1928;p131"/>
          <p:cNvSpPr txBox="1"/>
          <p:nvPr>
            <p:ph idx="1" type="subTitle"/>
          </p:nvPr>
        </p:nvSpPr>
        <p:spPr>
          <a:xfrm>
            <a:off x="794294" y="3012342"/>
            <a:ext cx="22179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29" name="Google Shape;1929;p131"/>
          <p:cNvSpPr txBox="1"/>
          <p:nvPr>
            <p:ph idx="2" type="subTitle"/>
          </p:nvPr>
        </p:nvSpPr>
        <p:spPr>
          <a:xfrm>
            <a:off x="6133050" y="3012337"/>
            <a:ext cx="22161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30" name="Google Shape;1930;p131"/>
          <p:cNvSpPr txBox="1"/>
          <p:nvPr>
            <p:ph idx="3" type="subTitle"/>
          </p:nvPr>
        </p:nvSpPr>
        <p:spPr>
          <a:xfrm>
            <a:off x="3463500" y="3012337"/>
            <a:ext cx="22170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31" name="Google Shape;1931;p131"/>
          <p:cNvSpPr txBox="1"/>
          <p:nvPr>
            <p:ph type="title"/>
          </p:nvPr>
        </p:nvSpPr>
        <p:spPr>
          <a:xfrm>
            <a:off x="793500" y="2562113"/>
            <a:ext cx="2218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32" name="Google Shape;1932;p131"/>
          <p:cNvSpPr txBox="1"/>
          <p:nvPr>
            <p:ph idx="4" type="title"/>
          </p:nvPr>
        </p:nvSpPr>
        <p:spPr>
          <a:xfrm>
            <a:off x="6132600" y="2562113"/>
            <a:ext cx="22170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33" name="Google Shape;1933;p131"/>
          <p:cNvSpPr txBox="1"/>
          <p:nvPr>
            <p:ph idx="5" type="title"/>
          </p:nvPr>
        </p:nvSpPr>
        <p:spPr>
          <a:xfrm>
            <a:off x="3463050" y="2562113"/>
            <a:ext cx="2217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34" name="Google Shape;1934;p131"/>
          <p:cNvSpPr txBox="1"/>
          <p:nvPr>
            <p:ph idx="6" type="title"/>
          </p:nvPr>
        </p:nvSpPr>
        <p:spPr>
          <a:xfrm>
            <a:off x="2231850" y="452325"/>
            <a:ext cx="46803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935" name="Google Shape;1935;p131"/>
          <p:cNvSpPr/>
          <p:nvPr/>
        </p:nvSpPr>
        <p:spPr>
          <a:xfrm flipH="1" rot="10800000">
            <a:off x="-938165" y="-18"/>
            <a:ext cx="3303130" cy="159069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131"/>
          <p:cNvSpPr/>
          <p:nvPr/>
        </p:nvSpPr>
        <p:spPr>
          <a:xfrm flipH="1">
            <a:off x="6687499" y="3662402"/>
            <a:ext cx="3075624" cy="148113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31"/>
          <p:cNvSpPr/>
          <p:nvPr/>
        </p:nvSpPr>
        <p:spPr>
          <a:xfrm>
            <a:off x="8089659" y="671821"/>
            <a:ext cx="2037000" cy="20370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
    <p:spTree>
      <p:nvGrpSpPr>
        <p:cNvPr id="1938" name="Shape 1938"/>
        <p:cNvGrpSpPr/>
        <p:nvPr/>
      </p:nvGrpSpPr>
      <p:grpSpPr>
        <a:xfrm>
          <a:off x="0" y="0"/>
          <a:ext cx="0" cy="0"/>
          <a:chOff x="0" y="0"/>
          <a:chExt cx="0" cy="0"/>
        </a:xfrm>
      </p:grpSpPr>
      <p:sp>
        <p:nvSpPr>
          <p:cNvPr id="1939" name="Google Shape;1939;p132"/>
          <p:cNvSpPr/>
          <p:nvPr/>
        </p:nvSpPr>
        <p:spPr>
          <a:xfrm flipH="1" rot="10800000">
            <a:off x="-548975" y="-37442"/>
            <a:ext cx="4194689" cy="202004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132"/>
          <p:cNvSpPr/>
          <p:nvPr/>
        </p:nvSpPr>
        <p:spPr>
          <a:xfrm flipH="1">
            <a:off x="7492555" y="4154600"/>
            <a:ext cx="2594915" cy="1249637"/>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32"/>
          <p:cNvSpPr txBox="1"/>
          <p:nvPr>
            <p:ph type="title"/>
          </p:nvPr>
        </p:nvSpPr>
        <p:spPr>
          <a:xfrm>
            <a:off x="713100" y="452325"/>
            <a:ext cx="7710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942" name="Google Shape;1942;p132"/>
          <p:cNvSpPr txBox="1"/>
          <p:nvPr>
            <p:ph idx="1" type="subTitle"/>
          </p:nvPr>
        </p:nvSpPr>
        <p:spPr>
          <a:xfrm>
            <a:off x="718123"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43" name="Google Shape;1943;p132"/>
          <p:cNvSpPr txBox="1"/>
          <p:nvPr>
            <p:ph idx="2" type="subTitle"/>
          </p:nvPr>
        </p:nvSpPr>
        <p:spPr>
          <a:xfrm>
            <a:off x="3450900"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44" name="Google Shape;1944;p132"/>
          <p:cNvSpPr txBox="1"/>
          <p:nvPr>
            <p:ph idx="3" type="subTitle"/>
          </p:nvPr>
        </p:nvSpPr>
        <p:spPr>
          <a:xfrm>
            <a:off x="6186001"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45" name="Google Shape;1945;p132"/>
          <p:cNvSpPr txBox="1"/>
          <p:nvPr>
            <p:ph idx="4" type="subTitle"/>
          </p:nvPr>
        </p:nvSpPr>
        <p:spPr>
          <a:xfrm>
            <a:off x="715500" y="3991500"/>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46" name="Google Shape;1946;p132"/>
          <p:cNvSpPr txBox="1"/>
          <p:nvPr>
            <p:ph idx="5" type="subTitle"/>
          </p:nvPr>
        </p:nvSpPr>
        <p:spPr>
          <a:xfrm>
            <a:off x="3450900"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47" name="Google Shape;1947;p132"/>
          <p:cNvSpPr txBox="1"/>
          <p:nvPr>
            <p:ph idx="6" type="subTitle"/>
          </p:nvPr>
        </p:nvSpPr>
        <p:spPr>
          <a:xfrm>
            <a:off x="6186001"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1948" name="Google Shape;1948;p132"/>
          <p:cNvSpPr txBox="1"/>
          <p:nvPr>
            <p:ph idx="7" type="title"/>
          </p:nvPr>
        </p:nvSpPr>
        <p:spPr>
          <a:xfrm>
            <a:off x="7155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49" name="Google Shape;1949;p132"/>
          <p:cNvSpPr txBox="1"/>
          <p:nvPr>
            <p:ph idx="8" type="title"/>
          </p:nvPr>
        </p:nvSpPr>
        <p:spPr>
          <a:xfrm>
            <a:off x="34506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50" name="Google Shape;1950;p132"/>
          <p:cNvSpPr txBox="1"/>
          <p:nvPr>
            <p:ph idx="9" type="title"/>
          </p:nvPr>
        </p:nvSpPr>
        <p:spPr>
          <a:xfrm>
            <a:off x="6185682"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51" name="Google Shape;1951;p132"/>
          <p:cNvSpPr txBox="1"/>
          <p:nvPr>
            <p:ph idx="13" type="title"/>
          </p:nvPr>
        </p:nvSpPr>
        <p:spPr>
          <a:xfrm>
            <a:off x="715500" y="358741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52" name="Google Shape;1952;p132"/>
          <p:cNvSpPr txBox="1"/>
          <p:nvPr>
            <p:ph idx="14" type="title"/>
          </p:nvPr>
        </p:nvSpPr>
        <p:spPr>
          <a:xfrm>
            <a:off x="3450600"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53" name="Google Shape;1953;p132"/>
          <p:cNvSpPr txBox="1"/>
          <p:nvPr>
            <p:ph idx="15" type="title"/>
          </p:nvPr>
        </p:nvSpPr>
        <p:spPr>
          <a:xfrm>
            <a:off x="6185682"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grpSp>
        <p:nvGrpSpPr>
          <p:cNvPr id="1954" name="Google Shape;1954;p132"/>
          <p:cNvGrpSpPr/>
          <p:nvPr/>
        </p:nvGrpSpPr>
        <p:grpSpPr>
          <a:xfrm>
            <a:off x="-142526" y="4225674"/>
            <a:ext cx="756849" cy="756849"/>
            <a:chOff x="3796125" y="-35750"/>
            <a:chExt cx="773400" cy="773400"/>
          </a:xfrm>
        </p:grpSpPr>
        <p:sp>
          <p:nvSpPr>
            <p:cNvPr id="1955" name="Google Shape;1955;p13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3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7" name="Google Shape;1957;p132"/>
          <p:cNvGrpSpPr/>
          <p:nvPr/>
        </p:nvGrpSpPr>
        <p:grpSpPr>
          <a:xfrm>
            <a:off x="6133524" y="4711349"/>
            <a:ext cx="756849" cy="756849"/>
            <a:chOff x="3796125" y="-35750"/>
            <a:chExt cx="773400" cy="773400"/>
          </a:xfrm>
        </p:grpSpPr>
        <p:sp>
          <p:nvSpPr>
            <p:cNvPr id="1958" name="Google Shape;1958;p13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13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0" name="Google Shape;1960;p132"/>
          <p:cNvGrpSpPr/>
          <p:nvPr/>
        </p:nvGrpSpPr>
        <p:grpSpPr>
          <a:xfrm>
            <a:off x="296224" y="271588"/>
            <a:ext cx="535579" cy="535579"/>
            <a:chOff x="3796125" y="-35750"/>
            <a:chExt cx="773400" cy="773400"/>
          </a:xfrm>
        </p:grpSpPr>
        <p:sp>
          <p:nvSpPr>
            <p:cNvPr id="1961" name="Google Shape;1961;p13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13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3" name="Google Shape;1963;p132"/>
          <p:cNvGrpSpPr/>
          <p:nvPr/>
        </p:nvGrpSpPr>
        <p:grpSpPr>
          <a:xfrm>
            <a:off x="7713624" y="-217476"/>
            <a:ext cx="756849" cy="756849"/>
            <a:chOff x="3796125" y="-35750"/>
            <a:chExt cx="773400" cy="773400"/>
          </a:xfrm>
        </p:grpSpPr>
        <p:sp>
          <p:nvSpPr>
            <p:cNvPr id="1964" name="Google Shape;1964;p13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3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1966" name="Shape 1966"/>
        <p:cNvGrpSpPr/>
        <p:nvPr/>
      </p:nvGrpSpPr>
      <p:grpSpPr>
        <a:xfrm>
          <a:off x="0" y="0"/>
          <a:ext cx="0" cy="0"/>
          <a:chOff x="0" y="0"/>
          <a:chExt cx="0" cy="0"/>
        </a:xfrm>
      </p:grpSpPr>
      <p:sp>
        <p:nvSpPr>
          <p:cNvPr id="1967" name="Google Shape;1967;p133"/>
          <p:cNvSpPr/>
          <p:nvPr/>
        </p:nvSpPr>
        <p:spPr>
          <a:xfrm flipH="1">
            <a:off x="5495850" y="3102025"/>
            <a:ext cx="4311387" cy="207624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33"/>
          <p:cNvSpPr/>
          <p:nvPr/>
        </p:nvSpPr>
        <p:spPr>
          <a:xfrm rot="-99686">
            <a:off x="581577" y="952116"/>
            <a:ext cx="7956945" cy="3612917"/>
          </a:xfrm>
          <a:prstGeom prst="roundRect">
            <a:avLst>
              <a:gd fmla="val 1869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33"/>
          <p:cNvSpPr txBox="1"/>
          <p:nvPr>
            <p:ph idx="1" type="subTitle"/>
          </p:nvPr>
        </p:nvSpPr>
        <p:spPr>
          <a:xfrm>
            <a:off x="1934400" y="2291077"/>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70" name="Google Shape;1970;p133"/>
          <p:cNvSpPr txBox="1"/>
          <p:nvPr>
            <p:ph idx="2" type="subTitle"/>
          </p:nvPr>
        </p:nvSpPr>
        <p:spPr>
          <a:xfrm>
            <a:off x="5876160" y="229107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71" name="Google Shape;1971;p133"/>
          <p:cNvSpPr txBox="1"/>
          <p:nvPr>
            <p:ph idx="3" type="subTitle"/>
          </p:nvPr>
        </p:nvSpPr>
        <p:spPr>
          <a:xfrm>
            <a:off x="1934400" y="3637714"/>
            <a:ext cx="23133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72" name="Google Shape;1972;p133"/>
          <p:cNvSpPr txBox="1"/>
          <p:nvPr>
            <p:ph idx="4" type="subTitle"/>
          </p:nvPr>
        </p:nvSpPr>
        <p:spPr>
          <a:xfrm>
            <a:off x="5876160" y="363771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73" name="Google Shape;1973;p133"/>
          <p:cNvSpPr txBox="1"/>
          <p:nvPr>
            <p:ph type="title"/>
          </p:nvPr>
        </p:nvSpPr>
        <p:spPr>
          <a:xfrm>
            <a:off x="2140025" y="457050"/>
            <a:ext cx="48639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solidFill>
                  <a:schemeClr val="accent5"/>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974" name="Google Shape;1974;p133"/>
          <p:cNvSpPr txBox="1"/>
          <p:nvPr>
            <p:ph idx="5" type="title"/>
          </p:nvPr>
        </p:nvSpPr>
        <p:spPr>
          <a:xfrm>
            <a:off x="1934400" y="1852054"/>
            <a:ext cx="23133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5" name="Google Shape;1975;p133"/>
          <p:cNvSpPr txBox="1"/>
          <p:nvPr>
            <p:ph idx="6" type="title"/>
          </p:nvPr>
        </p:nvSpPr>
        <p:spPr>
          <a:xfrm>
            <a:off x="5876160" y="1852054"/>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6" name="Google Shape;1976;p133"/>
          <p:cNvSpPr txBox="1"/>
          <p:nvPr>
            <p:ph idx="7" type="title"/>
          </p:nvPr>
        </p:nvSpPr>
        <p:spPr>
          <a:xfrm>
            <a:off x="1934400" y="3198690"/>
            <a:ext cx="23106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7" name="Google Shape;1977;p133"/>
          <p:cNvSpPr txBox="1"/>
          <p:nvPr>
            <p:ph idx="8" type="title"/>
          </p:nvPr>
        </p:nvSpPr>
        <p:spPr>
          <a:xfrm>
            <a:off x="5876160" y="3198690"/>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8" name="Google Shape;1978;p133"/>
          <p:cNvSpPr/>
          <p:nvPr/>
        </p:nvSpPr>
        <p:spPr>
          <a:xfrm>
            <a:off x="8117330" y="-957827"/>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133"/>
          <p:cNvSpPr/>
          <p:nvPr/>
        </p:nvSpPr>
        <p:spPr>
          <a:xfrm>
            <a:off x="-214108" y="24657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0" name="Google Shape;1980;p133"/>
          <p:cNvGrpSpPr/>
          <p:nvPr/>
        </p:nvGrpSpPr>
        <p:grpSpPr>
          <a:xfrm>
            <a:off x="8156742" y="297686"/>
            <a:ext cx="547954" cy="547954"/>
            <a:chOff x="3796125" y="-35750"/>
            <a:chExt cx="773400" cy="773400"/>
          </a:xfrm>
        </p:grpSpPr>
        <p:sp>
          <p:nvSpPr>
            <p:cNvPr id="1981" name="Google Shape;1981;p133"/>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33"/>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3" name="Google Shape;1983;p133"/>
          <p:cNvGrpSpPr/>
          <p:nvPr/>
        </p:nvGrpSpPr>
        <p:grpSpPr>
          <a:xfrm>
            <a:off x="-175883" y="4234686"/>
            <a:ext cx="547954" cy="547954"/>
            <a:chOff x="3796125" y="-35750"/>
            <a:chExt cx="773400" cy="773400"/>
          </a:xfrm>
        </p:grpSpPr>
        <p:sp>
          <p:nvSpPr>
            <p:cNvPr id="1984" name="Google Shape;1984;p133"/>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133"/>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6" name="Google Shape;1986;p133"/>
          <p:cNvSpPr/>
          <p:nvPr/>
        </p:nvSpPr>
        <p:spPr>
          <a:xfrm>
            <a:off x="-1003645" y="4467973"/>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spTree>
      <p:nvGrpSpPr>
        <p:cNvPr id="1987" name="Shape 1987"/>
        <p:cNvGrpSpPr/>
        <p:nvPr/>
      </p:nvGrpSpPr>
      <p:grpSpPr>
        <a:xfrm>
          <a:off x="0" y="0"/>
          <a:ext cx="0" cy="0"/>
          <a:chOff x="0" y="0"/>
          <a:chExt cx="0" cy="0"/>
        </a:xfrm>
      </p:grpSpPr>
      <p:sp>
        <p:nvSpPr>
          <p:cNvPr id="1988" name="Google Shape;1988;p134"/>
          <p:cNvSpPr txBox="1"/>
          <p:nvPr>
            <p:ph type="title"/>
          </p:nvPr>
        </p:nvSpPr>
        <p:spPr>
          <a:xfrm>
            <a:off x="4567625" y="2018100"/>
            <a:ext cx="3863100" cy="175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400"/>
              <a:buNone/>
              <a:defRPr>
                <a:highlight>
                  <a:schemeClr val="lt2"/>
                </a:highlight>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1989" name="Google Shape;1989;p134"/>
          <p:cNvSpPr txBox="1"/>
          <p:nvPr>
            <p:ph idx="1" type="subTitle"/>
          </p:nvPr>
        </p:nvSpPr>
        <p:spPr>
          <a:xfrm>
            <a:off x="4567600" y="3772800"/>
            <a:ext cx="3554100" cy="8313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1990" name="Google Shape;1990;p134"/>
          <p:cNvSpPr/>
          <p:nvPr/>
        </p:nvSpPr>
        <p:spPr>
          <a:xfrm rot="301044">
            <a:off x="3581450" y="4022124"/>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34"/>
          <p:cNvSpPr/>
          <p:nvPr/>
        </p:nvSpPr>
        <p:spPr>
          <a:xfrm flipH="1" rot="10800000">
            <a:off x="-547924" y="11"/>
            <a:ext cx="6775419" cy="3262719"/>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spTree>
      <p:nvGrpSpPr>
        <p:cNvPr id="1992" name="Shape 1992"/>
        <p:cNvGrpSpPr/>
        <p:nvPr/>
      </p:nvGrpSpPr>
      <p:grpSpPr>
        <a:xfrm>
          <a:off x="0" y="0"/>
          <a:ext cx="0" cy="0"/>
          <a:chOff x="0" y="0"/>
          <a:chExt cx="0" cy="0"/>
        </a:xfrm>
      </p:grpSpPr>
      <p:sp>
        <p:nvSpPr>
          <p:cNvPr id="1993" name="Google Shape;1993;p135"/>
          <p:cNvSpPr/>
          <p:nvPr/>
        </p:nvSpPr>
        <p:spPr>
          <a:xfrm flipH="1" rot="10498946">
            <a:off x="3443994" y="4145866"/>
            <a:ext cx="1469505" cy="127463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35"/>
          <p:cNvSpPr/>
          <p:nvPr/>
        </p:nvSpPr>
        <p:spPr>
          <a:xfrm rot="10800000">
            <a:off x="496642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35"/>
          <p:cNvSpPr txBox="1"/>
          <p:nvPr>
            <p:ph idx="1" type="subTitle"/>
          </p:nvPr>
        </p:nvSpPr>
        <p:spPr>
          <a:xfrm>
            <a:off x="5392225" y="3002350"/>
            <a:ext cx="26139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996" name="Google Shape;1996;p135"/>
          <p:cNvSpPr txBox="1"/>
          <p:nvPr>
            <p:ph type="title"/>
          </p:nvPr>
        </p:nvSpPr>
        <p:spPr>
          <a:xfrm>
            <a:off x="5395776" y="1770850"/>
            <a:ext cx="26139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4">
    <p:spTree>
      <p:nvGrpSpPr>
        <p:cNvPr id="1997" name="Shape 1997"/>
        <p:cNvGrpSpPr/>
        <p:nvPr/>
      </p:nvGrpSpPr>
      <p:grpSpPr>
        <a:xfrm>
          <a:off x="0" y="0"/>
          <a:ext cx="0" cy="0"/>
          <a:chOff x="0" y="0"/>
          <a:chExt cx="0" cy="0"/>
        </a:xfrm>
      </p:grpSpPr>
      <p:sp>
        <p:nvSpPr>
          <p:cNvPr id="1998" name="Google Shape;1998;p136"/>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1999" name="Google Shape;1999;p136"/>
          <p:cNvSpPr/>
          <p:nvPr/>
        </p:nvSpPr>
        <p:spPr>
          <a:xfrm rot="301059">
            <a:off x="83464" y="1248354"/>
            <a:ext cx="425107" cy="36873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36"/>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36"/>
          <p:cNvSpPr/>
          <p:nvPr/>
        </p:nvSpPr>
        <p:spPr>
          <a:xfrm rot="301044">
            <a:off x="8751312" y="3601116"/>
            <a:ext cx="590447" cy="51212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36"/>
          <p:cNvSpPr/>
          <p:nvPr/>
        </p:nvSpPr>
        <p:spPr>
          <a:xfrm flipH="1">
            <a:off x="7620017" y="4288550"/>
            <a:ext cx="1793556" cy="863725"/>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3" name="Google Shape;2003;p136"/>
          <p:cNvGrpSpPr/>
          <p:nvPr/>
        </p:nvGrpSpPr>
        <p:grpSpPr>
          <a:xfrm>
            <a:off x="1471197" y="68718"/>
            <a:ext cx="383606" cy="383606"/>
            <a:chOff x="3796125" y="-35750"/>
            <a:chExt cx="773400" cy="773400"/>
          </a:xfrm>
        </p:grpSpPr>
        <p:sp>
          <p:nvSpPr>
            <p:cNvPr id="2004" name="Google Shape;2004;p13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3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6" name="Google Shape;2006;p136"/>
          <p:cNvGrpSpPr/>
          <p:nvPr/>
        </p:nvGrpSpPr>
        <p:grpSpPr>
          <a:xfrm>
            <a:off x="6382447" y="4873543"/>
            <a:ext cx="383606" cy="383606"/>
            <a:chOff x="3796125" y="-35750"/>
            <a:chExt cx="773400" cy="773400"/>
          </a:xfrm>
        </p:grpSpPr>
        <p:sp>
          <p:nvSpPr>
            <p:cNvPr id="2007" name="Google Shape;2007;p13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3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9" name="Google Shape;2009;p136"/>
          <p:cNvSpPr/>
          <p:nvPr/>
        </p:nvSpPr>
        <p:spPr>
          <a:xfrm>
            <a:off x="-658575" y="4288550"/>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36"/>
          <p:cNvSpPr/>
          <p:nvPr/>
        </p:nvSpPr>
        <p:spPr>
          <a:xfrm>
            <a:off x="8572525" y="-146575"/>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_1">
    <p:spTree>
      <p:nvGrpSpPr>
        <p:cNvPr id="2011" name="Shape 2011"/>
        <p:cNvGrpSpPr/>
        <p:nvPr/>
      </p:nvGrpSpPr>
      <p:grpSpPr>
        <a:xfrm>
          <a:off x="0" y="0"/>
          <a:ext cx="0" cy="0"/>
          <a:chOff x="0" y="0"/>
          <a:chExt cx="0" cy="0"/>
        </a:xfrm>
      </p:grpSpPr>
      <p:sp>
        <p:nvSpPr>
          <p:cNvPr id="2012" name="Google Shape;2012;p137"/>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2013" name="Google Shape;2013;p137"/>
          <p:cNvSpPr/>
          <p:nvPr/>
        </p:nvSpPr>
        <p:spPr>
          <a:xfrm>
            <a:off x="8591275" y="3687150"/>
            <a:ext cx="1371900" cy="137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37"/>
          <p:cNvSpPr/>
          <p:nvPr/>
        </p:nvSpPr>
        <p:spPr>
          <a:xfrm>
            <a:off x="293414" y="9457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137"/>
          <p:cNvSpPr/>
          <p:nvPr/>
        </p:nvSpPr>
        <p:spPr>
          <a:xfrm flipH="1">
            <a:off x="-1088449" y="755187"/>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37"/>
          <p:cNvSpPr/>
          <p:nvPr/>
        </p:nvSpPr>
        <p:spPr>
          <a:xfrm>
            <a:off x="8237964" y="4405504"/>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137"/>
          <p:cNvSpPr/>
          <p:nvPr/>
        </p:nvSpPr>
        <p:spPr>
          <a:xfrm>
            <a:off x="6686776" y="4710212"/>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8" name="Google Shape;2018;p137"/>
          <p:cNvGrpSpPr/>
          <p:nvPr/>
        </p:nvGrpSpPr>
        <p:grpSpPr>
          <a:xfrm>
            <a:off x="8699187" y="2681099"/>
            <a:ext cx="701087" cy="701087"/>
            <a:chOff x="3796125" y="-35750"/>
            <a:chExt cx="773400" cy="773400"/>
          </a:xfrm>
        </p:grpSpPr>
        <p:sp>
          <p:nvSpPr>
            <p:cNvPr id="2019" name="Google Shape;2019;p137"/>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3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1" name="Google Shape;2021;p137"/>
          <p:cNvGrpSpPr/>
          <p:nvPr/>
        </p:nvGrpSpPr>
        <p:grpSpPr>
          <a:xfrm>
            <a:off x="163895" y="665197"/>
            <a:ext cx="439987" cy="439987"/>
            <a:chOff x="3796125" y="-35750"/>
            <a:chExt cx="773400" cy="773400"/>
          </a:xfrm>
        </p:grpSpPr>
        <p:sp>
          <p:nvSpPr>
            <p:cNvPr id="2022" name="Google Shape;2022;p137"/>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13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4" name="Google Shape;2024;p137"/>
          <p:cNvGrpSpPr/>
          <p:nvPr/>
        </p:nvGrpSpPr>
        <p:grpSpPr>
          <a:xfrm>
            <a:off x="-127000" y="4491635"/>
            <a:ext cx="840522" cy="492496"/>
            <a:chOff x="-127000" y="3412135"/>
            <a:chExt cx="840522" cy="492496"/>
          </a:xfrm>
        </p:grpSpPr>
        <p:cxnSp>
          <p:nvCxnSpPr>
            <p:cNvPr id="2025" name="Google Shape;2025;p137"/>
            <p:cNvCxnSpPr/>
            <p:nvPr/>
          </p:nvCxnSpPr>
          <p:spPr>
            <a:xfrm flipH="1" rot="10800000">
              <a:off x="-127000" y="3582050"/>
              <a:ext cx="406200" cy="298500"/>
            </a:xfrm>
            <a:prstGeom prst="straightConnector1">
              <a:avLst/>
            </a:prstGeom>
            <a:noFill/>
            <a:ln cap="rnd" cmpd="sng" w="38100">
              <a:solidFill>
                <a:schemeClr val="accent3"/>
              </a:solidFill>
              <a:prstDash val="solid"/>
              <a:round/>
              <a:headEnd len="med" w="med" type="none"/>
              <a:tailEnd len="med" w="med" type="none"/>
            </a:ln>
          </p:spPr>
        </p:cxnSp>
        <p:sp>
          <p:nvSpPr>
            <p:cNvPr id="2026" name="Google Shape;2026;p137"/>
            <p:cNvSpPr/>
            <p:nvPr/>
          </p:nvSpPr>
          <p:spPr>
            <a:xfrm>
              <a:off x="93867" y="3412135"/>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7" name="Google Shape;2027;p137"/>
            <p:cNvCxnSpPr/>
            <p:nvPr/>
          </p:nvCxnSpPr>
          <p:spPr>
            <a:xfrm rot="10800000">
              <a:off x="293425" y="3602978"/>
              <a:ext cx="258300" cy="164700"/>
            </a:xfrm>
            <a:prstGeom prst="straightConnector1">
              <a:avLst/>
            </a:prstGeom>
            <a:noFill/>
            <a:ln cap="rnd" cmpd="sng" w="38100">
              <a:solidFill>
                <a:schemeClr val="accent3"/>
              </a:solidFill>
              <a:prstDash val="solid"/>
              <a:round/>
              <a:headEnd len="med" w="med" type="none"/>
              <a:tailEnd len="med" w="med" type="none"/>
            </a:ln>
          </p:spPr>
        </p:cxnSp>
        <p:sp>
          <p:nvSpPr>
            <p:cNvPr id="2028" name="Google Shape;2028;p137"/>
            <p:cNvSpPr/>
            <p:nvPr/>
          </p:nvSpPr>
          <p:spPr>
            <a:xfrm>
              <a:off x="467822" y="3658931"/>
              <a:ext cx="245700" cy="24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9" name="Google Shape;2029;p137"/>
          <p:cNvGrpSpPr/>
          <p:nvPr/>
        </p:nvGrpSpPr>
        <p:grpSpPr>
          <a:xfrm rot="10800000">
            <a:off x="8459600" y="172710"/>
            <a:ext cx="840522" cy="492496"/>
            <a:chOff x="-127000" y="3412135"/>
            <a:chExt cx="840522" cy="492496"/>
          </a:xfrm>
        </p:grpSpPr>
        <p:cxnSp>
          <p:nvCxnSpPr>
            <p:cNvPr id="2030" name="Google Shape;2030;p137"/>
            <p:cNvCxnSpPr/>
            <p:nvPr/>
          </p:nvCxnSpPr>
          <p:spPr>
            <a:xfrm flipH="1" rot="10800000">
              <a:off x="-127000" y="3582050"/>
              <a:ext cx="406200" cy="298500"/>
            </a:xfrm>
            <a:prstGeom prst="straightConnector1">
              <a:avLst/>
            </a:prstGeom>
            <a:noFill/>
            <a:ln cap="rnd" cmpd="sng" w="38100">
              <a:solidFill>
                <a:schemeClr val="dk2"/>
              </a:solidFill>
              <a:prstDash val="solid"/>
              <a:round/>
              <a:headEnd len="med" w="med" type="none"/>
              <a:tailEnd len="med" w="med" type="none"/>
            </a:ln>
          </p:spPr>
        </p:cxnSp>
        <p:sp>
          <p:nvSpPr>
            <p:cNvPr id="2031" name="Google Shape;2031;p137"/>
            <p:cNvSpPr/>
            <p:nvPr/>
          </p:nvSpPr>
          <p:spPr>
            <a:xfrm>
              <a:off x="93867" y="3412135"/>
              <a:ext cx="333600" cy="333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32" name="Google Shape;2032;p137"/>
            <p:cNvCxnSpPr/>
            <p:nvPr/>
          </p:nvCxnSpPr>
          <p:spPr>
            <a:xfrm rot="10800000">
              <a:off x="293425" y="3602978"/>
              <a:ext cx="258300" cy="164700"/>
            </a:xfrm>
            <a:prstGeom prst="straightConnector1">
              <a:avLst/>
            </a:prstGeom>
            <a:noFill/>
            <a:ln cap="rnd" cmpd="sng" w="38100">
              <a:solidFill>
                <a:schemeClr val="dk2"/>
              </a:solidFill>
              <a:prstDash val="solid"/>
              <a:round/>
              <a:headEnd len="med" w="med" type="none"/>
              <a:tailEnd len="med" w="med" type="none"/>
            </a:ln>
          </p:spPr>
        </p:cxnSp>
        <p:sp>
          <p:nvSpPr>
            <p:cNvPr id="2033" name="Google Shape;2033;p137"/>
            <p:cNvSpPr/>
            <p:nvPr/>
          </p:nvSpPr>
          <p:spPr>
            <a:xfrm>
              <a:off x="467822" y="3658931"/>
              <a:ext cx="245700" cy="245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7">
    <p:spTree>
      <p:nvGrpSpPr>
        <p:cNvPr id="2034" name="Shape 2034"/>
        <p:cNvGrpSpPr/>
        <p:nvPr/>
      </p:nvGrpSpPr>
      <p:grpSpPr>
        <a:xfrm>
          <a:off x="0" y="0"/>
          <a:ext cx="0" cy="0"/>
          <a:chOff x="0" y="0"/>
          <a:chExt cx="0" cy="0"/>
        </a:xfrm>
      </p:grpSpPr>
      <p:sp>
        <p:nvSpPr>
          <p:cNvPr id="2035" name="Google Shape;2035;p138"/>
          <p:cNvSpPr txBox="1"/>
          <p:nvPr>
            <p:ph idx="1" type="subTitle"/>
          </p:nvPr>
        </p:nvSpPr>
        <p:spPr>
          <a:xfrm>
            <a:off x="91807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036" name="Google Shape;2036;p138"/>
          <p:cNvSpPr txBox="1"/>
          <p:nvPr>
            <p:ph type="title"/>
          </p:nvPr>
        </p:nvSpPr>
        <p:spPr>
          <a:xfrm>
            <a:off x="91807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2037" name="Google Shape;2037;p138"/>
          <p:cNvSpPr/>
          <p:nvPr/>
        </p:nvSpPr>
        <p:spPr>
          <a:xfrm>
            <a:off x="410699" y="305346"/>
            <a:ext cx="1764756" cy="64005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7_1">
    <p:spTree>
      <p:nvGrpSpPr>
        <p:cNvPr id="2038" name="Shape 2038"/>
        <p:cNvGrpSpPr/>
        <p:nvPr/>
      </p:nvGrpSpPr>
      <p:grpSpPr>
        <a:xfrm>
          <a:off x="0" y="0"/>
          <a:ext cx="0" cy="0"/>
          <a:chOff x="0" y="0"/>
          <a:chExt cx="0" cy="0"/>
        </a:xfrm>
      </p:grpSpPr>
      <p:sp>
        <p:nvSpPr>
          <p:cNvPr id="2039" name="Google Shape;2039;p139"/>
          <p:cNvSpPr/>
          <p:nvPr/>
        </p:nvSpPr>
        <p:spPr>
          <a:xfrm>
            <a:off x="-598300" y="-487749"/>
            <a:ext cx="3055800" cy="3055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39"/>
          <p:cNvSpPr txBox="1"/>
          <p:nvPr>
            <p:ph idx="1" type="subTitle"/>
          </p:nvPr>
        </p:nvSpPr>
        <p:spPr>
          <a:xfrm>
            <a:off x="490152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041" name="Google Shape;2041;p139"/>
          <p:cNvSpPr txBox="1"/>
          <p:nvPr>
            <p:ph type="title"/>
          </p:nvPr>
        </p:nvSpPr>
        <p:spPr>
          <a:xfrm>
            <a:off x="490152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2042" name="Google Shape;2042;p139"/>
          <p:cNvSpPr/>
          <p:nvPr/>
        </p:nvSpPr>
        <p:spPr>
          <a:xfrm>
            <a:off x="2858351" y="2942876"/>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139"/>
          <p:cNvSpPr/>
          <p:nvPr/>
        </p:nvSpPr>
        <p:spPr>
          <a:xfrm>
            <a:off x="6908624" y="-142875"/>
            <a:ext cx="2749500" cy="27495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9">
    <p:spTree>
      <p:nvGrpSpPr>
        <p:cNvPr id="2044" name="Shape 2044"/>
        <p:cNvGrpSpPr/>
        <p:nvPr/>
      </p:nvGrpSpPr>
      <p:grpSpPr>
        <a:xfrm>
          <a:off x="0" y="0"/>
          <a:ext cx="0" cy="0"/>
          <a:chOff x="0" y="0"/>
          <a:chExt cx="0" cy="0"/>
        </a:xfrm>
      </p:grpSpPr>
      <p:sp>
        <p:nvSpPr>
          <p:cNvPr id="2045" name="Google Shape;2045;p140"/>
          <p:cNvSpPr txBox="1"/>
          <p:nvPr>
            <p:ph idx="1" type="subTitle"/>
          </p:nvPr>
        </p:nvSpPr>
        <p:spPr>
          <a:xfrm>
            <a:off x="3149300" y="2417850"/>
            <a:ext cx="2841300" cy="1046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2046" name="Google Shape;2046;p140"/>
          <p:cNvSpPr txBox="1"/>
          <p:nvPr>
            <p:ph type="title"/>
          </p:nvPr>
        </p:nvSpPr>
        <p:spPr>
          <a:xfrm>
            <a:off x="3153160" y="1678950"/>
            <a:ext cx="2841300" cy="73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047" name="Google Shape;2047;p140"/>
          <p:cNvSpPr/>
          <p:nvPr/>
        </p:nvSpPr>
        <p:spPr>
          <a:xfrm flipH="1" rot="10800000">
            <a:off x="-345625" y="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40"/>
          <p:cNvSpPr/>
          <p:nvPr/>
        </p:nvSpPr>
        <p:spPr>
          <a:xfrm flipH="1">
            <a:off x="5573975" y="32816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9" name="Google Shape;2049;p140"/>
          <p:cNvGrpSpPr/>
          <p:nvPr/>
        </p:nvGrpSpPr>
        <p:grpSpPr>
          <a:xfrm rot="1315216">
            <a:off x="323950" y="3912716"/>
            <a:ext cx="2444815" cy="1749364"/>
            <a:chOff x="3698375" y="764675"/>
            <a:chExt cx="1508825" cy="1079625"/>
          </a:xfrm>
        </p:grpSpPr>
        <p:sp>
          <p:nvSpPr>
            <p:cNvPr id="2050" name="Google Shape;2050;p140"/>
            <p:cNvSpPr/>
            <p:nvPr/>
          </p:nvSpPr>
          <p:spPr>
            <a:xfrm>
              <a:off x="4393700" y="1763775"/>
              <a:ext cx="111350" cy="80525"/>
            </a:xfrm>
            <a:custGeom>
              <a:rect b="b" l="l" r="r" t="t"/>
              <a:pathLst>
                <a:path extrusionOk="0" h="3221" w="4454">
                  <a:moveTo>
                    <a:pt x="2922" y="0"/>
                  </a:moveTo>
                  <a:cubicBezTo>
                    <a:pt x="1905" y="0"/>
                    <a:pt x="876" y="599"/>
                    <a:pt x="322" y="1606"/>
                  </a:cubicBezTo>
                  <a:cubicBezTo>
                    <a:pt x="143" y="1952"/>
                    <a:pt x="0" y="2416"/>
                    <a:pt x="214" y="2738"/>
                  </a:cubicBezTo>
                  <a:cubicBezTo>
                    <a:pt x="322" y="2904"/>
                    <a:pt x="500" y="2999"/>
                    <a:pt x="679" y="3059"/>
                  </a:cubicBezTo>
                  <a:cubicBezTo>
                    <a:pt x="993" y="3161"/>
                    <a:pt x="1324" y="3220"/>
                    <a:pt x="1657" y="3220"/>
                  </a:cubicBezTo>
                  <a:cubicBezTo>
                    <a:pt x="1792" y="3220"/>
                    <a:pt x="1926" y="3211"/>
                    <a:pt x="2060" y="3190"/>
                  </a:cubicBezTo>
                  <a:cubicBezTo>
                    <a:pt x="3001" y="3059"/>
                    <a:pt x="3858" y="2345"/>
                    <a:pt x="4310" y="1368"/>
                  </a:cubicBezTo>
                  <a:cubicBezTo>
                    <a:pt x="4394" y="1214"/>
                    <a:pt x="4453" y="1011"/>
                    <a:pt x="4429" y="809"/>
                  </a:cubicBezTo>
                  <a:cubicBezTo>
                    <a:pt x="4382" y="463"/>
                    <a:pt x="4072" y="249"/>
                    <a:pt x="3786" y="154"/>
                  </a:cubicBezTo>
                  <a:cubicBezTo>
                    <a:pt x="3507" y="50"/>
                    <a:pt x="321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140"/>
            <p:cNvSpPr/>
            <p:nvPr/>
          </p:nvSpPr>
          <p:spPr>
            <a:xfrm>
              <a:off x="3698375" y="963450"/>
              <a:ext cx="711125" cy="872650"/>
            </a:xfrm>
            <a:custGeom>
              <a:rect b="b" l="l" r="r" t="t"/>
              <a:pathLst>
                <a:path extrusionOk="0" h="34906" w="28445">
                  <a:moveTo>
                    <a:pt x="10311" y="1"/>
                  </a:moveTo>
                  <a:cubicBezTo>
                    <a:pt x="6847" y="1"/>
                    <a:pt x="3385" y="574"/>
                    <a:pt x="12" y="1532"/>
                  </a:cubicBezTo>
                  <a:lnTo>
                    <a:pt x="0" y="33477"/>
                  </a:lnTo>
                  <a:cubicBezTo>
                    <a:pt x="4306" y="32454"/>
                    <a:pt x="8702" y="31938"/>
                    <a:pt x="13097" y="31938"/>
                  </a:cubicBezTo>
                  <a:cubicBezTo>
                    <a:pt x="15507" y="31938"/>
                    <a:pt x="17917" y="32093"/>
                    <a:pt x="20312" y="32405"/>
                  </a:cubicBezTo>
                  <a:cubicBezTo>
                    <a:pt x="23110" y="32762"/>
                    <a:pt x="25980" y="33381"/>
                    <a:pt x="28432" y="34905"/>
                  </a:cubicBezTo>
                  <a:lnTo>
                    <a:pt x="28444" y="6771"/>
                  </a:lnTo>
                  <a:cubicBezTo>
                    <a:pt x="24110" y="2770"/>
                    <a:pt x="18622" y="627"/>
                    <a:pt x="13085" y="127"/>
                  </a:cubicBezTo>
                  <a:cubicBezTo>
                    <a:pt x="12161" y="42"/>
                    <a:pt x="11236" y="1"/>
                    <a:pt x="103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40"/>
            <p:cNvSpPr/>
            <p:nvPr/>
          </p:nvSpPr>
          <p:spPr>
            <a:xfrm>
              <a:off x="3726650" y="928050"/>
              <a:ext cx="772425" cy="894350"/>
            </a:xfrm>
            <a:custGeom>
              <a:rect b="b" l="l" r="r" t="t"/>
              <a:pathLst>
                <a:path extrusionOk="0" h="35774" w="30897">
                  <a:moveTo>
                    <a:pt x="12477" y="0"/>
                  </a:moveTo>
                  <a:cubicBezTo>
                    <a:pt x="9021" y="0"/>
                    <a:pt x="5565" y="575"/>
                    <a:pt x="2191" y="1543"/>
                  </a:cubicBezTo>
                  <a:lnTo>
                    <a:pt x="2191" y="1758"/>
                  </a:lnTo>
                  <a:cubicBezTo>
                    <a:pt x="1465" y="1936"/>
                    <a:pt x="750" y="2115"/>
                    <a:pt x="36" y="2329"/>
                  </a:cubicBezTo>
                  <a:lnTo>
                    <a:pt x="0" y="34262"/>
                  </a:lnTo>
                  <a:cubicBezTo>
                    <a:pt x="4315" y="33245"/>
                    <a:pt x="8724" y="32736"/>
                    <a:pt x="13127" y="32736"/>
                  </a:cubicBezTo>
                  <a:cubicBezTo>
                    <a:pt x="15529" y="32736"/>
                    <a:pt x="17930" y="32887"/>
                    <a:pt x="20312" y="33190"/>
                  </a:cubicBezTo>
                  <a:cubicBezTo>
                    <a:pt x="23098" y="33547"/>
                    <a:pt x="25670" y="34250"/>
                    <a:pt x="28135" y="35774"/>
                  </a:cubicBezTo>
                  <a:cubicBezTo>
                    <a:pt x="28135" y="35774"/>
                    <a:pt x="30016" y="34678"/>
                    <a:pt x="30897" y="34583"/>
                  </a:cubicBezTo>
                  <a:lnTo>
                    <a:pt x="30576" y="6782"/>
                  </a:lnTo>
                  <a:cubicBezTo>
                    <a:pt x="26242" y="2770"/>
                    <a:pt x="20777" y="626"/>
                    <a:pt x="15240" y="126"/>
                  </a:cubicBezTo>
                  <a:cubicBezTo>
                    <a:pt x="14320" y="41"/>
                    <a:pt x="13399" y="0"/>
                    <a:pt x="124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40"/>
            <p:cNvSpPr/>
            <p:nvPr/>
          </p:nvSpPr>
          <p:spPr>
            <a:xfrm>
              <a:off x="4498775" y="919275"/>
              <a:ext cx="708425" cy="872175"/>
            </a:xfrm>
            <a:custGeom>
              <a:rect b="b" l="l" r="r" t="t"/>
              <a:pathLst>
                <a:path extrusionOk="0" h="34887" w="28337">
                  <a:moveTo>
                    <a:pt x="17978" y="0"/>
                  </a:moveTo>
                  <a:cubicBezTo>
                    <a:pt x="17073" y="0"/>
                    <a:pt x="16167" y="39"/>
                    <a:pt x="15264" y="120"/>
                  </a:cubicBezTo>
                  <a:cubicBezTo>
                    <a:pt x="9727" y="608"/>
                    <a:pt x="4358" y="2751"/>
                    <a:pt x="24" y="6740"/>
                  </a:cubicBezTo>
                  <a:lnTo>
                    <a:pt x="0" y="34886"/>
                  </a:lnTo>
                  <a:cubicBezTo>
                    <a:pt x="2453" y="33362"/>
                    <a:pt x="5227" y="33005"/>
                    <a:pt x="7989" y="32398"/>
                  </a:cubicBezTo>
                  <a:cubicBezTo>
                    <a:pt x="10346" y="31881"/>
                    <a:pt x="12712" y="31660"/>
                    <a:pt x="15075" y="31660"/>
                  </a:cubicBezTo>
                  <a:cubicBezTo>
                    <a:pt x="19517" y="31660"/>
                    <a:pt x="23949" y="32441"/>
                    <a:pt x="28301" y="33505"/>
                  </a:cubicBezTo>
                  <a:lnTo>
                    <a:pt x="28337" y="1561"/>
                  </a:lnTo>
                  <a:cubicBezTo>
                    <a:pt x="24944" y="578"/>
                    <a:pt x="21461" y="0"/>
                    <a:pt x="179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40"/>
            <p:cNvSpPr/>
            <p:nvPr/>
          </p:nvSpPr>
          <p:spPr>
            <a:xfrm>
              <a:off x="4499050" y="919275"/>
              <a:ext cx="536125" cy="871875"/>
            </a:xfrm>
            <a:custGeom>
              <a:rect b="b" l="l" r="r" t="t"/>
              <a:pathLst>
                <a:path extrusionOk="0" h="34875" w="21445">
                  <a:moveTo>
                    <a:pt x="17950" y="1"/>
                  </a:moveTo>
                  <a:cubicBezTo>
                    <a:pt x="17053" y="1"/>
                    <a:pt x="16154" y="40"/>
                    <a:pt x="15253" y="120"/>
                  </a:cubicBezTo>
                  <a:cubicBezTo>
                    <a:pt x="9716" y="608"/>
                    <a:pt x="4347" y="2751"/>
                    <a:pt x="13" y="6740"/>
                  </a:cubicBezTo>
                  <a:lnTo>
                    <a:pt x="1" y="34874"/>
                  </a:lnTo>
                  <a:cubicBezTo>
                    <a:pt x="2454" y="33350"/>
                    <a:pt x="5228" y="32993"/>
                    <a:pt x="7990" y="32386"/>
                  </a:cubicBezTo>
                  <a:cubicBezTo>
                    <a:pt x="10342" y="31868"/>
                    <a:pt x="12697" y="31648"/>
                    <a:pt x="15048" y="31648"/>
                  </a:cubicBezTo>
                  <a:cubicBezTo>
                    <a:pt x="17185" y="31648"/>
                    <a:pt x="19318" y="31830"/>
                    <a:pt x="21444" y="32136"/>
                  </a:cubicBezTo>
                  <a:cubicBezTo>
                    <a:pt x="21170" y="21480"/>
                    <a:pt x="20968" y="10800"/>
                    <a:pt x="20837" y="132"/>
                  </a:cubicBezTo>
                  <a:cubicBezTo>
                    <a:pt x="19875" y="46"/>
                    <a:pt x="18913" y="1"/>
                    <a:pt x="179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40"/>
            <p:cNvSpPr/>
            <p:nvPr/>
          </p:nvSpPr>
          <p:spPr>
            <a:xfrm>
              <a:off x="4498775" y="764675"/>
              <a:ext cx="459000" cy="1027375"/>
            </a:xfrm>
            <a:custGeom>
              <a:rect b="b" l="l" r="r" t="t"/>
              <a:pathLst>
                <a:path extrusionOk="0" h="41095" w="18360">
                  <a:moveTo>
                    <a:pt x="17924" y="0"/>
                  </a:moveTo>
                  <a:cubicBezTo>
                    <a:pt x="15322" y="0"/>
                    <a:pt x="12651" y="612"/>
                    <a:pt x="9989" y="2089"/>
                  </a:cubicBezTo>
                  <a:cubicBezTo>
                    <a:pt x="6429" y="4066"/>
                    <a:pt x="2810" y="7685"/>
                    <a:pt x="24" y="12841"/>
                  </a:cubicBezTo>
                  <a:lnTo>
                    <a:pt x="0" y="41094"/>
                  </a:lnTo>
                  <a:cubicBezTo>
                    <a:pt x="1560" y="38927"/>
                    <a:pt x="3524" y="37308"/>
                    <a:pt x="5310" y="36201"/>
                  </a:cubicBezTo>
                  <a:cubicBezTo>
                    <a:pt x="9656" y="33522"/>
                    <a:pt x="14061" y="32045"/>
                    <a:pt x="18336" y="31843"/>
                  </a:cubicBezTo>
                  <a:lnTo>
                    <a:pt x="18360" y="6"/>
                  </a:lnTo>
                  <a:cubicBezTo>
                    <a:pt x="18215" y="2"/>
                    <a:pt x="18069" y="0"/>
                    <a:pt x="179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40"/>
            <p:cNvSpPr/>
            <p:nvPr/>
          </p:nvSpPr>
          <p:spPr>
            <a:xfrm>
              <a:off x="3788850" y="919850"/>
              <a:ext cx="710525" cy="872775"/>
            </a:xfrm>
            <a:custGeom>
              <a:rect b="b" l="l" r="r" t="t"/>
              <a:pathLst>
                <a:path extrusionOk="0" h="34911" w="28421">
                  <a:moveTo>
                    <a:pt x="10377" y="1"/>
                  </a:moveTo>
                  <a:cubicBezTo>
                    <a:pt x="6895" y="1"/>
                    <a:pt x="3415" y="575"/>
                    <a:pt x="24" y="1538"/>
                  </a:cubicBezTo>
                  <a:lnTo>
                    <a:pt x="1" y="33482"/>
                  </a:lnTo>
                  <a:cubicBezTo>
                    <a:pt x="4307" y="32460"/>
                    <a:pt x="8697" y="31943"/>
                    <a:pt x="13092" y="31943"/>
                  </a:cubicBezTo>
                  <a:cubicBezTo>
                    <a:pt x="15502" y="31943"/>
                    <a:pt x="17913" y="32099"/>
                    <a:pt x="20313" y="32411"/>
                  </a:cubicBezTo>
                  <a:cubicBezTo>
                    <a:pt x="23111" y="32768"/>
                    <a:pt x="25956" y="33387"/>
                    <a:pt x="28397" y="34911"/>
                  </a:cubicBezTo>
                  <a:lnTo>
                    <a:pt x="28421" y="6777"/>
                  </a:lnTo>
                  <a:cubicBezTo>
                    <a:pt x="24099" y="2776"/>
                    <a:pt x="18634" y="633"/>
                    <a:pt x="13098" y="121"/>
                  </a:cubicBezTo>
                  <a:cubicBezTo>
                    <a:pt x="12192" y="40"/>
                    <a:pt x="11284" y="1"/>
                    <a:pt x="103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40"/>
            <p:cNvSpPr/>
            <p:nvPr/>
          </p:nvSpPr>
          <p:spPr>
            <a:xfrm>
              <a:off x="3932625" y="1036200"/>
              <a:ext cx="453350" cy="78375"/>
            </a:xfrm>
            <a:custGeom>
              <a:rect b="b" l="l" r="r" t="t"/>
              <a:pathLst>
                <a:path extrusionOk="0" h="3135" w="18134">
                  <a:moveTo>
                    <a:pt x="5724" y="0"/>
                  </a:moveTo>
                  <a:cubicBezTo>
                    <a:pt x="3859" y="0"/>
                    <a:pt x="1968" y="158"/>
                    <a:pt x="0" y="468"/>
                  </a:cubicBezTo>
                  <a:cubicBezTo>
                    <a:pt x="0" y="801"/>
                    <a:pt x="24" y="944"/>
                    <a:pt x="24" y="1277"/>
                  </a:cubicBezTo>
                  <a:cubicBezTo>
                    <a:pt x="1988" y="967"/>
                    <a:pt x="3878" y="810"/>
                    <a:pt x="5743" y="810"/>
                  </a:cubicBezTo>
                  <a:cubicBezTo>
                    <a:pt x="9825" y="810"/>
                    <a:pt x="13786" y="1565"/>
                    <a:pt x="18134" y="3135"/>
                  </a:cubicBezTo>
                  <a:cubicBezTo>
                    <a:pt x="18134" y="2813"/>
                    <a:pt x="18134" y="2658"/>
                    <a:pt x="18122" y="2325"/>
                  </a:cubicBezTo>
                  <a:cubicBezTo>
                    <a:pt x="13766" y="756"/>
                    <a:pt x="9808" y="0"/>
                    <a:pt x="57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40"/>
            <p:cNvSpPr/>
            <p:nvPr/>
          </p:nvSpPr>
          <p:spPr>
            <a:xfrm>
              <a:off x="3934400" y="1110475"/>
              <a:ext cx="453075" cy="78525"/>
            </a:xfrm>
            <a:custGeom>
              <a:rect b="b" l="l" r="r" t="t"/>
              <a:pathLst>
                <a:path extrusionOk="0" h="3141" w="18123">
                  <a:moveTo>
                    <a:pt x="5713" y="1"/>
                  </a:moveTo>
                  <a:cubicBezTo>
                    <a:pt x="3851" y="1"/>
                    <a:pt x="1963" y="160"/>
                    <a:pt x="1" y="473"/>
                  </a:cubicBezTo>
                  <a:cubicBezTo>
                    <a:pt x="1" y="807"/>
                    <a:pt x="13" y="949"/>
                    <a:pt x="13" y="1283"/>
                  </a:cubicBezTo>
                  <a:cubicBezTo>
                    <a:pt x="1984" y="972"/>
                    <a:pt x="3881" y="813"/>
                    <a:pt x="5753" y="813"/>
                  </a:cubicBezTo>
                  <a:cubicBezTo>
                    <a:pt x="9827" y="813"/>
                    <a:pt x="13782" y="1566"/>
                    <a:pt x="18122" y="3140"/>
                  </a:cubicBezTo>
                  <a:cubicBezTo>
                    <a:pt x="18122" y="2819"/>
                    <a:pt x="18122" y="2652"/>
                    <a:pt x="18110" y="2342"/>
                  </a:cubicBezTo>
                  <a:cubicBezTo>
                    <a:pt x="13753" y="765"/>
                    <a:pt x="9794" y="1"/>
                    <a:pt x="57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40"/>
            <p:cNvSpPr/>
            <p:nvPr/>
          </p:nvSpPr>
          <p:spPr>
            <a:xfrm>
              <a:off x="3935900" y="1185025"/>
              <a:ext cx="453050" cy="78075"/>
            </a:xfrm>
            <a:custGeom>
              <a:rect b="b" l="l" r="r" t="t"/>
              <a:pathLst>
                <a:path extrusionOk="0" h="3123" w="18122">
                  <a:moveTo>
                    <a:pt x="5710" y="1"/>
                  </a:moveTo>
                  <a:cubicBezTo>
                    <a:pt x="3848" y="1"/>
                    <a:pt x="1962" y="158"/>
                    <a:pt x="0" y="468"/>
                  </a:cubicBezTo>
                  <a:cubicBezTo>
                    <a:pt x="0" y="801"/>
                    <a:pt x="12" y="944"/>
                    <a:pt x="12" y="1277"/>
                  </a:cubicBezTo>
                  <a:cubicBezTo>
                    <a:pt x="1979" y="963"/>
                    <a:pt x="3872" y="804"/>
                    <a:pt x="5740" y="804"/>
                  </a:cubicBezTo>
                  <a:cubicBezTo>
                    <a:pt x="9819" y="804"/>
                    <a:pt x="13777" y="1563"/>
                    <a:pt x="18122" y="3123"/>
                  </a:cubicBezTo>
                  <a:cubicBezTo>
                    <a:pt x="18122" y="2813"/>
                    <a:pt x="18110" y="2647"/>
                    <a:pt x="18110" y="2337"/>
                  </a:cubicBezTo>
                  <a:cubicBezTo>
                    <a:pt x="13751" y="759"/>
                    <a:pt x="9792" y="1"/>
                    <a:pt x="57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40"/>
            <p:cNvSpPr/>
            <p:nvPr/>
          </p:nvSpPr>
          <p:spPr>
            <a:xfrm>
              <a:off x="3937375" y="1259000"/>
              <a:ext cx="453075" cy="78525"/>
            </a:xfrm>
            <a:custGeom>
              <a:rect b="b" l="l" r="r" t="t"/>
              <a:pathLst>
                <a:path extrusionOk="0" h="3141" w="18123">
                  <a:moveTo>
                    <a:pt x="5720" y="1"/>
                  </a:moveTo>
                  <a:cubicBezTo>
                    <a:pt x="3855" y="1"/>
                    <a:pt x="1966" y="160"/>
                    <a:pt x="1" y="473"/>
                  </a:cubicBezTo>
                  <a:cubicBezTo>
                    <a:pt x="1" y="807"/>
                    <a:pt x="13" y="950"/>
                    <a:pt x="13" y="1283"/>
                  </a:cubicBezTo>
                  <a:cubicBezTo>
                    <a:pt x="1984" y="972"/>
                    <a:pt x="3881" y="813"/>
                    <a:pt x="5753" y="813"/>
                  </a:cubicBezTo>
                  <a:cubicBezTo>
                    <a:pt x="9828" y="813"/>
                    <a:pt x="13782" y="1566"/>
                    <a:pt x="18122" y="3140"/>
                  </a:cubicBezTo>
                  <a:cubicBezTo>
                    <a:pt x="18110" y="2831"/>
                    <a:pt x="18110" y="2664"/>
                    <a:pt x="18110" y="2331"/>
                  </a:cubicBezTo>
                  <a:cubicBezTo>
                    <a:pt x="13755" y="762"/>
                    <a:pt x="9798" y="1"/>
                    <a:pt x="57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40"/>
            <p:cNvSpPr/>
            <p:nvPr/>
          </p:nvSpPr>
          <p:spPr>
            <a:xfrm>
              <a:off x="3938875" y="1333425"/>
              <a:ext cx="453050" cy="78500"/>
            </a:xfrm>
            <a:custGeom>
              <a:rect b="b" l="l" r="r" t="t"/>
              <a:pathLst>
                <a:path extrusionOk="0" h="3140" w="18122">
                  <a:moveTo>
                    <a:pt x="5719" y="0"/>
                  </a:moveTo>
                  <a:cubicBezTo>
                    <a:pt x="3855" y="0"/>
                    <a:pt x="1965" y="159"/>
                    <a:pt x="0" y="473"/>
                  </a:cubicBezTo>
                  <a:cubicBezTo>
                    <a:pt x="0" y="806"/>
                    <a:pt x="12" y="949"/>
                    <a:pt x="12" y="1283"/>
                  </a:cubicBezTo>
                  <a:cubicBezTo>
                    <a:pt x="1984" y="971"/>
                    <a:pt x="3881" y="813"/>
                    <a:pt x="5753" y="813"/>
                  </a:cubicBezTo>
                  <a:cubicBezTo>
                    <a:pt x="9827" y="813"/>
                    <a:pt x="13782" y="1565"/>
                    <a:pt x="18122" y="3140"/>
                  </a:cubicBezTo>
                  <a:cubicBezTo>
                    <a:pt x="18110" y="2807"/>
                    <a:pt x="18110" y="2664"/>
                    <a:pt x="18110" y="2330"/>
                  </a:cubicBezTo>
                  <a:cubicBezTo>
                    <a:pt x="13755" y="761"/>
                    <a:pt x="9798" y="0"/>
                    <a:pt x="57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140"/>
            <p:cNvSpPr/>
            <p:nvPr/>
          </p:nvSpPr>
          <p:spPr>
            <a:xfrm>
              <a:off x="3940075" y="1407825"/>
              <a:ext cx="453350" cy="78525"/>
            </a:xfrm>
            <a:custGeom>
              <a:rect b="b" l="l" r="r" t="t"/>
              <a:pathLst>
                <a:path extrusionOk="0" h="3141" w="18134">
                  <a:moveTo>
                    <a:pt x="5727" y="1"/>
                  </a:moveTo>
                  <a:cubicBezTo>
                    <a:pt x="3861" y="1"/>
                    <a:pt x="1968" y="160"/>
                    <a:pt x="0" y="473"/>
                  </a:cubicBezTo>
                  <a:cubicBezTo>
                    <a:pt x="0" y="807"/>
                    <a:pt x="24" y="950"/>
                    <a:pt x="24" y="1283"/>
                  </a:cubicBezTo>
                  <a:cubicBezTo>
                    <a:pt x="1995" y="972"/>
                    <a:pt x="3892" y="813"/>
                    <a:pt x="5764" y="813"/>
                  </a:cubicBezTo>
                  <a:cubicBezTo>
                    <a:pt x="9839" y="813"/>
                    <a:pt x="13793" y="1566"/>
                    <a:pt x="18133" y="3140"/>
                  </a:cubicBezTo>
                  <a:cubicBezTo>
                    <a:pt x="18121" y="2807"/>
                    <a:pt x="18121" y="2664"/>
                    <a:pt x="18121" y="2331"/>
                  </a:cubicBezTo>
                  <a:cubicBezTo>
                    <a:pt x="13766" y="762"/>
                    <a:pt x="9809"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40"/>
            <p:cNvSpPr/>
            <p:nvPr/>
          </p:nvSpPr>
          <p:spPr>
            <a:xfrm>
              <a:off x="3941250" y="1482250"/>
              <a:ext cx="453350" cy="78525"/>
            </a:xfrm>
            <a:custGeom>
              <a:rect b="b" l="l" r="r" t="t"/>
              <a:pathLst>
                <a:path extrusionOk="0" h="3141" w="18134">
                  <a:moveTo>
                    <a:pt x="5722" y="0"/>
                  </a:moveTo>
                  <a:cubicBezTo>
                    <a:pt x="3856" y="0"/>
                    <a:pt x="1965" y="159"/>
                    <a:pt x="1" y="473"/>
                  </a:cubicBezTo>
                  <a:cubicBezTo>
                    <a:pt x="1" y="806"/>
                    <a:pt x="13" y="949"/>
                    <a:pt x="13" y="1283"/>
                  </a:cubicBezTo>
                  <a:cubicBezTo>
                    <a:pt x="1988" y="972"/>
                    <a:pt x="3886" y="813"/>
                    <a:pt x="5759" y="813"/>
                  </a:cubicBezTo>
                  <a:cubicBezTo>
                    <a:pt x="9834" y="813"/>
                    <a:pt x="13786" y="1565"/>
                    <a:pt x="18134" y="3140"/>
                  </a:cubicBezTo>
                  <a:cubicBezTo>
                    <a:pt x="18134" y="2807"/>
                    <a:pt x="18134" y="2652"/>
                    <a:pt x="18110" y="2330"/>
                  </a:cubicBezTo>
                  <a:cubicBezTo>
                    <a:pt x="13763" y="762"/>
                    <a:pt x="9803" y="0"/>
                    <a:pt x="57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140"/>
            <p:cNvSpPr/>
            <p:nvPr/>
          </p:nvSpPr>
          <p:spPr>
            <a:xfrm>
              <a:off x="3942750" y="1556350"/>
              <a:ext cx="453350" cy="78525"/>
            </a:xfrm>
            <a:custGeom>
              <a:rect b="b" l="l" r="r" t="t"/>
              <a:pathLst>
                <a:path extrusionOk="0" h="3141" w="18134">
                  <a:moveTo>
                    <a:pt x="5727" y="1"/>
                  </a:moveTo>
                  <a:cubicBezTo>
                    <a:pt x="3861" y="1"/>
                    <a:pt x="1969" y="160"/>
                    <a:pt x="0" y="474"/>
                  </a:cubicBezTo>
                  <a:cubicBezTo>
                    <a:pt x="0" y="795"/>
                    <a:pt x="24" y="950"/>
                    <a:pt x="24" y="1271"/>
                  </a:cubicBezTo>
                  <a:cubicBezTo>
                    <a:pt x="1984" y="966"/>
                    <a:pt x="3870" y="810"/>
                    <a:pt x="5731" y="810"/>
                  </a:cubicBezTo>
                  <a:cubicBezTo>
                    <a:pt x="9813" y="810"/>
                    <a:pt x="13774" y="1562"/>
                    <a:pt x="18133" y="3141"/>
                  </a:cubicBezTo>
                  <a:cubicBezTo>
                    <a:pt x="18133" y="2819"/>
                    <a:pt x="18133" y="2664"/>
                    <a:pt x="18110" y="2331"/>
                  </a:cubicBezTo>
                  <a:cubicBezTo>
                    <a:pt x="13763" y="762"/>
                    <a:pt x="9808"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140"/>
            <p:cNvSpPr/>
            <p:nvPr/>
          </p:nvSpPr>
          <p:spPr>
            <a:xfrm>
              <a:off x="3944225" y="1630775"/>
              <a:ext cx="453350" cy="78525"/>
            </a:xfrm>
            <a:custGeom>
              <a:rect b="b" l="l" r="r" t="t"/>
              <a:pathLst>
                <a:path extrusionOk="0" h="3141" w="18134">
                  <a:moveTo>
                    <a:pt x="5727" y="0"/>
                  </a:moveTo>
                  <a:cubicBezTo>
                    <a:pt x="3861" y="0"/>
                    <a:pt x="1969" y="159"/>
                    <a:pt x="1" y="473"/>
                  </a:cubicBezTo>
                  <a:cubicBezTo>
                    <a:pt x="1" y="795"/>
                    <a:pt x="25" y="949"/>
                    <a:pt x="25" y="1271"/>
                  </a:cubicBezTo>
                  <a:cubicBezTo>
                    <a:pt x="1985" y="965"/>
                    <a:pt x="3871" y="809"/>
                    <a:pt x="5731" y="809"/>
                  </a:cubicBezTo>
                  <a:cubicBezTo>
                    <a:pt x="9814" y="809"/>
                    <a:pt x="13774" y="1562"/>
                    <a:pt x="18134" y="3140"/>
                  </a:cubicBezTo>
                  <a:cubicBezTo>
                    <a:pt x="18134" y="2819"/>
                    <a:pt x="18122" y="2664"/>
                    <a:pt x="18122" y="2331"/>
                  </a:cubicBezTo>
                  <a:cubicBezTo>
                    <a:pt x="13767" y="762"/>
                    <a:pt x="9810" y="0"/>
                    <a:pt x="5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40"/>
            <p:cNvSpPr/>
            <p:nvPr/>
          </p:nvSpPr>
          <p:spPr>
            <a:xfrm>
              <a:off x="4557400" y="881250"/>
              <a:ext cx="347975" cy="229750"/>
            </a:xfrm>
            <a:custGeom>
              <a:rect b="b" l="l" r="r" t="t"/>
              <a:pathLst>
                <a:path extrusionOk="0" h="9190" w="13919">
                  <a:moveTo>
                    <a:pt x="13021" y="0"/>
                  </a:moveTo>
                  <a:cubicBezTo>
                    <a:pt x="6999" y="0"/>
                    <a:pt x="3045" y="4692"/>
                    <a:pt x="1" y="8452"/>
                  </a:cubicBezTo>
                  <a:lnTo>
                    <a:pt x="1" y="9190"/>
                  </a:lnTo>
                  <a:cubicBezTo>
                    <a:pt x="3038" y="5450"/>
                    <a:pt x="6981" y="771"/>
                    <a:pt x="12992" y="771"/>
                  </a:cubicBezTo>
                  <a:cubicBezTo>
                    <a:pt x="13295" y="771"/>
                    <a:pt x="13604" y="783"/>
                    <a:pt x="13919" y="808"/>
                  </a:cubicBezTo>
                  <a:cubicBezTo>
                    <a:pt x="13919" y="498"/>
                    <a:pt x="13907" y="343"/>
                    <a:pt x="13907" y="34"/>
                  </a:cubicBezTo>
                  <a:cubicBezTo>
                    <a:pt x="13607" y="11"/>
                    <a:pt x="13312" y="0"/>
                    <a:pt x="13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40"/>
            <p:cNvSpPr/>
            <p:nvPr/>
          </p:nvSpPr>
          <p:spPr>
            <a:xfrm>
              <a:off x="4558000" y="952875"/>
              <a:ext cx="348875" cy="225700"/>
            </a:xfrm>
            <a:custGeom>
              <a:rect b="b" l="l" r="r" t="t"/>
              <a:pathLst>
                <a:path extrusionOk="0" h="9028" w="13955">
                  <a:moveTo>
                    <a:pt x="12870" y="1"/>
                  </a:moveTo>
                  <a:cubicBezTo>
                    <a:pt x="6929" y="1"/>
                    <a:pt x="3014" y="4602"/>
                    <a:pt x="12" y="8301"/>
                  </a:cubicBezTo>
                  <a:cubicBezTo>
                    <a:pt x="0" y="8599"/>
                    <a:pt x="0" y="8742"/>
                    <a:pt x="12" y="9027"/>
                  </a:cubicBezTo>
                  <a:cubicBezTo>
                    <a:pt x="3015" y="5364"/>
                    <a:pt x="6914" y="793"/>
                    <a:pt x="12821" y="793"/>
                  </a:cubicBezTo>
                  <a:cubicBezTo>
                    <a:pt x="13191" y="793"/>
                    <a:pt x="13569" y="811"/>
                    <a:pt x="13955" y="848"/>
                  </a:cubicBezTo>
                  <a:cubicBezTo>
                    <a:pt x="13955" y="526"/>
                    <a:pt x="13943" y="372"/>
                    <a:pt x="13943" y="50"/>
                  </a:cubicBezTo>
                  <a:cubicBezTo>
                    <a:pt x="13578" y="17"/>
                    <a:pt x="13220" y="1"/>
                    <a:pt x="128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140"/>
            <p:cNvSpPr/>
            <p:nvPr/>
          </p:nvSpPr>
          <p:spPr>
            <a:xfrm>
              <a:off x="4558600" y="1025050"/>
              <a:ext cx="349775" cy="221675"/>
            </a:xfrm>
            <a:custGeom>
              <a:rect b="b" l="l" r="r" t="t"/>
              <a:pathLst>
                <a:path extrusionOk="0" h="8867" w="13991">
                  <a:moveTo>
                    <a:pt x="12720" y="0"/>
                  </a:moveTo>
                  <a:cubicBezTo>
                    <a:pt x="6871" y="0"/>
                    <a:pt x="2993" y="4501"/>
                    <a:pt x="0" y="8117"/>
                  </a:cubicBezTo>
                  <a:lnTo>
                    <a:pt x="0" y="8867"/>
                  </a:lnTo>
                  <a:cubicBezTo>
                    <a:pt x="2987" y="5259"/>
                    <a:pt x="6863" y="781"/>
                    <a:pt x="12691" y="781"/>
                  </a:cubicBezTo>
                  <a:cubicBezTo>
                    <a:pt x="13114" y="781"/>
                    <a:pt x="13547" y="805"/>
                    <a:pt x="13990" y="854"/>
                  </a:cubicBezTo>
                  <a:cubicBezTo>
                    <a:pt x="13990" y="545"/>
                    <a:pt x="13978" y="378"/>
                    <a:pt x="13978" y="68"/>
                  </a:cubicBezTo>
                  <a:cubicBezTo>
                    <a:pt x="13549" y="22"/>
                    <a:pt x="13130" y="0"/>
                    <a:pt x="127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140"/>
            <p:cNvSpPr/>
            <p:nvPr/>
          </p:nvSpPr>
          <p:spPr>
            <a:xfrm>
              <a:off x="4558600" y="1097725"/>
              <a:ext cx="350950" cy="217475"/>
            </a:xfrm>
            <a:custGeom>
              <a:rect b="b" l="l" r="r" t="t"/>
              <a:pathLst>
                <a:path extrusionOk="0" h="8699" w="14038">
                  <a:moveTo>
                    <a:pt x="12583" y="0"/>
                  </a:moveTo>
                  <a:cubicBezTo>
                    <a:pt x="6813" y="0"/>
                    <a:pt x="2974" y="4404"/>
                    <a:pt x="0" y="7972"/>
                  </a:cubicBezTo>
                  <a:cubicBezTo>
                    <a:pt x="12" y="8270"/>
                    <a:pt x="12" y="8413"/>
                    <a:pt x="12" y="8698"/>
                  </a:cubicBezTo>
                  <a:cubicBezTo>
                    <a:pt x="2972" y="5157"/>
                    <a:pt x="6791" y="788"/>
                    <a:pt x="12518" y="788"/>
                  </a:cubicBezTo>
                  <a:cubicBezTo>
                    <a:pt x="13010" y="788"/>
                    <a:pt x="13517" y="820"/>
                    <a:pt x="14038" y="888"/>
                  </a:cubicBezTo>
                  <a:cubicBezTo>
                    <a:pt x="14038" y="566"/>
                    <a:pt x="14026" y="412"/>
                    <a:pt x="14026" y="90"/>
                  </a:cubicBezTo>
                  <a:cubicBezTo>
                    <a:pt x="13532" y="29"/>
                    <a:pt x="13051" y="0"/>
                    <a:pt x="12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40"/>
            <p:cNvSpPr/>
            <p:nvPr/>
          </p:nvSpPr>
          <p:spPr>
            <a:xfrm>
              <a:off x="4559475" y="1170875"/>
              <a:ext cx="351575" cy="213075"/>
            </a:xfrm>
            <a:custGeom>
              <a:rect b="b" l="l" r="r" t="t"/>
              <a:pathLst>
                <a:path extrusionOk="0" h="8523" w="14063">
                  <a:moveTo>
                    <a:pt x="12412" y="0"/>
                  </a:moveTo>
                  <a:cubicBezTo>
                    <a:pt x="6738" y="0"/>
                    <a:pt x="2941" y="4312"/>
                    <a:pt x="1" y="7796"/>
                  </a:cubicBezTo>
                  <a:lnTo>
                    <a:pt x="1" y="8523"/>
                  </a:lnTo>
                  <a:cubicBezTo>
                    <a:pt x="2945" y="5058"/>
                    <a:pt x="6721" y="780"/>
                    <a:pt x="12378" y="780"/>
                  </a:cubicBezTo>
                  <a:cubicBezTo>
                    <a:pt x="12922" y="780"/>
                    <a:pt x="13483" y="819"/>
                    <a:pt x="14062" y="903"/>
                  </a:cubicBezTo>
                  <a:cubicBezTo>
                    <a:pt x="14062" y="593"/>
                    <a:pt x="14050" y="427"/>
                    <a:pt x="14050" y="117"/>
                  </a:cubicBezTo>
                  <a:cubicBezTo>
                    <a:pt x="13487" y="38"/>
                    <a:pt x="12942" y="0"/>
                    <a:pt x="12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40"/>
            <p:cNvSpPr/>
            <p:nvPr/>
          </p:nvSpPr>
          <p:spPr>
            <a:xfrm>
              <a:off x="4559775" y="1243700"/>
              <a:ext cx="352750" cy="209600"/>
            </a:xfrm>
            <a:custGeom>
              <a:rect b="b" l="l" r="r" t="t"/>
              <a:pathLst>
                <a:path extrusionOk="0" h="8384" w="14110">
                  <a:moveTo>
                    <a:pt x="12276" y="0"/>
                  </a:moveTo>
                  <a:cubicBezTo>
                    <a:pt x="6672" y="0"/>
                    <a:pt x="2922" y="4217"/>
                    <a:pt x="1" y="7634"/>
                  </a:cubicBezTo>
                  <a:lnTo>
                    <a:pt x="1" y="8384"/>
                  </a:lnTo>
                  <a:cubicBezTo>
                    <a:pt x="2911" y="4979"/>
                    <a:pt x="6645" y="800"/>
                    <a:pt x="12225" y="800"/>
                  </a:cubicBezTo>
                  <a:cubicBezTo>
                    <a:pt x="12831" y="800"/>
                    <a:pt x="13459" y="849"/>
                    <a:pt x="14110" y="954"/>
                  </a:cubicBezTo>
                  <a:cubicBezTo>
                    <a:pt x="14110" y="645"/>
                    <a:pt x="14098" y="478"/>
                    <a:pt x="14098" y="145"/>
                  </a:cubicBezTo>
                  <a:cubicBezTo>
                    <a:pt x="13469" y="47"/>
                    <a:pt x="12863" y="0"/>
                    <a:pt x="122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140"/>
            <p:cNvSpPr/>
            <p:nvPr/>
          </p:nvSpPr>
          <p:spPr>
            <a:xfrm>
              <a:off x="4560075" y="1317350"/>
              <a:ext cx="353950" cy="205325"/>
            </a:xfrm>
            <a:custGeom>
              <a:rect b="b" l="l" r="r" t="t"/>
              <a:pathLst>
                <a:path extrusionOk="0" h="8213" w="14158">
                  <a:moveTo>
                    <a:pt x="12147" y="1"/>
                  </a:moveTo>
                  <a:cubicBezTo>
                    <a:pt x="6628" y="1"/>
                    <a:pt x="2914" y="4124"/>
                    <a:pt x="13" y="7474"/>
                  </a:cubicBezTo>
                  <a:cubicBezTo>
                    <a:pt x="1" y="7772"/>
                    <a:pt x="1" y="7914"/>
                    <a:pt x="13" y="8212"/>
                  </a:cubicBezTo>
                  <a:cubicBezTo>
                    <a:pt x="2912" y="4888"/>
                    <a:pt x="6607" y="796"/>
                    <a:pt x="12087" y="796"/>
                  </a:cubicBezTo>
                  <a:cubicBezTo>
                    <a:pt x="12750" y="796"/>
                    <a:pt x="13440" y="856"/>
                    <a:pt x="14157" y="985"/>
                  </a:cubicBezTo>
                  <a:cubicBezTo>
                    <a:pt x="14157" y="652"/>
                    <a:pt x="14145" y="509"/>
                    <a:pt x="14145" y="175"/>
                  </a:cubicBezTo>
                  <a:cubicBezTo>
                    <a:pt x="13454" y="56"/>
                    <a:pt x="12789" y="1"/>
                    <a:pt x="121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40"/>
            <p:cNvSpPr/>
            <p:nvPr/>
          </p:nvSpPr>
          <p:spPr>
            <a:xfrm>
              <a:off x="4560975" y="1391175"/>
              <a:ext cx="354525" cy="201425"/>
            </a:xfrm>
            <a:custGeom>
              <a:rect b="b" l="l" r="r" t="t"/>
              <a:pathLst>
                <a:path extrusionOk="0" h="8057" w="14181">
                  <a:moveTo>
                    <a:pt x="11984" y="0"/>
                  </a:moveTo>
                  <a:cubicBezTo>
                    <a:pt x="6552" y="0"/>
                    <a:pt x="2870" y="4038"/>
                    <a:pt x="0" y="7319"/>
                  </a:cubicBezTo>
                  <a:lnTo>
                    <a:pt x="0" y="8057"/>
                  </a:lnTo>
                  <a:cubicBezTo>
                    <a:pt x="2859" y="4799"/>
                    <a:pt x="6526" y="798"/>
                    <a:pt x="11933" y="798"/>
                  </a:cubicBezTo>
                  <a:cubicBezTo>
                    <a:pt x="12651" y="798"/>
                    <a:pt x="13399" y="868"/>
                    <a:pt x="14181" y="1020"/>
                  </a:cubicBezTo>
                  <a:cubicBezTo>
                    <a:pt x="14181" y="699"/>
                    <a:pt x="14169" y="532"/>
                    <a:pt x="14169" y="211"/>
                  </a:cubicBezTo>
                  <a:cubicBezTo>
                    <a:pt x="13410" y="67"/>
                    <a:pt x="12683" y="0"/>
                    <a:pt x="11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40"/>
            <p:cNvSpPr/>
            <p:nvPr/>
          </p:nvSpPr>
          <p:spPr>
            <a:xfrm>
              <a:off x="4560975" y="1465175"/>
              <a:ext cx="355725" cy="197375"/>
            </a:xfrm>
            <a:custGeom>
              <a:rect b="b" l="l" r="r" t="t"/>
              <a:pathLst>
                <a:path extrusionOk="0" h="7895" w="14229">
                  <a:moveTo>
                    <a:pt x="11824" y="0"/>
                  </a:moveTo>
                  <a:cubicBezTo>
                    <a:pt x="6479" y="0"/>
                    <a:pt x="2847" y="3933"/>
                    <a:pt x="0" y="7145"/>
                  </a:cubicBezTo>
                  <a:cubicBezTo>
                    <a:pt x="12" y="7454"/>
                    <a:pt x="12" y="7597"/>
                    <a:pt x="12" y="7895"/>
                  </a:cubicBezTo>
                  <a:cubicBezTo>
                    <a:pt x="2865" y="4699"/>
                    <a:pt x="6500" y="793"/>
                    <a:pt x="11825" y="793"/>
                  </a:cubicBezTo>
                  <a:cubicBezTo>
                    <a:pt x="12590" y="793"/>
                    <a:pt x="13391" y="874"/>
                    <a:pt x="14228" y="1049"/>
                  </a:cubicBezTo>
                  <a:cubicBezTo>
                    <a:pt x="14228" y="727"/>
                    <a:pt x="14205" y="561"/>
                    <a:pt x="14205" y="251"/>
                  </a:cubicBezTo>
                  <a:cubicBezTo>
                    <a:pt x="13375" y="80"/>
                    <a:pt x="12582" y="0"/>
                    <a:pt x="11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5" name="Google Shape;2075;p140"/>
          <p:cNvGrpSpPr/>
          <p:nvPr/>
        </p:nvGrpSpPr>
        <p:grpSpPr>
          <a:xfrm>
            <a:off x="1134716" y="3640520"/>
            <a:ext cx="582138" cy="582138"/>
            <a:chOff x="3796125" y="-35750"/>
            <a:chExt cx="773400" cy="773400"/>
          </a:xfrm>
        </p:grpSpPr>
        <p:sp>
          <p:nvSpPr>
            <p:cNvPr id="2076" name="Google Shape;2076;p14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14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8" name="Google Shape;2078;p140"/>
          <p:cNvGrpSpPr/>
          <p:nvPr/>
        </p:nvGrpSpPr>
        <p:grpSpPr>
          <a:xfrm>
            <a:off x="6978321" y="-71154"/>
            <a:ext cx="1914410" cy="1661326"/>
            <a:chOff x="578925" y="1139250"/>
            <a:chExt cx="974850" cy="845975"/>
          </a:xfrm>
        </p:grpSpPr>
        <p:sp>
          <p:nvSpPr>
            <p:cNvPr id="2079" name="Google Shape;2079;p140"/>
            <p:cNvSpPr/>
            <p:nvPr/>
          </p:nvSpPr>
          <p:spPr>
            <a:xfrm>
              <a:off x="578925" y="1139250"/>
              <a:ext cx="974850" cy="845975"/>
            </a:xfrm>
            <a:custGeom>
              <a:rect b="b" l="l" r="r" t="t"/>
              <a:pathLst>
                <a:path extrusionOk="0" h="33839" w="38994">
                  <a:moveTo>
                    <a:pt x="19527" y="11550"/>
                  </a:moveTo>
                  <a:cubicBezTo>
                    <a:pt x="19741" y="11764"/>
                    <a:pt x="19944" y="12002"/>
                    <a:pt x="20158" y="12240"/>
                  </a:cubicBezTo>
                  <a:lnTo>
                    <a:pt x="18884" y="12240"/>
                  </a:lnTo>
                  <a:cubicBezTo>
                    <a:pt x="19098" y="12002"/>
                    <a:pt x="19325" y="11788"/>
                    <a:pt x="19527" y="11550"/>
                  </a:cubicBezTo>
                  <a:close/>
                  <a:moveTo>
                    <a:pt x="6275" y="727"/>
                  </a:moveTo>
                  <a:cubicBezTo>
                    <a:pt x="7978" y="727"/>
                    <a:pt x="12871" y="4323"/>
                    <a:pt x="19063" y="11050"/>
                  </a:cubicBezTo>
                  <a:cubicBezTo>
                    <a:pt x="18693" y="11455"/>
                    <a:pt x="18336" y="11859"/>
                    <a:pt x="17967" y="12264"/>
                  </a:cubicBezTo>
                  <a:cubicBezTo>
                    <a:pt x="15812" y="12300"/>
                    <a:pt x="13633" y="12419"/>
                    <a:pt x="11609" y="12633"/>
                  </a:cubicBezTo>
                  <a:cubicBezTo>
                    <a:pt x="7216" y="6549"/>
                    <a:pt x="5049" y="1930"/>
                    <a:pt x="5823" y="906"/>
                  </a:cubicBezTo>
                  <a:cubicBezTo>
                    <a:pt x="5882" y="834"/>
                    <a:pt x="5978" y="727"/>
                    <a:pt x="6275" y="727"/>
                  </a:cubicBezTo>
                  <a:close/>
                  <a:moveTo>
                    <a:pt x="32874" y="668"/>
                  </a:moveTo>
                  <a:cubicBezTo>
                    <a:pt x="33088" y="668"/>
                    <a:pt x="33112" y="739"/>
                    <a:pt x="33136" y="799"/>
                  </a:cubicBezTo>
                  <a:cubicBezTo>
                    <a:pt x="33517" y="2061"/>
                    <a:pt x="31600" y="6573"/>
                    <a:pt x="27337" y="12633"/>
                  </a:cubicBezTo>
                  <a:cubicBezTo>
                    <a:pt x="25313" y="12419"/>
                    <a:pt x="23194" y="12300"/>
                    <a:pt x="21051" y="12264"/>
                  </a:cubicBezTo>
                  <a:lnTo>
                    <a:pt x="19979" y="11050"/>
                  </a:lnTo>
                  <a:cubicBezTo>
                    <a:pt x="25813" y="4823"/>
                    <a:pt x="31207" y="668"/>
                    <a:pt x="32874" y="668"/>
                  </a:cubicBezTo>
                  <a:close/>
                  <a:moveTo>
                    <a:pt x="17372" y="12943"/>
                  </a:moveTo>
                  <a:lnTo>
                    <a:pt x="17372" y="12943"/>
                  </a:lnTo>
                  <a:cubicBezTo>
                    <a:pt x="17193" y="13133"/>
                    <a:pt x="17015" y="13348"/>
                    <a:pt x="16848" y="13538"/>
                  </a:cubicBezTo>
                  <a:cubicBezTo>
                    <a:pt x="16026" y="14479"/>
                    <a:pt x="15241" y="15443"/>
                    <a:pt x="14467" y="16396"/>
                  </a:cubicBezTo>
                  <a:cubicBezTo>
                    <a:pt x="13621" y="15324"/>
                    <a:pt x="12812" y="14264"/>
                    <a:pt x="12074" y="13252"/>
                  </a:cubicBezTo>
                  <a:cubicBezTo>
                    <a:pt x="13705" y="13098"/>
                    <a:pt x="15479" y="12991"/>
                    <a:pt x="17372" y="12943"/>
                  </a:cubicBezTo>
                  <a:close/>
                  <a:moveTo>
                    <a:pt x="21658" y="12955"/>
                  </a:moveTo>
                  <a:lnTo>
                    <a:pt x="21658" y="12955"/>
                  </a:lnTo>
                  <a:cubicBezTo>
                    <a:pt x="23527" y="13002"/>
                    <a:pt x="25290" y="13110"/>
                    <a:pt x="26909" y="13276"/>
                  </a:cubicBezTo>
                  <a:cubicBezTo>
                    <a:pt x="26183" y="14288"/>
                    <a:pt x="25409" y="15324"/>
                    <a:pt x="24551" y="16408"/>
                  </a:cubicBezTo>
                  <a:cubicBezTo>
                    <a:pt x="23766" y="15431"/>
                    <a:pt x="22980" y="14479"/>
                    <a:pt x="22182" y="13550"/>
                  </a:cubicBezTo>
                  <a:cubicBezTo>
                    <a:pt x="22003" y="13348"/>
                    <a:pt x="21837" y="13157"/>
                    <a:pt x="21658" y="12955"/>
                  </a:cubicBezTo>
                  <a:close/>
                  <a:moveTo>
                    <a:pt x="11288" y="13336"/>
                  </a:moveTo>
                  <a:cubicBezTo>
                    <a:pt x="12145" y="14526"/>
                    <a:pt x="13074" y="15729"/>
                    <a:pt x="14026" y="16920"/>
                  </a:cubicBezTo>
                  <a:cubicBezTo>
                    <a:pt x="13074" y="18122"/>
                    <a:pt x="12145" y="19325"/>
                    <a:pt x="11288" y="20515"/>
                  </a:cubicBezTo>
                  <a:cubicBezTo>
                    <a:pt x="4775" y="19825"/>
                    <a:pt x="691" y="18313"/>
                    <a:pt x="691" y="16931"/>
                  </a:cubicBezTo>
                  <a:cubicBezTo>
                    <a:pt x="691" y="15550"/>
                    <a:pt x="4775" y="14050"/>
                    <a:pt x="11288" y="13336"/>
                  </a:cubicBezTo>
                  <a:close/>
                  <a:moveTo>
                    <a:pt x="27552" y="13312"/>
                  </a:moveTo>
                  <a:cubicBezTo>
                    <a:pt x="34160" y="14014"/>
                    <a:pt x="38339" y="15538"/>
                    <a:pt x="38339" y="16931"/>
                  </a:cubicBezTo>
                  <a:cubicBezTo>
                    <a:pt x="38327" y="18336"/>
                    <a:pt x="34231" y="19825"/>
                    <a:pt x="27730" y="20539"/>
                  </a:cubicBezTo>
                  <a:cubicBezTo>
                    <a:pt x="26849" y="19325"/>
                    <a:pt x="25909" y="18110"/>
                    <a:pt x="24944" y="16884"/>
                  </a:cubicBezTo>
                  <a:cubicBezTo>
                    <a:pt x="25861" y="15681"/>
                    <a:pt x="26730" y="14491"/>
                    <a:pt x="27552" y="13312"/>
                  </a:cubicBezTo>
                  <a:close/>
                  <a:moveTo>
                    <a:pt x="14455" y="17479"/>
                  </a:moveTo>
                  <a:cubicBezTo>
                    <a:pt x="15229" y="18455"/>
                    <a:pt x="16026" y="19408"/>
                    <a:pt x="16836" y="20337"/>
                  </a:cubicBezTo>
                  <a:cubicBezTo>
                    <a:pt x="17015" y="20539"/>
                    <a:pt x="17193" y="20730"/>
                    <a:pt x="17360" y="20932"/>
                  </a:cubicBezTo>
                  <a:cubicBezTo>
                    <a:pt x="15467" y="20896"/>
                    <a:pt x="13681" y="20777"/>
                    <a:pt x="12038" y="20622"/>
                  </a:cubicBezTo>
                  <a:cubicBezTo>
                    <a:pt x="12788" y="19610"/>
                    <a:pt x="13586" y="18551"/>
                    <a:pt x="14455" y="17479"/>
                  </a:cubicBezTo>
                  <a:close/>
                  <a:moveTo>
                    <a:pt x="24528" y="17443"/>
                  </a:moveTo>
                  <a:cubicBezTo>
                    <a:pt x="25397" y="18527"/>
                    <a:pt x="26206" y="19598"/>
                    <a:pt x="26956" y="20622"/>
                  </a:cubicBezTo>
                  <a:cubicBezTo>
                    <a:pt x="25313" y="20789"/>
                    <a:pt x="23551" y="20896"/>
                    <a:pt x="21658" y="20932"/>
                  </a:cubicBezTo>
                  <a:cubicBezTo>
                    <a:pt x="21837" y="20741"/>
                    <a:pt x="22003" y="20539"/>
                    <a:pt x="22182" y="20337"/>
                  </a:cubicBezTo>
                  <a:cubicBezTo>
                    <a:pt x="22980" y="19372"/>
                    <a:pt x="23766" y="18408"/>
                    <a:pt x="24528" y="17443"/>
                  </a:cubicBezTo>
                  <a:close/>
                  <a:moveTo>
                    <a:pt x="19515" y="12919"/>
                  </a:moveTo>
                  <a:cubicBezTo>
                    <a:pt x="19932" y="12919"/>
                    <a:pt x="20348" y="12919"/>
                    <a:pt x="20753" y="12931"/>
                  </a:cubicBezTo>
                  <a:cubicBezTo>
                    <a:pt x="21051" y="13276"/>
                    <a:pt x="21360" y="13633"/>
                    <a:pt x="21670" y="13991"/>
                  </a:cubicBezTo>
                  <a:cubicBezTo>
                    <a:pt x="22539" y="14979"/>
                    <a:pt x="23349" y="15967"/>
                    <a:pt x="24123" y="16931"/>
                  </a:cubicBezTo>
                  <a:cubicBezTo>
                    <a:pt x="23349" y="17896"/>
                    <a:pt x="22539" y="18884"/>
                    <a:pt x="21670" y="19896"/>
                  </a:cubicBezTo>
                  <a:cubicBezTo>
                    <a:pt x="21360" y="20253"/>
                    <a:pt x="21063" y="20610"/>
                    <a:pt x="20753" y="20956"/>
                  </a:cubicBezTo>
                  <a:cubicBezTo>
                    <a:pt x="20348" y="20956"/>
                    <a:pt x="19932" y="20968"/>
                    <a:pt x="19515" y="20968"/>
                  </a:cubicBezTo>
                  <a:cubicBezTo>
                    <a:pt x="19098" y="20968"/>
                    <a:pt x="18682" y="20968"/>
                    <a:pt x="18277" y="20956"/>
                  </a:cubicBezTo>
                  <a:cubicBezTo>
                    <a:pt x="17979" y="20610"/>
                    <a:pt x="17670" y="20253"/>
                    <a:pt x="17360" y="19896"/>
                  </a:cubicBezTo>
                  <a:cubicBezTo>
                    <a:pt x="16491" y="18896"/>
                    <a:pt x="15669" y="17896"/>
                    <a:pt x="14895" y="16931"/>
                  </a:cubicBezTo>
                  <a:cubicBezTo>
                    <a:pt x="15669" y="15967"/>
                    <a:pt x="16491" y="14979"/>
                    <a:pt x="17360" y="13991"/>
                  </a:cubicBezTo>
                  <a:cubicBezTo>
                    <a:pt x="17670" y="13633"/>
                    <a:pt x="17979" y="13276"/>
                    <a:pt x="18277" y="12931"/>
                  </a:cubicBezTo>
                  <a:cubicBezTo>
                    <a:pt x="18682" y="12931"/>
                    <a:pt x="19098" y="12919"/>
                    <a:pt x="19515" y="12919"/>
                  </a:cubicBezTo>
                  <a:close/>
                  <a:moveTo>
                    <a:pt x="19503" y="21623"/>
                  </a:moveTo>
                  <a:cubicBezTo>
                    <a:pt x="19638" y="21623"/>
                    <a:pt x="19784" y="21628"/>
                    <a:pt x="19926" y="21628"/>
                  </a:cubicBezTo>
                  <a:cubicBezTo>
                    <a:pt x="19997" y="21628"/>
                    <a:pt x="20067" y="21626"/>
                    <a:pt x="20134" y="21623"/>
                  </a:cubicBezTo>
                  <a:lnTo>
                    <a:pt x="20134" y="21623"/>
                  </a:lnTo>
                  <a:cubicBezTo>
                    <a:pt x="19932" y="21861"/>
                    <a:pt x="19706" y="22099"/>
                    <a:pt x="19503" y="22337"/>
                  </a:cubicBezTo>
                  <a:cubicBezTo>
                    <a:pt x="19289" y="22099"/>
                    <a:pt x="19063" y="21861"/>
                    <a:pt x="18860" y="21623"/>
                  </a:cubicBezTo>
                  <a:close/>
                  <a:moveTo>
                    <a:pt x="11597" y="21230"/>
                  </a:moveTo>
                  <a:cubicBezTo>
                    <a:pt x="13633" y="21444"/>
                    <a:pt x="15812" y="21563"/>
                    <a:pt x="17967" y="21611"/>
                  </a:cubicBezTo>
                  <a:cubicBezTo>
                    <a:pt x="18336" y="22027"/>
                    <a:pt x="18693" y="22420"/>
                    <a:pt x="19051" y="22825"/>
                  </a:cubicBezTo>
                  <a:cubicBezTo>
                    <a:pt x="12871" y="29552"/>
                    <a:pt x="7978" y="33136"/>
                    <a:pt x="6287" y="33136"/>
                  </a:cubicBezTo>
                  <a:cubicBezTo>
                    <a:pt x="6001" y="33136"/>
                    <a:pt x="5882" y="33041"/>
                    <a:pt x="5823" y="32957"/>
                  </a:cubicBezTo>
                  <a:cubicBezTo>
                    <a:pt x="5037" y="31933"/>
                    <a:pt x="7204" y="27326"/>
                    <a:pt x="11597" y="21230"/>
                  </a:cubicBezTo>
                  <a:close/>
                  <a:moveTo>
                    <a:pt x="27397" y="21230"/>
                  </a:moveTo>
                  <a:cubicBezTo>
                    <a:pt x="31790" y="27338"/>
                    <a:pt x="33969" y="31945"/>
                    <a:pt x="33195" y="32957"/>
                  </a:cubicBezTo>
                  <a:cubicBezTo>
                    <a:pt x="33136" y="33041"/>
                    <a:pt x="33029" y="33136"/>
                    <a:pt x="32731" y="33136"/>
                  </a:cubicBezTo>
                  <a:cubicBezTo>
                    <a:pt x="31028" y="33136"/>
                    <a:pt x="26147" y="29552"/>
                    <a:pt x="19979" y="22837"/>
                  </a:cubicBezTo>
                  <a:cubicBezTo>
                    <a:pt x="20337" y="22444"/>
                    <a:pt x="20706" y="22027"/>
                    <a:pt x="21063" y="21611"/>
                  </a:cubicBezTo>
                  <a:cubicBezTo>
                    <a:pt x="23218" y="21563"/>
                    <a:pt x="25373" y="21444"/>
                    <a:pt x="27397" y="21230"/>
                  </a:cubicBezTo>
                  <a:close/>
                  <a:moveTo>
                    <a:pt x="32874" y="1"/>
                  </a:moveTo>
                  <a:cubicBezTo>
                    <a:pt x="30850" y="1"/>
                    <a:pt x="25123" y="4597"/>
                    <a:pt x="19515" y="10562"/>
                  </a:cubicBezTo>
                  <a:cubicBezTo>
                    <a:pt x="13693" y="4251"/>
                    <a:pt x="8466" y="60"/>
                    <a:pt x="6263" y="60"/>
                  </a:cubicBezTo>
                  <a:cubicBezTo>
                    <a:pt x="5728" y="60"/>
                    <a:pt x="5430" y="298"/>
                    <a:pt x="5263" y="501"/>
                  </a:cubicBezTo>
                  <a:cubicBezTo>
                    <a:pt x="4108" y="2025"/>
                    <a:pt x="6799" y="7097"/>
                    <a:pt x="10823" y="12717"/>
                  </a:cubicBezTo>
                  <a:cubicBezTo>
                    <a:pt x="4763" y="13407"/>
                    <a:pt x="1" y="14848"/>
                    <a:pt x="1" y="16943"/>
                  </a:cubicBezTo>
                  <a:cubicBezTo>
                    <a:pt x="1" y="19051"/>
                    <a:pt x="4763" y="20480"/>
                    <a:pt x="10823" y="21170"/>
                  </a:cubicBezTo>
                  <a:cubicBezTo>
                    <a:pt x="6775" y="26826"/>
                    <a:pt x="4132" y="31910"/>
                    <a:pt x="5263" y="33398"/>
                  </a:cubicBezTo>
                  <a:cubicBezTo>
                    <a:pt x="5418" y="33600"/>
                    <a:pt x="5716" y="33838"/>
                    <a:pt x="6263" y="33838"/>
                  </a:cubicBezTo>
                  <a:cubicBezTo>
                    <a:pt x="8466" y="33838"/>
                    <a:pt x="13729" y="29683"/>
                    <a:pt x="19515" y="23361"/>
                  </a:cubicBezTo>
                  <a:cubicBezTo>
                    <a:pt x="25313" y="29659"/>
                    <a:pt x="30528" y="33838"/>
                    <a:pt x="32731" y="33838"/>
                  </a:cubicBezTo>
                  <a:cubicBezTo>
                    <a:pt x="33267" y="33838"/>
                    <a:pt x="33564" y="33600"/>
                    <a:pt x="33731" y="33398"/>
                  </a:cubicBezTo>
                  <a:cubicBezTo>
                    <a:pt x="34886" y="31874"/>
                    <a:pt x="32195" y="26802"/>
                    <a:pt x="28171" y="21170"/>
                  </a:cubicBezTo>
                  <a:cubicBezTo>
                    <a:pt x="34231" y="20480"/>
                    <a:pt x="38994" y="19051"/>
                    <a:pt x="38994" y="16931"/>
                  </a:cubicBezTo>
                  <a:cubicBezTo>
                    <a:pt x="38994" y="14800"/>
                    <a:pt x="34124" y="13360"/>
                    <a:pt x="27968" y="12693"/>
                  </a:cubicBezTo>
                  <a:cubicBezTo>
                    <a:pt x="31969" y="6799"/>
                    <a:pt x="34410" y="1680"/>
                    <a:pt x="33767" y="608"/>
                  </a:cubicBezTo>
                  <a:cubicBezTo>
                    <a:pt x="33564" y="263"/>
                    <a:pt x="33326" y="1"/>
                    <a:pt x="32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40"/>
            <p:cNvSpPr/>
            <p:nvPr/>
          </p:nvSpPr>
          <p:spPr>
            <a:xfrm>
              <a:off x="869450" y="1220525"/>
              <a:ext cx="130975" cy="130975"/>
            </a:xfrm>
            <a:custGeom>
              <a:rect b="b" l="l" r="r" t="t"/>
              <a:pathLst>
                <a:path extrusionOk="0" h="5239" w="5239">
                  <a:moveTo>
                    <a:pt x="2620" y="0"/>
                  </a:moveTo>
                  <a:cubicBezTo>
                    <a:pt x="1179" y="0"/>
                    <a:pt x="0" y="1179"/>
                    <a:pt x="0" y="2620"/>
                  </a:cubicBezTo>
                  <a:cubicBezTo>
                    <a:pt x="0" y="4060"/>
                    <a:pt x="1179" y="5239"/>
                    <a:pt x="2620" y="5239"/>
                  </a:cubicBezTo>
                  <a:cubicBezTo>
                    <a:pt x="4072" y="5239"/>
                    <a:pt x="5239" y="4072"/>
                    <a:pt x="5239" y="2620"/>
                  </a:cubicBezTo>
                  <a:cubicBezTo>
                    <a:pt x="5239" y="1179"/>
                    <a:pt x="4072" y="0"/>
                    <a:pt x="26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140"/>
            <p:cNvSpPr/>
            <p:nvPr/>
          </p:nvSpPr>
          <p:spPr>
            <a:xfrm>
              <a:off x="1353125" y="1430950"/>
              <a:ext cx="139925" cy="139925"/>
            </a:xfrm>
            <a:custGeom>
              <a:rect b="b" l="l" r="r" t="t"/>
              <a:pathLst>
                <a:path extrusionOk="0" h="5597" w="5597">
                  <a:moveTo>
                    <a:pt x="2799" y="1"/>
                  </a:moveTo>
                  <a:cubicBezTo>
                    <a:pt x="1251" y="1"/>
                    <a:pt x="1" y="1251"/>
                    <a:pt x="1" y="2799"/>
                  </a:cubicBezTo>
                  <a:cubicBezTo>
                    <a:pt x="1" y="4347"/>
                    <a:pt x="1251" y="5597"/>
                    <a:pt x="2799" y="5597"/>
                  </a:cubicBezTo>
                  <a:cubicBezTo>
                    <a:pt x="4347" y="5597"/>
                    <a:pt x="5597" y="4347"/>
                    <a:pt x="5597" y="2799"/>
                  </a:cubicBezTo>
                  <a:cubicBezTo>
                    <a:pt x="5597" y="1251"/>
                    <a:pt x="4335" y="1"/>
                    <a:pt x="27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140"/>
            <p:cNvSpPr/>
            <p:nvPr/>
          </p:nvSpPr>
          <p:spPr>
            <a:xfrm>
              <a:off x="859925" y="1755400"/>
              <a:ext cx="159850" cy="139925"/>
            </a:xfrm>
            <a:custGeom>
              <a:rect b="b" l="l" r="r" t="t"/>
              <a:pathLst>
                <a:path extrusionOk="0" h="5597" w="6394">
                  <a:moveTo>
                    <a:pt x="3193" y="0"/>
                  </a:moveTo>
                  <a:cubicBezTo>
                    <a:pt x="2691" y="0"/>
                    <a:pt x="2183" y="135"/>
                    <a:pt x="1727" y="417"/>
                  </a:cubicBezTo>
                  <a:cubicBezTo>
                    <a:pt x="405" y="1227"/>
                    <a:pt x="0" y="2953"/>
                    <a:pt x="822" y="4263"/>
                  </a:cubicBezTo>
                  <a:cubicBezTo>
                    <a:pt x="1349" y="5125"/>
                    <a:pt x="2267" y="5596"/>
                    <a:pt x="3204" y="5596"/>
                  </a:cubicBezTo>
                  <a:cubicBezTo>
                    <a:pt x="3705" y="5596"/>
                    <a:pt x="4211" y="5462"/>
                    <a:pt x="4667" y="5180"/>
                  </a:cubicBezTo>
                  <a:cubicBezTo>
                    <a:pt x="5977" y="4358"/>
                    <a:pt x="6394" y="2644"/>
                    <a:pt x="5572" y="1322"/>
                  </a:cubicBezTo>
                  <a:cubicBezTo>
                    <a:pt x="5045" y="469"/>
                    <a:pt x="4129" y="0"/>
                    <a:pt x="31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9_1_1">
    <p:spTree>
      <p:nvGrpSpPr>
        <p:cNvPr id="2083" name="Shape 2083"/>
        <p:cNvGrpSpPr/>
        <p:nvPr/>
      </p:nvGrpSpPr>
      <p:grpSpPr>
        <a:xfrm>
          <a:off x="0" y="0"/>
          <a:ext cx="0" cy="0"/>
          <a:chOff x="0" y="0"/>
          <a:chExt cx="0" cy="0"/>
        </a:xfrm>
      </p:grpSpPr>
      <p:sp>
        <p:nvSpPr>
          <p:cNvPr id="2084" name="Google Shape;2084;p141"/>
          <p:cNvSpPr/>
          <p:nvPr/>
        </p:nvSpPr>
        <p:spPr>
          <a:xfrm rot="10800000">
            <a:off x="3775362"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141"/>
          <p:cNvSpPr txBox="1"/>
          <p:nvPr>
            <p:ph idx="1" type="subTitle"/>
          </p:nvPr>
        </p:nvSpPr>
        <p:spPr>
          <a:xfrm>
            <a:off x="2485050" y="2537338"/>
            <a:ext cx="4103100" cy="101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086" name="Google Shape;2086;p141"/>
          <p:cNvSpPr txBox="1"/>
          <p:nvPr>
            <p:ph type="title"/>
          </p:nvPr>
        </p:nvSpPr>
        <p:spPr>
          <a:xfrm>
            <a:off x="2485100" y="1401588"/>
            <a:ext cx="4103100" cy="1293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3400"/>
              <a:buNone/>
              <a:defRPr sz="7200"/>
            </a:lvl1pPr>
            <a:lvl2pPr lvl="1" rtl="0">
              <a:spcBef>
                <a:spcPts val="0"/>
              </a:spcBef>
              <a:spcAft>
                <a:spcPts val="0"/>
              </a:spcAft>
              <a:buClr>
                <a:schemeClr val="accent2"/>
              </a:buClr>
              <a:buSzPts val="3400"/>
              <a:buNone/>
              <a:defRPr>
                <a:solidFill>
                  <a:schemeClr val="accent2"/>
                </a:solidFill>
              </a:defRPr>
            </a:lvl2pPr>
            <a:lvl3pPr lvl="2" rtl="0">
              <a:spcBef>
                <a:spcPts val="0"/>
              </a:spcBef>
              <a:spcAft>
                <a:spcPts val="0"/>
              </a:spcAft>
              <a:buClr>
                <a:schemeClr val="accent2"/>
              </a:buClr>
              <a:buSzPts val="3400"/>
              <a:buNone/>
              <a:defRPr>
                <a:solidFill>
                  <a:schemeClr val="accent2"/>
                </a:solidFill>
              </a:defRPr>
            </a:lvl3pPr>
            <a:lvl4pPr lvl="3" rtl="0">
              <a:spcBef>
                <a:spcPts val="0"/>
              </a:spcBef>
              <a:spcAft>
                <a:spcPts val="0"/>
              </a:spcAft>
              <a:buClr>
                <a:schemeClr val="accent2"/>
              </a:buClr>
              <a:buSzPts val="3400"/>
              <a:buNone/>
              <a:defRPr>
                <a:solidFill>
                  <a:schemeClr val="accent2"/>
                </a:solidFill>
              </a:defRPr>
            </a:lvl4pPr>
            <a:lvl5pPr lvl="4" rtl="0">
              <a:spcBef>
                <a:spcPts val="0"/>
              </a:spcBef>
              <a:spcAft>
                <a:spcPts val="0"/>
              </a:spcAft>
              <a:buClr>
                <a:schemeClr val="accent2"/>
              </a:buClr>
              <a:buSzPts val="3400"/>
              <a:buNone/>
              <a:defRPr>
                <a:solidFill>
                  <a:schemeClr val="accent2"/>
                </a:solidFill>
              </a:defRPr>
            </a:lvl5pPr>
            <a:lvl6pPr lvl="5" rtl="0">
              <a:spcBef>
                <a:spcPts val="0"/>
              </a:spcBef>
              <a:spcAft>
                <a:spcPts val="0"/>
              </a:spcAft>
              <a:buClr>
                <a:schemeClr val="accent2"/>
              </a:buClr>
              <a:buSzPts val="3400"/>
              <a:buNone/>
              <a:defRPr>
                <a:solidFill>
                  <a:schemeClr val="accent2"/>
                </a:solidFill>
              </a:defRPr>
            </a:lvl6pPr>
            <a:lvl7pPr lvl="6" rtl="0">
              <a:spcBef>
                <a:spcPts val="0"/>
              </a:spcBef>
              <a:spcAft>
                <a:spcPts val="0"/>
              </a:spcAft>
              <a:buClr>
                <a:schemeClr val="accent2"/>
              </a:buClr>
              <a:buSzPts val="3400"/>
              <a:buNone/>
              <a:defRPr>
                <a:solidFill>
                  <a:schemeClr val="accent2"/>
                </a:solidFill>
              </a:defRPr>
            </a:lvl7pPr>
            <a:lvl8pPr lvl="7" rtl="0">
              <a:spcBef>
                <a:spcPts val="0"/>
              </a:spcBef>
              <a:spcAft>
                <a:spcPts val="0"/>
              </a:spcAft>
              <a:buClr>
                <a:schemeClr val="accent2"/>
              </a:buClr>
              <a:buSzPts val="3400"/>
              <a:buNone/>
              <a:defRPr>
                <a:solidFill>
                  <a:schemeClr val="accent2"/>
                </a:solidFill>
              </a:defRPr>
            </a:lvl8pPr>
            <a:lvl9pPr lvl="8" rtl="0">
              <a:spcBef>
                <a:spcPts val="0"/>
              </a:spcBef>
              <a:spcAft>
                <a:spcPts val="0"/>
              </a:spcAft>
              <a:buClr>
                <a:schemeClr val="accent2"/>
              </a:buClr>
              <a:buSzPts val="3400"/>
              <a:buNone/>
              <a:defRPr>
                <a:solidFill>
                  <a:schemeClr val="accent2"/>
                </a:solidFill>
              </a:defRPr>
            </a:lvl9pPr>
          </a:lstStyle>
          <a:p/>
        </p:txBody>
      </p:sp>
      <p:sp>
        <p:nvSpPr>
          <p:cNvPr id="2087" name="Google Shape;2087;p141"/>
          <p:cNvSpPr/>
          <p:nvPr/>
        </p:nvSpPr>
        <p:spPr>
          <a:xfrm flipH="1">
            <a:off x="7108274" y="4064725"/>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41"/>
          <p:cNvSpPr/>
          <p:nvPr/>
        </p:nvSpPr>
        <p:spPr>
          <a:xfrm>
            <a:off x="231224" y="1959700"/>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41"/>
          <p:cNvSpPr/>
          <p:nvPr/>
        </p:nvSpPr>
        <p:spPr>
          <a:xfrm>
            <a:off x="-491820" y="-391502"/>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ONLY_1_1">
    <p:spTree>
      <p:nvGrpSpPr>
        <p:cNvPr id="2090" name="Shape 2090"/>
        <p:cNvGrpSpPr/>
        <p:nvPr/>
      </p:nvGrpSpPr>
      <p:grpSpPr>
        <a:xfrm>
          <a:off x="0" y="0"/>
          <a:ext cx="0" cy="0"/>
          <a:chOff x="0" y="0"/>
          <a:chExt cx="0" cy="0"/>
        </a:xfrm>
      </p:grpSpPr>
      <p:sp>
        <p:nvSpPr>
          <p:cNvPr id="2091" name="Google Shape;2091;p142"/>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092" name="Google Shape;2092;p142"/>
          <p:cNvSpPr txBox="1"/>
          <p:nvPr>
            <p:ph idx="1" type="subTitle"/>
          </p:nvPr>
        </p:nvSpPr>
        <p:spPr>
          <a:xfrm>
            <a:off x="1580550"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093" name="Google Shape;2093;p142"/>
          <p:cNvSpPr txBox="1"/>
          <p:nvPr>
            <p:ph idx="2" type="subTitle"/>
          </p:nvPr>
        </p:nvSpPr>
        <p:spPr>
          <a:xfrm>
            <a:off x="5021538"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094" name="Google Shape;2094;p142"/>
          <p:cNvSpPr txBox="1"/>
          <p:nvPr>
            <p:ph idx="3" type="title"/>
          </p:nvPr>
        </p:nvSpPr>
        <p:spPr>
          <a:xfrm>
            <a:off x="1580550"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095" name="Google Shape;2095;p142"/>
          <p:cNvSpPr txBox="1"/>
          <p:nvPr>
            <p:ph idx="4" type="title"/>
          </p:nvPr>
        </p:nvSpPr>
        <p:spPr>
          <a:xfrm>
            <a:off x="5021538"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096" name="Google Shape;2096;p142"/>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7" name="Google Shape;2097;p142"/>
          <p:cNvGrpSpPr/>
          <p:nvPr/>
        </p:nvGrpSpPr>
        <p:grpSpPr>
          <a:xfrm>
            <a:off x="278749" y="1353426"/>
            <a:ext cx="331557" cy="331557"/>
            <a:chOff x="3796125" y="-35750"/>
            <a:chExt cx="773400" cy="773400"/>
          </a:xfrm>
        </p:grpSpPr>
        <p:sp>
          <p:nvSpPr>
            <p:cNvPr id="2098" name="Google Shape;2098;p14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4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0" name="Google Shape;2100;p142"/>
          <p:cNvGrpSpPr/>
          <p:nvPr/>
        </p:nvGrpSpPr>
        <p:grpSpPr>
          <a:xfrm>
            <a:off x="8533724" y="3505326"/>
            <a:ext cx="331557" cy="331557"/>
            <a:chOff x="3796125" y="-35750"/>
            <a:chExt cx="773400" cy="773400"/>
          </a:xfrm>
        </p:grpSpPr>
        <p:sp>
          <p:nvSpPr>
            <p:cNvPr id="2101" name="Google Shape;2101;p14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4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3" name="Google Shape;2103;p142"/>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42"/>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42"/>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142"/>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7" name="Google Shape;2107;p142"/>
          <p:cNvGrpSpPr/>
          <p:nvPr/>
        </p:nvGrpSpPr>
        <p:grpSpPr>
          <a:xfrm>
            <a:off x="-171691" y="2850450"/>
            <a:ext cx="1577723" cy="893906"/>
            <a:chOff x="3467026" y="90021"/>
            <a:chExt cx="2493241" cy="1412619"/>
          </a:xfrm>
        </p:grpSpPr>
        <p:grpSp>
          <p:nvGrpSpPr>
            <p:cNvPr id="2108" name="Google Shape;2108;p142"/>
            <p:cNvGrpSpPr/>
            <p:nvPr/>
          </p:nvGrpSpPr>
          <p:grpSpPr>
            <a:xfrm>
              <a:off x="3467026" y="259199"/>
              <a:ext cx="835891" cy="835891"/>
              <a:chOff x="3796125" y="-35750"/>
              <a:chExt cx="773400" cy="773400"/>
            </a:xfrm>
          </p:grpSpPr>
          <p:sp>
            <p:nvSpPr>
              <p:cNvPr id="2109" name="Google Shape;2109;p14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14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11" name="Google Shape;2111;p142"/>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112" name="Google Shape;2112;p142"/>
            <p:cNvGrpSpPr/>
            <p:nvPr/>
          </p:nvGrpSpPr>
          <p:grpSpPr>
            <a:xfrm>
              <a:off x="4724445" y="90021"/>
              <a:ext cx="576724" cy="576724"/>
              <a:chOff x="3796125" y="-35750"/>
              <a:chExt cx="773400" cy="773400"/>
            </a:xfrm>
          </p:grpSpPr>
          <p:sp>
            <p:nvSpPr>
              <p:cNvPr id="2113" name="Google Shape;2113;p14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4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15" name="Google Shape;2115;p142"/>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116" name="Google Shape;2116;p142"/>
            <p:cNvGrpSpPr/>
            <p:nvPr/>
          </p:nvGrpSpPr>
          <p:grpSpPr>
            <a:xfrm>
              <a:off x="5124376" y="666749"/>
              <a:ext cx="835891" cy="835891"/>
              <a:chOff x="3796125" y="-35750"/>
              <a:chExt cx="773400" cy="773400"/>
            </a:xfrm>
          </p:grpSpPr>
          <p:sp>
            <p:nvSpPr>
              <p:cNvPr id="2117" name="Google Shape;2117;p14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4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19" name="Google Shape;2119;p142"/>
          <p:cNvGrpSpPr/>
          <p:nvPr/>
        </p:nvGrpSpPr>
        <p:grpSpPr>
          <a:xfrm flipH="1" rot="10800000">
            <a:off x="7944681" y="1412600"/>
            <a:ext cx="1413169" cy="800673"/>
            <a:chOff x="3467026" y="90021"/>
            <a:chExt cx="2493241" cy="1412619"/>
          </a:xfrm>
        </p:grpSpPr>
        <p:grpSp>
          <p:nvGrpSpPr>
            <p:cNvPr id="2120" name="Google Shape;2120;p142"/>
            <p:cNvGrpSpPr/>
            <p:nvPr/>
          </p:nvGrpSpPr>
          <p:grpSpPr>
            <a:xfrm>
              <a:off x="3467026" y="259199"/>
              <a:ext cx="835891" cy="835891"/>
              <a:chOff x="3796125" y="-35750"/>
              <a:chExt cx="773400" cy="773400"/>
            </a:xfrm>
          </p:grpSpPr>
          <p:sp>
            <p:nvSpPr>
              <p:cNvPr id="2121" name="Google Shape;2121;p14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42"/>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23" name="Google Shape;2123;p142"/>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124" name="Google Shape;2124;p142"/>
            <p:cNvGrpSpPr/>
            <p:nvPr/>
          </p:nvGrpSpPr>
          <p:grpSpPr>
            <a:xfrm>
              <a:off x="4724445" y="90021"/>
              <a:ext cx="576724" cy="576724"/>
              <a:chOff x="3796125" y="-35750"/>
              <a:chExt cx="773400" cy="773400"/>
            </a:xfrm>
          </p:grpSpPr>
          <p:sp>
            <p:nvSpPr>
              <p:cNvPr id="2125" name="Google Shape;2125;p14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42"/>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127" name="Google Shape;2127;p142"/>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128" name="Google Shape;2128;p142"/>
            <p:cNvGrpSpPr/>
            <p:nvPr/>
          </p:nvGrpSpPr>
          <p:grpSpPr>
            <a:xfrm>
              <a:off x="5124376" y="666749"/>
              <a:ext cx="835891" cy="835891"/>
              <a:chOff x="3796125" y="-35750"/>
              <a:chExt cx="773400" cy="773400"/>
            </a:xfrm>
          </p:grpSpPr>
          <p:sp>
            <p:nvSpPr>
              <p:cNvPr id="2129" name="Google Shape;2129;p14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42"/>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31" name="Google Shape;2131;p142"/>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IG_NUMBER_1">
    <p:spTree>
      <p:nvGrpSpPr>
        <p:cNvPr id="2132" name="Shape 2132"/>
        <p:cNvGrpSpPr/>
        <p:nvPr/>
      </p:nvGrpSpPr>
      <p:grpSpPr>
        <a:xfrm>
          <a:off x="0" y="0"/>
          <a:ext cx="0" cy="0"/>
          <a:chOff x="0" y="0"/>
          <a:chExt cx="0" cy="0"/>
        </a:xfrm>
      </p:grpSpPr>
      <p:sp>
        <p:nvSpPr>
          <p:cNvPr id="2133" name="Google Shape;2133;p143"/>
          <p:cNvSpPr txBox="1"/>
          <p:nvPr>
            <p:ph hasCustomPrompt="1" type="title"/>
          </p:nvPr>
        </p:nvSpPr>
        <p:spPr>
          <a:xfrm>
            <a:off x="3541350" y="279233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2134" name="Google Shape;2134;p143"/>
          <p:cNvSpPr txBox="1"/>
          <p:nvPr>
            <p:ph idx="1" type="subTitle"/>
          </p:nvPr>
        </p:nvSpPr>
        <p:spPr>
          <a:xfrm>
            <a:off x="3542850" y="3302623"/>
            <a:ext cx="20583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35" name="Google Shape;2135;p143"/>
          <p:cNvSpPr txBox="1"/>
          <p:nvPr>
            <p:ph hasCustomPrompt="1" idx="2" type="title"/>
          </p:nvPr>
        </p:nvSpPr>
        <p:spPr>
          <a:xfrm>
            <a:off x="1329450" y="131098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2136" name="Google Shape;2136;p143"/>
          <p:cNvSpPr txBox="1"/>
          <p:nvPr>
            <p:ph idx="3" type="subTitle"/>
          </p:nvPr>
        </p:nvSpPr>
        <p:spPr>
          <a:xfrm>
            <a:off x="1332569" y="1821272"/>
            <a:ext cx="2058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37" name="Google Shape;2137;p143"/>
          <p:cNvSpPr txBox="1"/>
          <p:nvPr>
            <p:ph hasCustomPrompt="1" idx="4" type="title"/>
          </p:nvPr>
        </p:nvSpPr>
        <p:spPr>
          <a:xfrm>
            <a:off x="5754900" y="1310986"/>
            <a:ext cx="20580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2138" name="Google Shape;2138;p143"/>
          <p:cNvSpPr txBox="1"/>
          <p:nvPr>
            <p:ph idx="5" type="subTitle"/>
          </p:nvPr>
        </p:nvSpPr>
        <p:spPr>
          <a:xfrm>
            <a:off x="5756400" y="1821273"/>
            <a:ext cx="2055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39" name="Google Shape;2139;p143"/>
          <p:cNvSpPr/>
          <p:nvPr/>
        </p:nvSpPr>
        <p:spPr>
          <a:xfrm>
            <a:off x="241120" y="3438825"/>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43"/>
          <p:cNvSpPr/>
          <p:nvPr/>
        </p:nvSpPr>
        <p:spPr>
          <a:xfrm>
            <a:off x="7021495" y="-223000"/>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BIG_NUMBER_1_1">
    <p:spTree>
      <p:nvGrpSpPr>
        <p:cNvPr id="2141" name="Shape 2141"/>
        <p:cNvGrpSpPr/>
        <p:nvPr/>
      </p:nvGrpSpPr>
      <p:grpSpPr>
        <a:xfrm>
          <a:off x="0" y="0"/>
          <a:ext cx="0" cy="0"/>
          <a:chOff x="0" y="0"/>
          <a:chExt cx="0" cy="0"/>
        </a:xfrm>
      </p:grpSpPr>
      <p:sp>
        <p:nvSpPr>
          <p:cNvPr id="2142" name="Google Shape;2142;p144"/>
          <p:cNvSpPr txBox="1"/>
          <p:nvPr>
            <p:ph idx="1" type="subTitle"/>
          </p:nvPr>
        </p:nvSpPr>
        <p:spPr>
          <a:xfrm>
            <a:off x="16801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43" name="Google Shape;2143;p144"/>
          <p:cNvSpPr txBox="1"/>
          <p:nvPr>
            <p:ph idx="2" type="subTitle"/>
          </p:nvPr>
        </p:nvSpPr>
        <p:spPr>
          <a:xfrm>
            <a:off x="49328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44" name="Google Shape;2144;p144"/>
          <p:cNvSpPr txBox="1"/>
          <p:nvPr>
            <p:ph type="title"/>
          </p:nvPr>
        </p:nvSpPr>
        <p:spPr>
          <a:xfrm>
            <a:off x="16840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45" name="Google Shape;2145;p144"/>
          <p:cNvSpPr txBox="1"/>
          <p:nvPr>
            <p:ph idx="3" type="title"/>
          </p:nvPr>
        </p:nvSpPr>
        <p:spPr>
          <a:xfrm>
            <a:off x="49328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46" name="Google Shape;2146;p144"/>
          <p:cNvSpPr txBox="1"/>
          <p:nvPr>
            <p:ph hasCustomPrompt="1" idx="4" type="title"/>
          </p:nvPr>
        </p:nvSpPr>
        <p:spPr>
          <a:xfrm>
            <a:off x="2345137"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147" name="Google Shape;2147;p144"/>
          <p:cNvSpPr txBox="1"/>
          <p:nvPr>
            <p:ph hasCustomPrompt="1" idx="5" type="title"/>
          </p:nvPr>
        </p:nvSpPr>
        <p:spPr>
          <a:xfrm>
            <a:off x="5595856"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148" name="Google Shape;2148;p144"/>
          <p:cNvSpPr txBox="1"/>
          <p:nvPr>
            <p:ph idx="6"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149" name="Google Shape;2149;p144"/>
          <p:cNvSpPr/>
          <p:nvPr/>
        </p:nvSpPr>
        <p:spPr>
          <a:xfrm flipH="1">
            <a:off x="7083841" y="3757799"/>
            <a:ext cx="2877559" cy="1385750"/>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44"/>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144"/>
          <p:cNvSpPr/>
          <p:nvPr/>
        </p:nvSpPr>
        <p:spPr>
          <a:xfrm flipH="1">
            <a:off x="8542839" y="72032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BIG_NUMBER_1_1_1">
    <p:spTree>
      <p:nvGrpSpPr>
        <p:cNvPr id="2152" name="Shape 2152"/>
        <p:cNvGrpSpPr/>
        <p:nvPr/>
      </p:nvGrpSpPr>
      <p:grpSpPr>
        <a:xfrm>
          <a:off x="0" y="0"/>
          <a:ext cx="0" cy="0"/>
          <a:chOff x="0" y="0"/>
          <a:chExt cx="0" cy="0"/>
        </a:xfrm>
      </p:grpSpPr>
      <p:sp>
        <p:nvSpPr>
          <p:cNvPr id="2153" name="Google Shape;2153;p145"/>
          <p:cNvSpPr txBox="1"/>
          <p:nvPr>
            <p:ph idx="1" type="subTitle"/>
          </p:nvPr>
        </p:nvSpPr>
        <p:spPr>
          <a:xfrm>
            <a:off x="713100" y="3927299"/>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54" name="Google Shape;2154;p145"/>
          <p:cNvSpPr txBox="1"/>
          <p:nvPr>
            <p:ph type="title"/>
          </p:nvPr>
        </p:nvSpPr>
        <p:spPr>
          <a:xfrm>
            <a:off x="713100" y="3475343"/>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55" name="Google Shape;2155;p145"/>
          <p:cNvSpPr txBox="1"/>
          <p:nvPr>
            <p:ph hasCustomPrompt="1" idx="2" type="title"/>
          </p:nvPr>
        </p:nvSpPr>
        <p:spPr>
          <a:xfrm>
            <a:off x="1325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2156" name="Google Shape;2156;p145"/>
          <p:cNvSpPr txBox="1"/>
          <p:nvPr>
            <p:ph idx="3" type="subTitle"/>
          </p:nvPr>
        </p:nvSpPr>
        <p:spPr>
          <a:xfrm>
            <a:off x="33696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57" name="Google Shape;2157;p145"/>
          <p:cNvSpPr txBox="1"/>
          <p:nvPr>
            <p:ph idx="4" type="title"/>
          </p:nvPr>
        </p:nvSpPr>
        <p:spPr>
          <a:xfrm>
            <a:off x="33696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58" name="Google Shape;2158;p145"/>
          <p:cNvSpPr txBox="1"/>
          <p:nvPr>
            <p:ph idx="5" type="subTitle"/>
          </p:nvPr>
        </p:nvSpPr>
        <p:spPr>
          <a:xfrm>
            <a:off x="60261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159" name="Google Shape;2159;p145"/>
          <p:cNvSpPr txBox="1"/>
          <p:nvPr>
            <p:ph idx="6" type="title"/>
          </p:nvPr>
        </p:nvSpPr>
        <p:spPr>
          <a:xfrm>
            <a:off x="60261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60" name="Google Shape;2160;p145"/>
          <p:cNvSpPr txBox="1"/>
          <p:nvPr>
            <p:ph hasCustomPrompt="1" idx="7" type="title"/>
          </p:nvPr>
        </p:nvSpPr>
        <p:spPr>
          <a:xfrm>
            <a:off x="39819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2161" name="Google Shape;2161;p145"/>
          <p:cNvSpPr txBox="1"/>
          <p:nvPr>
            <p:ph hasCustomPrompt="1" idx="8" type="title"/>
          </p:nvPr>
        </p:nvSpPr>
        <p:spPr>
          <a:xfrm>
            <a:off x="6638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2162" name="Google Shape;2162;p145"/>
          <p:cNvSpPr txBox="1"/>
          <p:nvPr>
            <p:ph idx="9"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2163" name="Google Shape;2163;p145"/>
          <p:cNvGrpSpPr/>
          <p:nvPr/>
        </p:nvGrpSpPr>
        <p:grpSpPr>
          <a:xfrm rot="1458948">
            <a:off x="8750200" y="3780263"/>
            <a:ext cx="563060" cy="1364873"/>
            <a:chOff x="2541375" y="3220475"/>
            <a:chExt cx="427450" cy="1036150"/>
          </a:xfrm>
        </p:grpSpPr>
        <p:sp>
          <p:nvSpPr>
            <p:cNvPr id="2164" name="Google Shape;2164;p145"/>
            <p:cNvSpPr/>
            <p:nvPr/>
          </p:nvSpPr>
          <p:spPr>
            <a:xfrm>
              <a:off x="2541375" y="3220475"/>
              <a:ext cx="427450" cy="1035850"/>
            </a:xfrm>
            <a:custGeom>
              <a:rect b="b" l="l" r="r" t="t"/>
              <a:pathLst>
                <a:path extrusionOk="0" h="41434" w="17098">
                  <a:moveTo>
                    <a:pt x="2715" y="0"/>
                  </a:moveTo>
                  <a:cubicBezTo>
                    <a:pt x="1215" y="0"/>
                    <a:pt x="1" y="1215"/>
                    <a:pt x="1" y="2727"/>
                  </a:cubicBezTo>
                  <a:lnTo>
                    <a:pt x="1" y="38707"/>
                  </a:lnTo>
                  <a:cubicBezTo>
                    <a:pt x="1" y="40219"/>
                    <a:pt x="1215" y="41434"/>
                    <a:pt x="2715" y="41434"/>
                  </a:cubicBezTo>
                  <a:lnTo>
                    <a:pt x="14371" y="41434"/>
                  </a:lnTo>
                  <a:cubicBezTo>
                    <a:pt x="15860" y="41434"/>
                    <a:pt x="17086" y="40219"/>
                    <a:pt x="17098" y="38731"/>
                  </a:cubicBezTo>
                  <a:lnTo>
                    <a:pt x="17098" y="2727"/>
                  </a:lnTo>
                  <a:cubicBezTo>
                    <a:pt x="17098" y="1226"/>
                    <a:pt x="15872" y="0"/>
                    <a:pt x="143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45"/>
            <p:cNvSpPr/>
            <p:nvPr/>
          </p:nvSpPr>
          <p:spPr>
            <a:xfrm>
              <a:off x="2541375" y="3636600"/>
              <a:ext cx="427450" cy="620025"/>
            </a:xfrm>
            <a:custGeom>
              <a:rect b="b" l="l" r="r" t="t"/>
              <a:pathLst>
                <a:path extrusionOk="0" h="24801" w="17098">
                  <a:moveTo>
                    <a:pt x="17098" y="0"/>
                  </a:moveTo>
                  <a:cubicBezTo>
                    <a:pt x="11371" y="2322"/>
                    <a:pt x="5620" y="4584"/>
                    <a:pt x="1" y="7060"/>
                  </a:cubicBezTo>
                  <a:lnTo>
                    <a:pt x="1" y="22086"/>
                  </a:lnTo>
                  <a:cubicBezTo>
                    <a:pt x="1" y="23586"/>
                    <a:pt x="1215" y="24801"/>
                    <a:pt x="2715" y="24801"/>
                  </a:cubicBezTo>
                  <a:lnTo>
                    <a:pt x="14371" y="24801"/>
                  </a:lnTo>
                  <a:cubicBezTo>
                    <a:pt x="15872" y="24801"/>
                    <a:pt x="17098" y="23586"/>
                    <a:pt x="17098" y="22086"/>
                  </a:cubicBezTo>
                  <a:lnTo>
                    <a:pt x="170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45"/>
            <p:cNvSpPr/>
            <p:nvPr/>
          </p:nvSpPr>
          <p:spPr>
            <a:xfrm>
              <a:off x="2664300" y="3334775"/>
              <a:ext cx="181000" cy="796850"/>
            </a:xfrm>
            <a:custGeom>
              <a:rect b="b" l="l" r="r" t="t"/>
              <a:pathLst>
                <a:path extrusionOk="0" h="31874" w="7240">
                  <a:moveTo>
                    <a:pt x="2465" y="0"/>
                  </a:moveTo>
                  <a:lnTo>
                    <a:pt x="2465" y="24837"/>
                  </a:lnTo>
                  <a:cubicBezTo>
                    <a:pt x="1037" y="25313"/>
                    <a:pt x="1" y="26670"/>
                    <a:pt x="1" y="28266"/>
                  </a:cubicBezTo>
                  <a:cubicBezTo>
                    <a:pt x="1" y="30254"/>
                    <a:pt x="1632" y="31873"/>
                    <a:pt x="3620" y="31873"/>
                  </a:cubicBezTo>
                  <a:cubicBezTo>
                    <a:pt x="5621" y="31873"/>
                    <a:pt x="7240" y="30254"/>
                    <a:pt x="7240" y="28266"/>
                  </a:cubicBezTo>
                  <a:cubicBezTo>
                    <a:pt x="7240" y="26670"/>
                    <a:pt x="6216" y="25325"/>
                    <a:pt x="4763" y="24837"/>
                  </a:cubicBezTo>
                  <a:lnTo>
                    <a:pt x="476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45"/>
            <p:cNvSpPr/>
            <p:nvPr/>
          </p:nvSpPr>
          <p:spPr>
            <a:xfrm>
              <a:off x="2693175" y="3987250"/>
              <a:ext cx="70875" cy="6147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45"/>
            <p:cNvSpPr/>
            <p:nvPr/>
          </p:nvSpPr>
          <p:spPr>
            <a:xfrm>
              <a:off x="2726225" y="3334775"/>
              <a:ext cx="57775" cy="278925"/>
            </a:xfrm>
            <a:custGeom>
              <a:rect b="b" l="l" r="r" t="t"/>
              <a:pathLst>
                <a:path extrusionOk="0" h="11157" w="2311">
                  <a:moveTo>
                    <a:pt x="0" y="0"/>
                  </a:moveTo>
                  <a:lnTo>
                    <a:pt x="0" y="11156"/>
                  </a:lnTo>
                  <a:lnTo>
                    <a:pt x="2310" y="11156"/>
                  </a:lnTo>
                  <a:lnTo>
                    <a:pt x="23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9" name="Google Shape;2169;p145"/>
          <p:cNvGrpSpPr/>
          <p:nvPr/>
        </p:nvGrpSpPr>
        <p:grpSpPr>
          <a:xfrm flipH="1" rot="10800000">
            <a:off x="-550526" y="-768747"/>
            <a:ext cx="2257861" cy="2337108"/>
            <a:chOff x="5556925" y="2802275"/>
            <a:chExt cx="757875" cy="784475"/>
          </a:xfrm>
        </p:grpSpPr>
        <p:sp>
          <p:nvSpPr>
            <p:cNvPr id="2170" name="Google Shape;2170;p145"/>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45"/>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45"/>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45"/>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45"/>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45"/>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45"/>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45"/>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45"/>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45"/>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45"/>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45"/>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45"/>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45"/>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45"/>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45"/>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145"/>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145"/>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45"/>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45"/>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45"/>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191" name="Shape 2191"/>
        <p:cNvGrpSpPr/>
        <p:nvPr/>
      </p:nvGrpSpPr>
      <p:grpSpPr>
        <a:xfrm>
          <a:off x="0" y="0"/>
          <a:ext cx="0" cy="0"/>
          <a:chOff x="0" y="0"/>
          <a:chExt cx="0" cy="0"/>
        </a:xfrm>
      </p:grpSpPr>
      <p:sp>
        <p:nvSpPr>
          <p:cNvPr id="2192" name="Google Shape;2192;p146"/>
          <p:cNvSpPr/>
          <p:nvPr/>
        </p:nvSpPr>
        <p:spPr>
          <a:xfrm>
            <a:off x="8281945" y="1110763"/>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46"/>
          <p:cNvSpPr txBox="1"/>
          <p:nvPr>
            <p:ph type="title"/>
          </p:nvPr>
        </p:nvSpPr>
        <p:spPr>
          <a:xfrm>
            <a:off x="1454315" y="1168215"/>
            <a:ext cx="2945400" cy="17238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sz="5000">
                <a:solidFill>
                  <a:schemeClr val="accent5"/>
                </a:solidFill>
              </a:defRPr>
            </a:lvl1pPr>
            <a:lvl2pPr lvl="1" rtl="0" algn="ctr">
              <a:spcBef>
                <a:spcPts val="0"/>
              </a:spcBef>
              <a:spcAft>
                <a:spcPts val="0"/>
              </a:spcAft>
              <a:buNone/>
              <a:defRPr sz="5000">
                <a:solidFill>
                  <a:schemeClr val="accent5"/>
                </a:solidFill>
              </a:defRPr>
            </a:lvl2pPr>
            <a:lvl3pPr lvl="2" rtl="0" algn="ctr">
              <a:spcBef>
                <a:spcPts val="0"/>
              </a:spcBef>
              <a:spcAft>
                <a:spcPts val="0"/>
              </a:spcAft>
              <a:buNone/>
              <a:defRPr sz="5000">
                <a:solidFill>
                  <a:schemeClr val="accent5"/>
                </a:solidFill>
              </a:defRPr>
            </a:lvl3pPr>
            <a:lvl4pPr lvl="3" rtl="0" algn="ctr">
              <a:spcBef>
                <a:spcPts val="0"/>
              </a:spcBef>
              <a:spcAft>
                <a:spcPts val="0"/>
              </a:spcAft>
              <a:buNone/>
              <a:defRPr sz="5000">
                <a:solidFill>
                  <a:schemeClr val="accent5"/>
                </a:solidFill>
              </a:defRPr>
            </a:lvl4pPr>
            <a:lvl5pPr lvl="4" rtl="0" algn="ctr">
              <a:spcBef>
                <a:spcPts val="0"/>
              </a:spcBef>
              <a:spcAft>
                <a:spcPts val="0"/>
              </a:spcAft>
              <a:buNone/>
              <a:defRPr sz="5000">
                <a:solidFill>
                  <a:schemeClr val="accent5"/>
                </a:solidFill>
              </a:defRPr>
            </a:lvl5pPr>
            <a:lvl6pPr lvl="5" rtl="0" algn="ctr">
              <a:spcBef>
                <a:spcPts val="0"/>
              </a:spcBef>
              <a:spcAft>
                <a:spcPts val="0"/>
              </a:spcAft>
              <a:buNone/>
              <a:defRPr sz="5000">
                <a:solidFill>
                  <a:schemeClr val="accent5"/>
                </a:solidFill>
              </a:defRPr>
            </a:lvl6pPr>
            <a:lvl7pPr lvl="6" rtl="0" algn="ctr">
              <a:spcBef>
                <a:spcPts val="0"/>
              </a:spcBef>
              <a:spcAft>
                <a:spcPts val="0"/>
              </a:spcAft>
              <a:buNone/>
              <a:defRPr sz="5000">
                <a:solidFill>
                  <a:schemeClr val="accent5"/>
                </a:solidFill>
              </a:defRPr>
            </a:lvl7pPr>
            <a:lvl8pPr lvl="7" rtl="0" algn="ctr">
              <a:spcBef>
                <a:spcPts val="0"/>
              </a:spcBef>
              <a:spcAft>
                <a:spcPts val="0"/>
              </a:spcAft>
              <a:buNone/>
              <a:defRPr sz="5000">
                <a:solidFill>
                  <a:schemeClr val="accent5"/>
                </a:solidFill>
              </a:defRPr>
            </a:lvl8pPr>
            <a:lvl9pPr lvl="8" rtl="0" algn="ctr">
              <a:spcBef>
                <a:spcPts val="0"/>
              </a:spcBef>
              <a:spcAft>
                <a:spcPts val="0"/>
              </a:spcAft>
              <a:buNone/>
              <a:defRPr sz="5000">
                <a:solidFill>
                  <a:schemeClr val="accent5"/>
                </a:solidFill>
              </a:defRPr>
            </a:lvl9pPr>
          </a:lstStyle>
          <a:p/>
        </p:txBody>
      </p:sp>
      <p:sp>
        <p:nvSpPr>
          <p:cNvPr id="2194" name="Google Shape;2194;p146"/>
          <p:cNvSpPr txBox="1"/>
          <p:nvPr>
            <p:ph idx="2" type="title"/>
          </p:nvPr>
        </p:nvSpPr>
        <p:spPr>
          <a:xfrm>
            <a:off x="5349650" y="539400"/>
            <a:ext cx="3069600" cy="19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4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grpSp>
        <p:nvGrpSpPr>
          <p:cNvPr id="2195" name="Google Shape;2195;p146"/>
          <p:cNvGrpSpPr/>
          <p:nvPr/>
        </p:nvGrpSpPr>
        <p:grpSpPr>
          <a:xfrm>
            <a:off x="8035041" y="1935420"/>
            <a:ext cx="582138" cy="582138"/>
            <a:chOff x="3796125" y="-35750"/>
            <a:chExt cx="773400" cy="773400"/>
          </a:xfrm>
        </p:grpSpPr>
        <p:sp>
          <p:nvSpPr>
            <p:cNvPr id="2196" name="Google Shape;2196;p14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4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8" name="Google Shape;2198;p146"/>
          <p:cNvSpPr txBox="1"/>
          <p:nvPr/>
        </p:nvSpPr>
        <p:spPr>
          <a:xfrm>
            <a:off x="5349650" y="3295213"/>
            <a:ext cx="2850300" cy="9234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lang="en" sz="1200">
                <a:solidFill>
                  <a:schemeClr val="dk1"/>
                </a:solidFill>
                <a:latin typeface="Roboto"/>
                <a:ea typeface="Roboto"/>
                <a:cs typeface="Roboto"/>
                <a:sym typeface="Roboto"/>
              </a:rPr>
              <a:t>CREDITS: This presentation template was created by </a:t>
            </a:r>
            <a:r>
              <a:rPr b="1" lang="en" sz="1200">
                <a:solidFill>
                  <a:schemeClr val="dk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dk1"/>
                </a:solidFill>
                <a:latin typeface="Roboto"/>
                <a:ea typeface="Roboto"/>
                <a:cs typeface="Roboto"/>
                <a:sym typeface="Roboto"/>
              </a:rPr>
              <a:t>, including icons by </a:t>
            </a:r>
            <a:r>
              <a:rPr b="1" lang="en" sz="1200">
                <a:solidFill>
                  <a:schemeClr val="dk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dk1"/>
                </a:solidFill>
                <a:latin typeface="Roboto"/>
                <a:ea typeface="Roboto"/>
                <a:cs typeface="Roboto"/>
                <a:sym typeface="Roboto"/>
              </a:rPr>
              <a:t>, and infographics &amp; images by </a:t>
            </a:r>
            <a:r>
              <a:rPr b="1" lang="en" sz="1200">
                <a:solidFill>
                  <a:schemeClr val="dk1"/>
                </a:solidFill>
                <a:uFill>
                  <a:noFill/>
                </a:uFill>
                <a:latin typeface="Roboto"/>
                <a:ea typeface="Roboto"/>
                <a:cs typeface="Roboto"/>
                <a:sym typeface="Roboto"/>
                <a:hlinkClick r:id="rId4">
                  <a:extLst>
                    <a:ext uri="{A12FA001-AC4F-418D-AE19-62706E023703}">
                      <ahyp:hlinkClr val="tx"/>
                    </a:ext>
                  </a:extLst>
                </a:hlinkClick>
              </a:rPr>
              <a:t>Freepik</a:t>
            </a:r>
            <a:r>
              <a:rPr b="1" lang="en" sz="1200">
                <a:solidFill>
                  <a:schemeClr val="dk1"/>
                </a:solidFill>
                <a:latin typeface="Roboto"/>
                <a:ea typeface="Roboto"/>
                <a:cs typeface="Roboto"/>
                <a:sym typeface="Roboto"/>
              </a:rPr>
              <a:t> </a:t>
            </a:r>
            <a:endParaRPr b="1" sz="1200">
              <a:solidFill>
                <a:schemeClr val="dk1"/>
              </a:solidFill>
              <a:latin typeface="Roboto"/>
              <a:ea typeface="Roboto"/>
              <a:cs typeface="Roboto"/>
              <a:sym typeface="Roboto"/>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2">
    <p:spTree>
      <p:nvGrpSpPr>
        <p:cNvPr id="2199" name="Shape 2199"/>
        <p:cNvGrpSpPr/>
        <p:nvPr/>
      </p:nvGrpSpPr>
      <p:grpSpPr>
        <a:xfrm>
          <a:off x="0" y="0"/>
          <a:ext cx="0" cy="0"/>
          <a:chOff x="0" y="0"/>
          <a:chExt cx="0" cy="0"/>
        </a:xfrm>
      </p:grpSpPr>
      <p:sp>
        <p:nvSpPr>
          <p:cNvPr id="2200" name="Google Shape;2200;p147"/>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1" name="Google Shape;2201;p147"/>
          <p:cNvGrpSpPr/>
          <p:nvPr/>
        </p:nvGrpSpPr>
        <p:grpSpPr>
          <a:xfrm rot="544898">
            <a:off x="7445424" y="2480334"/>
            <a:ext cx="1480057" cy="2886420"/>
            <a:chOff x="6945350" y="145425"/>
            <a:chExt cx="317325" cy="618850"/>
          </a:xfrm>
        </p:grpSpPr>
        <p:sp>
          <p:nvSpPr>
            <p:cNvPr id="2202" name="Google Shape;2202;p147"/>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47"/>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47"/>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47"/>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6" name="Google Shape;2206;p147"/>
          <p:cNvGrpSpPr/>
          <p:nvPr/>
        </p:nvGrpSpPr>
        <p:grpSpPr>
          <a:xfrm rot="-2019428">
            <a:off x="173931" y="276323"/>
            <a:ext cx="1078938" cy="1614954"/>
            <a:chOff x="7166500" y="-57275"/>
            <a:chExt cx="414050" cy="619750"/>
          </a:xfrm>
        </p:grpSpPr>
        <p:sp>
          <p:nvSpPr>
            <p:cNvPr id="2207" name="Google Shape;2207;p147"/>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47"/>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47"/>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47"/>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1" name="Google Shape;2211;p147"/>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2" name="Google Shape;2212;p147"/>
          <p:cNvGrpSpPr/>
          <p:nvPr/>
        </p:nvGrpSpPr>
        <p:grpSpPr>
          <a:xfrm>
            <a:off x="6882210" y="4033046"/>
            <a:ext cx="609207" cy="609207"/>
            <a:chOff x="3796125" y="-35750"/>
            <a:chExt cx="773400" cy="773400"/>
          </a:xfrm>
        </p:grpSpPr>
        <p:sp>
          <p:nvSpPr>
            <p:cNvPr id="2213" name="Google Shape;2213;p147"/>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4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5" name="Google Shape;2215;p147"/>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3">
    <p:spTree>
      <p:nvGrpSpPr>
        <p:cNvPr id="2216" name="Shape 2216"/>
        <p:cNvGrpSpPr/>
        <p:nvPr/>
      </p:nvGrpSpPr>
      <p:grpSpPr>
        <a:xfrm>
          <a:off x="0" y="0"/>
          <a:ext cx="0" cy="0"/>
          <a:chOff x="0" y="0"/>
          <a:chExt cx="0" cy="0"/>
        </a:xfrm>
      </p:grpSpPr>
      <p:sp>
        <p:nvSpPr>
          <p:cNvPr id="2217" name="Google Shape;2217;p148"/>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8" name="Google Shape;2218;p148"/>
          <p:cNvGrpSpPr/>
          <p:nvPr/>
        </p:nvGrpSpPr>
        <p:grpSpPr>
          <a:xfrm>
            <a:off x="278749" y="1353426"/>
            <a:ext cx="331557" cy="331557"/>
            <a:chOff x="3796125" y="-35750"/>
            <a:chExt cx="773400" cy="773400"/>
          </a:xfrm>
        </p:grpSpPr>
        <p:sp>
          <p:nvSpPr>
            <p:cNvPr id="2219" name="Google Shape;2219;p14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14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1" name="Google Shape;2221;p148"/>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148"/>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148"/>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148"/>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5" name="Google Shape;2225;p148"/>
          <p:cNvGrpSpPr/>
          <p:nvPr/>
        </p:nvGrpSpPr>
        <p:grpSpPr>
          <a:xfrm>
            <a:off x="-171691" y="2850450"/>
            <a:ext cx="1577723" cy="893906"/>
            <a:chOff x="3467026" y="90021"/>
            <a:chExt cx="2493241" cy="1412619"/>
          </a:xfrm>
        </p:grpSpPr>
        <p:grpSp>
          <p:nvGrpSpPr>
            <p:cNvPr id="2226" name="Google Shape;2226;p148"/>
            <p:cNvGrpSpPr/>
            <p:nvPr/>
          </p:nvGrpSpPr>
          <p:grpSpPr>
            <a:xfrm>
              <a:off x="3467026" y="259199"/>
              <a:ext cx="835891" cy="835891"/>
              <a:chOff x="3796125" y="-35750"/>
              <a:chExt cx="773400" cy="773400"/>
            </a:xfrm>
          </p:grpSpPr>
          <p:sp>
            <p:nvSpPr>
              <p:cNvPr id="2227" name="Google Shape;2227;p14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4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29" name="Google Shape;2229;p148"/>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230" name="Google Shape;2230;p148"/>
            <p:cNvGrpSpPr/>
            <p:nvPr/>
          </p:nvGrpSpPr>
          <p:grpSpPr>
            <a:xfrm>
              <a:off x="4724445" y="90021"/>
              <a:ext cx="576724" cy="576724"/>
              <a:chOff x="3796125" y="-35750"/>
              <a:chExt cx="773400" cy="773400"/>
            </a:xfrm>
          </p:grpSpPr>
          <p:sp>
            <p:nvSpPr>
              <p:cNvPr id="2231" name="Google Shape;2231;p14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4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33" name="Google Shape;2233;p148"/>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234" name="Google Shape;2234;p148"/>
            <p:cNvGrpSpPr/>
            <p:nvPr/>
          </p:nvGrpSpPr>
          <p:grpSpPr>
            <a:xfrm>
              <a:off x="5124376" y="666749"/>
              <a:ext cx="835891" cy="835891"/>
              <a:chOff x="3796125" y="-35750"/>
              <a:chExt cx="773400" cy="773400"/>
            </a:xfrm>
          </p:grpSpPr>
          <p:sp>
            <p:nvSpPr>
              <p:cNvPr id="2235" name="Google Shape;2235;p14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48"/>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37" name="Google Shape;2237;p148"/>
          <p:cNvGrpSpPr/>
          <p:nvPr/>
        </p:nvGrpSpPr>
        <p:grpSpPr>
          <a:xfrm flipH="1" rot="10800000">
            <a:off x="7944681" y="1412600"/>
            <a:ext cx="1413169" cy="800673"/>
            <a:chOff x="3467026" y="90021"/>
            <a:chExt cx="2493241" cy="1412619"/>
          </a:xfrm>
        </p:grpSpPr>
        <p:grpSp>
          <p:nvGrpSpPr>
            <p:cNvPr id="2238" name="Google Shape;2238;p148"/>
            <p:cNvGrpSpPr/>
            <p:nvPr/>
          </p:nvGrpSpPr>
          <p:grpSpPr>
            <a:xfrm>
              <a:off x="3467026" y="259199"/>
              <a:ext cx="835891" cy="835891"/>
              <a:chOff x="3796125" y="-35750"/>
              <a:chExt cx="773400" cy="773400"/>
            </a:xfrm>
          </p:grpSpPr>
          <p:sp>
            <p:nvSpPr>
              <p:cNvPr id="2239" name="Google Shape;2239;p14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148"/>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41" name="Google Shape;2241;p148"/>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242" name="Google Shape;2242;p148"/>
            <p:cNvGrpSpPr/>
            <p:nvPr/>
          </p:nvGrpSpPr>
          <p:grpSpPr>
            <a:xfrm>
              <a:off x="4724445" y="90021"/>
              <a:ext cx="576724" cy="576724"/>
              <a:chOff x="3796125" y="-35750"/>
              <a:chExt cx="773400" cy="773400"/>
            </a:xfrm>
          </p:grpSpPr>
          <p:sp>
            <p:nvSpPr>
              <p:cNvPr id="2243" name="Google Shape;2243;p148"/>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48"/>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45" name="Google Shape;2245;p148"/>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246" name="Google Shape;2246;p148"/>
            <p:cNvGrpSpPr/>
            <p:nvPr/>
          </p:nvGrpSpPr>
          <p:grpSpPr>
            <a:xfrm>
              <a:off x="5124376" y="666749"/>
              <a:ext cx="835891" cy="835891"/>
              <a:chOff x="3796125" y="-35750"/>
              <a:chExt cx="773400" cy="773400"/>
            </a:xfrm>
          </p:grpSpPr>
          <p:sp>
            <p:nvSpPr>
              <p:cNvPr id="2247" name="Google Shape;2247;p148"/>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48"/>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49" name="Google Shape;2249;p148"/>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53" name="Shape 2253"/>
        <p:cNvGrpSpPr/>
        <p:nvPr/>
      </p:nvGrpSpPr>
      <p:grpSpPr>
        <a:xfrm>
          <a:off x="0" y="0"/>
          <a:ext cx="0" cy="0"/>
          <a:chOff x="0" y="0"/>
          <a:chExt cx="0" cy="0"/>
        </a:xfrm>
      </p:grpSpPr>
      <p:sp>
        <p:nvSpPr>
          <p:cNvPr id="2254" name="Google Shape;2254;p150"/>
          <p:cNvSpPr/>
          <p:nvPr/>
        </p:nvSpPr>
        <p:spPr>
          <a:xfrm flipH="1">
            <a:off x="6154100" y="3667856"/>
            <a:ext cx="3212922"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50"/>
          <p:cNvSpPr txBox="1"/>
          <p:nvPr>
            <p:ph idx="1" type="subTitle"/>
          </p:nvPr>
        </p:nvSpPr>
        <p:spPr>
          <a:xfrm>
            <a:off x="4135975" y="3436975"/>
            <a:ext cx="2644500" cy="6771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256" name="Google Shape;2256;p150"/>
          <p:cNvSpPr txBox="1"/>
          <p:nvPr>
            <p:ph type="ctrTitle"/>
          </p:nvPr>
        </p:nvSpPr>
        <p:spPr>
          <a:xfrm>
            <a:off x="4135975" y="1035775"/>
            <a:ext cx="4293300" cy="2401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7200"/>
              <a:buNone/>
              <a:defRPr sz="4800"/>
            </a:lvl1pPr>
            <a:lvl2pPr lvl="1" rtl="0" algn="ctr">
              <a:lnSpc>
                <a:spcPct val="100000"/>
              </a:lnSpc>
              <a:spcBef>
                <a:spcPts val="0"/>
              </a:spcBef>
              <a:spcAft>
                <a:spcPts val="0"/>
              </a:spcAft>
              <a:buSzPts val="7200"/>
              <a:buNone/>
              <a:defRPr sz="7200"/>
            </a:lvl2pPr>
            <a:lvl3pPr lvl="2" rtl="0" algn="ctr">
              <a:lnSpc>
                <a:spcPct val="100000"/>
              </a:lnSpc>
              <a:spcBef>
                <a:spcPts val="0"/>
              </a:spcBef>
              <a:spcAft>
                <a:spcPts val="0"/>
              </a:spcAft>
              <a:buSzPts val="7200"/>
              <a:buNone/>
              <a:defRPr sz="7200"/>
            </a:lvl3pPr>
            <a:lvl4pPr lvl="3" rtl="0" algn="ctr">
              <a:lnSpc>
                <a:spcPct val="100000"/>
              </a:lnSpc>
              <a:spcBef>
                <a:spcPts val="0"/>
              </a:spcBef>
              <a:spcAft>
                <a:spcPts val="0"/>
              </a:spcAft>
              <a:buSzPts val="7200"/>
              <a:buNone/>
              <a:defRPr sz="7200"/>
            </a:lvl4pPr>
            <a:lvl5pPr lvl="4" rtl="0" algn="ctr">
              <a:lnSpc>
                <a:spcPct val="100000"/>
              </a:lnSpc>
              <a:spcBef>
                <a:spcPts val="0"/>
              </a:spcBef>
              <a:spcAft>
                <a:spcPts val="0"/>
              </a:spcAft>
              <a:buSzPts val="7200"/>
              <a:buNone/>
              <a:defRPr sz="7200"/>
            </a:lvl5pPr>
            <a:lvl6pPr lvl="5" rtl="0" algn="ctr">
              <a:lnSpc>
                <a:spcPct val="100000"/>
              </a:lnSpc>
              <a:spcBef>
                <a:spcPts val="0"/>
              </a:spcBef>
              <a:spcAft>
                <a:spcPts val="0"/>
              </a:spcAft>
              <a:buSzPts val="7200"/>
              <a:buNone/>
              <a:defRPr sz="7200"/>
            </a:lvl6pPr>
            <a:lvl7pPr lvl="6" rtl="0" algn="ctr">
              <a:lnSpc>
                <a:spcPct val="100000"/>
              </a:lnSpc>
              <a:spcBef>
                <a:spcPts val="0"/>
              </a:spcBef>
              <a:spcAft>
                <a:spcPts val="0"/>
              </a:spcAft>
              <a:buSzPts val="7200"/>
              <a:buNone/>
              <a:defRPr sz="7200"/>
            </a:lvl7pPr>
            <a:lvl8pPr lvl="7" rtl="0" algn="ctr">
              <a:lnSpc>
                <a:spcPct val="100000"/>
              </a:lnSpc>
              <a:spcBef>
                <a:spcPts val="0"/>
              </a:spcBef>
              <a:spcAft>
                <a:spcPts val="0"/>
              </a:spcAft>
              <a:buSzPts val="7200"/>
              <a:buNone/>
              <a:defRPr sz="7200"/>
            </a:lvl8pPr>
            <a:lvl9pPr lvl="8" rtl="0" algn="ctr">
              <a:lnSpc>
                <a:spcPct val="100000"/>
              </a:lnSpc>
              <a:spcBef>
                <a:spcPts val="0"/>
              </a:spcBef>
              <a:spcAft>
                <a:spcPts val="0"/>
              </a:spcAft>
              <a:buSzPts val="7200"/>
              <a:buNone/>
              <a:defRPr sz="7200"/>
            </a:lvl9pPr>
          </a:lstStyle>
          <a:p/>
        </p:txBody>
      </p:sp>
      <p:sp>
        <p:nvSpPr>
          <p:cNvPr id="2257" name="Google Shape;2257;p150"/>
          <p:cNvSpPr/>
          <p:nvPr/>
        </p:nvSpPr>
        <p:spPr>
          <a:xfrm>
            <a:off x="5736975" y="4353281"/>
            <a:ext cx="1215300" cy="12153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50"/>
          <p:cNvSpPr/>
          <p:nvPr/>
        </p:nvSpPr>
        <p:spPr>
          <a:xfrm rot="-899999">
            <a:off x="4821272" y="280788"/>
            <a:ext cx="596232" cy="51718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50"/>
          <p:cNvSpPr/>
          <p:nvPr/>
        </p:nvSpPr>
        <p:spPr>
          <a:xfrm rot="301025">
            <a:off x="8392867" y="2061425"/>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60" name="Shape 2260"/>
        <p:cNvGrpSpPr/>
        <p:nvPr/>
      </p:nvGrpSpPr>
      <p:grpSpPr>
        <a:xfrm>
          <a:off x="0" y="0"/>
          <a:ext cx="0" cy="0"/>
          <a:chOff x="0" y="0"/>
          <a:chExt cx="0" cy="0"/>
        </a:xfrm>
      </p:grpSpPr>
      <p:sp>
        <p:nvSpPr>
          <p:cNvPr id="2261" name="Google Shape;2261;p151"/>
          <p:cNvSpPr/>
          <p:nvPr/>
        </p:nvSpPr>
        <p:spPr>
          <a:xfrm flipH="1" rot="10800000">
            <a:off x="-5489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51"/>
          <p:cNvSpPr txBox="1"/>
          <p:nvPr>
            <p:ph hasCustomPrompt="1" type="title"/>
          </p:nvPr>
        </p:nvSpPr>
        <p:spPr>
          <a:xfrm>
            <a:off x="3379072" y="109215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2263" name="Google Shape;2263;p151"/>
          <p:cNvSpPr txBox="1"/>
          <p:nvPr>
            <p:ph idx="1" type="subTitle"/>
          </p:nvPr>
        </p:nvSpPr>
        <p:spPr>
          <a:xfrm>
            <a:off x="4128325" y="3269563"/>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2264" name="Google Shape;2264;p151"/>
          <p:cNvSpPr txBox="1"/>
          <p:nvPr>
            <p:ph idx="2" type="title"/>
          </p:nvPr>
        </p:nvSpPr>
        <p:spPr>
          <a:xfrm>
            <a:off x="4128325" y="1976575"/>
            <a:ext cx="43023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2265" name="Google Shape;2265;p151"/>
          <p:cNvSpPr/>
          <p:nvPr/>
        </p:nvSpPr>
        <p:spPr>
          <a:xfrm rot="301025">
            <a:off x="8519867" y="2297050"/>
            <a:ext cx="1381878" cy="119864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151"/>
          <p:cNvSpPr/>
          <p:nvPr/>
        </p:nvSpPr>
        <p:spPr>
          <a:xfrm flipH="1">
            <a:off x="5517534" y="3667850"/>
            <a:ext cx="4068217" cy="147565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67" name="Shape 2267"/>
        <p:cNvGrpSpPr/>
        <p:nvPr/>
      </p:nvGrpSpPr>
      <p:grpSpPr>
        <a:xfrm>
          <a:off x="0" y="0"/>
          <a:ext cx="0" cy="0"/>
          <a:chOff x="0" y="0"/>
          <a:chExt cx="0" cy="0"/>
        </a:xfrm>
      </p:grpSpPr>
      <p:sp>
        <p:nvSpPr>
          <p:cNvPr id="2268" name="Google Shape;2268;p152"/>
          <p:cNvSpPr txBox="1"/>
          <p:nvPr>
            <p:ph idx="1" type="body"/>
          </p:nvPr>
        </p:nvSpPr>
        <p:spPr>
          <a:xfrm>
            <a:off x="713100" y="1200150"/>
            <a:ext cx="7717800" cy="3404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AutoNum type="arabicPeriod"/>
              <a:defRPr sz="1200"/>
            </a:lvl1pPr>
            <a:lvl2pPr indent="-304800" lvl="1" marL="914400" rtl="0">
              <a:spcBef>
                <a:spcPts val="0"/>
              </a:spcBef>
              <a:spcAft>
                <a:spcPts val="0"/>
              </a:spcAft>
              <a:buSzPts val="1200"/>
              <a:buAutoNum type="alphaLcPeriod"/>
              <a:defRPr sz="1200"/>
            </a:lvl2pPr>
            <a:lvl3pPr indent="-304800" lvl="2" marL="1371600" rtl="0">
              <a:spcBef>
                <a:spcPts val="0"/>
              </a:spcBef>
              <a:spcAft>
                <a:spcPts val="0"/>
              </a:spcAft>
              <a:buSzPts val="1200"/>
              <a:buAutoNum type="romanLcPeriod"/>
              <a:defRPr sz="1200"/>
            </a:lvl3pPr>
            <a:lvl4pPr indent="-304800" lvl="3" marL="1828800" rtl="0">
              <a:spcBef>
                <a:spcPts val="0"/>
              </a:spcBef>
              <a:spcAft>
                <a:spcPts val="0"/>
              </a:spcAft>
              <a:buSzPts val="1200"/>
              <a:buAutoNum type="arabicPeriod"/>
              <a:defRPr sz="1200"/>
            </a:lvl4pPr>
            <a:lvl5pPr indent="-304800" lvl="4" marL="2286000" rtl="0">
              <a:spcBef>
                <a:spcPts val="0"/>
              </a:spcBef>
              <a:spcAft>
                <a:spcPts val="0"/>
              </a:spcAft>
              <a:buSzPts val="1200"/>
              <a:buAutoNum type="alphaLcPeriod"/>
              <a:defRPr sz="1200"/>
            </a:lvl5pPr>
            <a:lvl6pPr indent="-304800" lvl="5" marL="2743200" rtl="0">
              <a:spcBef>
                <a:spcPts val="0"/>
              </a:spcBef>
              <a:spcAft>
                <a:spcPts val="0"/>
              </a:spcAft>
              <a:buSzPts val="1200"/>
              <a:buAutoNum type="romanLcPeriod"/>
              <a:defRPr sz="1200"/>
            </a:lvl6pPr>
            <a:lvl7pPr indent="-304800" lvl="6" marL="3200400" rtl="0">
              <a:spcBef>
                <a:spcPts val="0"/>
              </a:spcBef>
              <a:spcAft>
                <a:spcPts val="0"/>
              </a:spcAft>
              <a:buSzPts val="1200"/>
              <a:buAutoNum type="arabicPeriod"/>
              <a:defRPr sz="1200"/>
            </a:lvl7pPr>
            <a:lvl8pPr indent="-304800" lvl="7" marL="3657600" rtl="0">
              <a:spcBef>
                <a:spcPts val="0"/>
              </a:spcBef>
              <a:spcAft>
                <a:spcPts val="0"/>
              </a:spcAft>
              <a:buSzPts val="1200"/>
              <a:buAutoNum type="alphaLcPeriod"/>
              <a:defRPr sz="1200"/>
            </a:lvl8pPr>
            <a:lvl9pPr indent="-304800" lvl="8" marL="4114800" rtl="0">
              <a:spcBef>
                <a:spcPts val="0"/>
              </a:spcBef>
              <a:spcAft>
                <a:spcPts val="0"/>
              </a:spcAft>
              <a:buSzPts val="1200"/>
              <a:buAutoNum type="romanLcPeriod"/>
              <a:defRPr sz="1200"/>
            </a:lvl9pPr>
          </a:lstStyle>
          <a:p/>
        </p:txBody>
      </p:sp>
      <p:sp>
        <p:nvSpPr>
          <p:cNvPr id="2269" name="Google Shape;2269;p152"/>
          <p:cNvSpPr txBox="1"/>
          <p:nvPr>
            <p:ph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270" name="Google Shape;2270;p152"/>
          <p:cNvSpPr/>
          <p:nvPr/>
        </p:nvSpPr>
        <p:spPr>
          <a:xfrm rot="301033">
            <a:off x="318889" y="-265259"/>
            <a:ext cx="789020" cy="68439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52"/>
          <p:cNvSpPr/>
          <p:nvPr/>
        </p:nvSpPr>
        <p:spPr>
          <a:xfrm>
            <a:off x="-416475" y="131026"/>
            <a:ext cx="1026000" cy="1026000"/>
          </a:xfrm>
          <a:prstGeom prst="ellipse">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152"/>
          <p:cNvSpPr/>
          <p:nvPr/>
        </p:nvSpPr>
        <p:spPr>
          <a:xfrm rot="301053">
            <a:off x="1237580" y="4938577"/>
            <a:ext cx="437515" cy="379513"/>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52"/>
          <p:cNvSpPr/>
          <p:nvPr/>
        </p:nvSpPr>
        <p:spPr>
          <a:xfrm flipH="1">
            <a:off x="7649620" y="4353278"/>
            <a:ext cx="1720458" cy="790182"/>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4" name="Google Shape;2274;p152"/>
          <p:cNvGrpSpPr/>
          <p:nvPr/>
        </p:nvGrpSpPr>
        <p:grpSpPr>
          <a:xfrm>
            <a:off x="8777542" y="3288374"/>
            <a:ext cx="547954" cy="547954"/>
            <a:chOff x="3796125" y="-35750"/>
            <a:chExt cx="773400" cy="773400"/>
          </a:xfrm>
        </p:grpSpPr>
        <p:sp>
          <p:nvSpPr>
            <p:cNvPr id="2275" name="Google Shape;2275;p15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5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77" name="Shape 2277"/>
        <p:cNvGrpSpPr/>
        <p:nvPr/>
      </p:nvGrpSpPr>
      <p:grpSpPr>
        <a:xfrm>
          <a:off x="0" y="0"/>
          <a:ext cx="0" cy="0"/>
          <a:chOff x="0" y="0"/>
          <a:chExt cx="0" cy="0"/>
        </a:xfrm>
      </p:grpSpPr>
      <p:sp>
        <p:nvSpPr>
          <p:cNvPr id="2278" name="Google Shape;2278;p153"/>
          <p:cNvSpPr txBox="1"/>
          <p:nvPr>
            <p:ph idx="1" type="subTitle"/>
          </p:nvPr>
        </p:nvSpPr>
        <p:spPr>
          <a:xfrm>
            <a:off x="1433113" y="2554911"/>
            <a:ext cx="23049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2279" name="Google Shape;2279;p153"/>
          <p:cNvSpPr txBox="1"/>
          <p:nvPr>
            <p:ph idx="2" type="subTitle"/>
          </p:nvPr>
        </p:nvSpPr>
        <p:spPr>
          <a:xfrm>
            <a:off x="5300073" y="2554914"/>
            <a:ext cx="2301600" cy="1262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accent5"/>
                </a:solidFill>
              </a:defRPr>
            </a:lvl1pPr>
            <a:lvl2pPr lvl="1" rtl="0" algn="ctr">
              <a:spcBef>
                <a:spcPts val="0"/>
              </a:spcBef>
              <a:spcAft>
                <a:spcPts val="0"/>
              </a:spcAft>
              <a:buNone/>
              <a:defRPr b="1">
                <a:solidFill>
                  <a:schemeClr val="accent5"/>
                </a:solidFill>
              </a:defRPr>
            </a:lvl2pPr>
            <a:lvl3pPr lvl="2" rtl="0" algn="ctr">
              <a:spcBef>
                <a:spcPts val="0"/>
              </a:spcBef>
              <a:spcAft>
                <a:spcPts val="0"/>
              </a:spcAft>
              <a:buNone/>
              <a:defRPr b="1">
                <a:solidFill>
                  <a:schemeClr val="accent5"/>
                </a:solidFill>
              </a:defRPr>
            </a:lvl3pPr>
            <a:lvl4pPr lvl="3" rtl="0" algn="ctr">
              <a:spcBef>
                <a:spcPts val="0"/>
              </a:spcBef>
              <a:spcAft>
                <a:spcPts val="0"/>
              </a:spcAft>
              <a:buNone/>
              <a:defRPr b="1">
                <a:solidFill>
                  <a:schemeClr val="accent5"/>
                </a:solidFill>
              </a:defRPr>
            </a:lvl4pPr>
            <a:lvl5pPr lvl="4" rtl="0" algn="ctr">
              <a:spcBef>
                <a:spcPts val="0"/>
              </a:spcBef>
              <a:spcAft>
                <a:spcPts val="0"/>
              </a:spcAft>
              <a:buNone/>
              <a:defRPr b="1">
                <a:solidFill>
                  <a:schemeClr val="accent5"/>
                </a:solidFill>
              </a:defRPr>
            </a:lvl5pPr>
            <a:lvl6pPr lvl="5" rtl="0" algn="ctr">
              <a:spcBef>
                <a:spcPts val="0"/>
              </a:spcBef>
              <a:spcAft>
                <a:spcPts val="0"/>
              </a:spcAft>
              <a:buNone/>
              <a:defRPr b="1">
                <a:solidFill>
                  <a:schemeClr val="accent5"/>
                </a:solidFill>
              </a:defRPr>
            </a:lvl6pPr>
            <a:lvl7pPr lvl="6" rtl="0" algn="ctr">
              <a:spcBef>
                <a:spcPts val="0"/>
              </a:spcBef>
              <a:spcAft>
                <a:spcPts val="0"/>
              </a:spcAft>
              <a:buNone/>
              <a:defRPr b="1">
                <a:solidFill>
                  <a:schemeClr val="accent5"/>
                </a:solidFill>
              </a:defRPr>
            </a:lvl7pPr>
            <a:lvl8pPr lvl="7" rtl="0" algn="ctr">
              <a:spcBef>
                <a:spcPts val="0"/>
              </a:spcBef>
              <a:spcAft>
                <a:spcPts val="0"/>
              </a:spcAft>
              <a:buNone/>
              <a:defRPr b="1">
                <a:solidFill>
                  <a:schemeClr val="accent5"/>
                </a:solidFill>
              </a:defRPr>
            </a:lvl8pPr>
            <a:lvl9pPr lvl="8" rtl="0" algn="ctr">
              <a:spcBef>
                <a:spcPts val="0"/>
              </a:spcBef>
              <a:spcAft>
                <a:spcPts val="0"/>
              </a:spcAft>
              <a:buNone/>
              <a:defRPr b="1">
                <a:solidFill>
                  <a:schemeClr val="accent5"/>
                </a:solidFill>
              </a:defRPr>
            </a:lvl9pPr>
          </a:lstStyle>
          <a:p/>
        </p:txBody>
      </p:sp>
      <p:sp>
        <p:nvSpPr>
          <p:cNvPr id="2280" name="Google Shape;2280;p153"/>
          <p:cNvSpPr txBox="1"/>
          <p:nvPr>
            <p:ph type="title"/>
          </p:nvPr>
        </p:nvSpPr>
        <p:spPr>
          <a:xfrm>
            <a:off x="1433038" y="2104375"/>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281" name="Google Shape;2281;p153"/>
          <p:cNvSpPr txBox="1"/>
          <p:nvPr>
            <p:ph idx="3" type="title"/>
          </p:nvPr>
        </p:nvSpPr>
        <p:spPr>
          <a:xfrm>
            <a:off x="5299537" y="2104388"/>
            <a:ext cx="2304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400">
                <a:solidFill>
                  <a:schemeClr val="accent5"/>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282" name="Google Shape;2282;p153"/>
          <p:cNvSpPr txBox="1"/>
          <p:nvPr>
            <p:ph idx="4" type="title"/>
          </p:nvPr>
        </p:nvSpPr>
        <p:spPr>
          <a:xfrm>
            <a:off x="713100" y="452325"/>
            <a:ext cx="77178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2283" name="Google Shape;2283;p153"/>
          <p:cNvGrpSpPr/>
          <p:nvPr/>
        </p:nvGrpSpPr>
        <p:grpSpPr>
          <a:xfrm flipH="1" rot="10800000">
            <a:off x="-110852" y="3990045"/>
            <a:ext cx="760318" cy="1338746"/>
            <a:chOff x="5664675" y="3001250"/>
            <a:chExt cx="332525" cy="585500"/>
          </a:xfrm>
        </p:grpSpPr>
        <p:sp>
          <p:nvSpPr>
            <p:cNvPr id="2284" name="Google Shape;2284;p153"/>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53"/>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153"/>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7" name="Google Shape;2287;p153"/>
          <p:cNvGrpSpPr/>
          <p:nvPr/>
        </p:nvGrpSpPr>
        <p:grpSpPr>
          <a:xfrm>
            <a:off x="7944315" y="-158168"/>
            <a:ext cx="1340175" cy="1793702"/>
            <a:chOff x="5556925" y="2802275"/>
            <a:chExt cx="586125" cy="784475"/>
          </a:xfrm>
        </p:grpSpPr>
        <p:sp>
          <p:nvSpPr>
            <p:cNvPr id="2288" name="Google Shape;2288;p153"/>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53"/>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153"/>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153"/>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53"/>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53"/>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53"/>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53"/>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53"/>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7" name="Google Shape;2297;p153"/>
          <p:cNvSpPr/>
          <p:nvPr/>
        </p:nvSpPr>
        <p:spPr>
          <a:xfrm>
            <a:off x="-239896" y="-853452"/>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153"/>
          <p:cNvSpPr/>
          <p:nvPr/>
        </p:nvSpPr>
        <p:spPr>
          <a:xfrm>
            <a:off x="337851" y="4471670"/>
            <a:ext cx="1017600" cy="10173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53"/>
          <p:cNvSpPr/>
          <p:nvPr/>
        </p:nvSpPr>
        <p:spPr>
          <a:xfrm>
            <a:off x="7830954" y="2208373"/>
            <a:ext cx="1559400" cy="1559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00" name="Shape 2300"/>
        <p:cNvGrpSpPr/>
        <p:nvPr/>
      </p:nvGrpSpPr>
      <p:grpSpPr>
        <a:xfrm>
          <a:off x="0" y="0"/>
          <a:ext cx="0" cy="0"/>
          <a:chOff x="0" y="0"/>
          <a:chExt cx="0" cy="0"/>
        </a:xfrm>
      </p:grpSpPr>
      <p:sp>
        <p:nvSpPr>
          <p:cNvPr id="2301" name="Google Shape;2301;p154"/>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302" name="Google Shape;2302;p154"/>
          <p:cNvSpPr/>
          <p:nvPr/>
        </p:nvSpPr>
        <p:spPr>
          <a:xfrm>
            <a:off x="8541752" y="4017174"/>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154"/>
          <p:cNvSpPr/>
          <p:nvPr/>
        </p:nvSpPr>
        <p:spPr>
          <a:xfrm>
            <a:off x="-922398" y="-635351"/>
            <a:ext cx="1592400" cy="15924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4" name="Google Shape;2304;p154"/>
          <p:cNvGrpSpPr/>
          <p:nvPr/>
        </p:nvGrpSpPr>
        <p:grpSpPr>
          <a:xfrm>
            <a:off x="415747" y="200236"/>
            <a:ext cx="436739" cy="436739"/>
            <a:chOff x="3796125" y="-35750"/>
            <a:chExt cx="773400" cy="773400"/>
          </a:xfrm>
        </p:grpSpPr>
        <p:sp>
          <p:nvSpPr>
            <p:cNvPr id="2305" name="Google Shape;2305;p15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5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7" name="Google Shape;2307;p154"/>
          <p:cNvGrpSpPr/>
          <p:nvPr/>
        </p:nvGrpSpPr>
        <p:grpSpPr>
          <a:xfrm>
            <a:off x="7831044" y="4962597"/>
            <a:ext cx="272005" cy="272005"/>
            <a:chOff x="3796125" y="-35750"/>
            <a:chExt cx="773400" cy="773400"/>
          </a:xfrm>
        </p:grpSpPr>
        <p:sp>
          <p:nvSpPr>
            <p:cNvPr id="2308" name="Google Shape;2308;p15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15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310" name="Shape 2310"/>
        <p:cNvGrpSpPr/>
        <p:nvPr/>
      </p:nvGrpSpPr>
      <p:grpSpPr>
        <a:xfrm>
          <a:off x="0" y="0"/>
          <a:ext cx="0" cy="0"/>
          <a:chOff x="0" y="0"/>
          <a:chExt cx="0" cy="0"/>
        </a:xfrm>
      </p:grpSpPr>
      <p:sp>
        <p:nvSpPr>
          <p:cNvPr id="2311" name="Google Shape;2311;p155"/>
          <p:cNvSpPr/>
          <p:nvPr/>
        </p:nvSpPr>
        <p:spPr>
          <a:xfrm rot="-177409">
            <a:off x="1047241" y="453943"/>
            <a:ext cx="7037169" cy="4235665"/>
          </a:xfrm>
          <a:prstGeom prst="roundRect">
            <a:avLst>
              <a:gd fmla="val 2931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155"/>
          <p:cNvSpPr txBox="1"/>
          <p:nvPr>
            <p:ph idx="1" type="body"/>
          </p:nvPr>
        </p:nvSpPr>
        <p:spPr>
          <a:xfrm>
            <a:off x="1894800" y="1826350"/>
            <a:ext cx="5354400" cy="2124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Font typeface="Karla"/>
              <a:buChar char="●"/>
              <a:defRPr/>
            </a:lvl1pPr>
            <a:lvl2pPr indent="-317500" lvl="1" marL="914400" rtl="0">
              <a:spcBef>
                <a:spcPts val="0"/>
              </a:spcBef>
              <a:spcAft>
                <a:spcPts val="0"/>
              </a:spcAft>
              <a:buClr>
                <a:srgbClr val="211F1F"/>
              </a:buClr>
              <a:buSzPts val="1400"/>
              <a:buFont typeface="Karla"/>
              <a:buChar char="○"/>
              <a:defRPr/>
            </a:lvl2pPr>
            <a:lvl3pPr indent="-317500" lvl="2" marL="1371600" rtl="0">
              <a:spcBef>
                <a:spcPts val="0"/>
              </a:spcBef>
              <a:spcAft>
                <a:spcPts val="0"/>
              </a:spcAft>
              <a:buClr>
                <a:srgbClr val="211F1F"/>
              </a:buClr>
              <a:buSzPts val="1400"/>
              <a:buFont typeface="Karla"/>
              <a:buChar char="■"/>
              <a:defRPr/>
            </a:lvl3pPr>
            <a:lvl4pPr indent="-317500" lvl="3" marL="1828800" rtl="0">
              <a:spcBef>
                <a:spcPts val="0"/>
              </a:spcBef>
              <a:spcAft>
                <a:spcPts val="0"/>
              </a:spcAft>
              <a:buClr>
                <a:srgbClr val="211F1F"/>
              </a:buClr>
              <a:buSzPts val="1400"/>
              <a:buFont typeface="Karla"/>
              <a:buChar char="●"/>
              <a:defRPr/>
            </a:lvl4pPr>
            <a:lvl5pPr indent="-317500" lvl="4" marL="2286000" rtl="0">
              <a:spcBef>
                <a:spcPts val="0"/>
              </a:spcBef>
              <a:spcAft>
                <a:spcPts val="0"/>
              </a:spcAft>
              <a:buClr>
                <a:srgbClr val="211F1F"/>
              </a:buClr>
              <a:buSzPts val="1400"/>
              <a:buFont typeface="Karla"/>
              <a:buChar char="○"/>
              <a:defRPr/>
            </a:lvl5pPr>
            <a:lvl6pPr indent="-317500" lvl="5" marL="2743200" rtl="0">
              <a:spcBef>
                <a:spcPts val="0"/>
              </a:spcBef>
              <a:spcAft>
                <a:spcPts val="0"/>
              </a:spcAft>
              <a:buClr>
                <a:srgbClr val="211F1F"/>
              </a:buClr>
              <a:buSzPts val="1400"/>
              <a:buFont typeface="Karla"/>
              <a:buChar char="■"/>
              <a:defRPr/>
            </a:lvl6pPr>
            <a:lvl7pPr indent="-317500" lvl="6" marL="3200400" rtl="0">
              <a:spcBef>
                <a:spcPts val="0"/>
              </a:spcBef>
              <a:spcAft>
                <a:spcPts val="0"/>
              </a:spcAft>
              <a:buClr>
                <a:srgbClr val="211F1F"/>
              </a:buClr>
              <a:buSzPts val="1400"/>
              <a:buFont typeface="Karla"/>
              <a:buChar char="●"/>
              <a:defRPr/>
            </a:lvl7pPr>
            <a:lvl8pPr indent="-317500" lvl="7" marL="3657600" rtl="0">
              <a:spcBef>
                <a:spcPts val="0"/>
              </a:spcBef>
              <a:spcAft>
                <a:spcPts val="0"/>
              </a:spcAft>
              <a:buClr>
                <a:srgbClr val="211F1F"/>
              </a:buClr>
              <a:buSzPts val="1400"/>
              <a:buFont typeface="Karla"/>
              <a:buChar char="○"/>
              <a:defRPr/>
            </a:lvl8pPr>
            <a:lvl9pPr indent="-317500" lvl="8" marL="4114800" rtl="0">
              <a:spcBef>
                <a:spcPts val="0"/>
              </a:spcBef>
              <a:spcAft>
                <a:spcPts val="0"/>
              </a:spcAft>
              <a:buClr>
                <a:srgbClr val="211F1F"/>
              </a:buClr>
              <a:buSzPts val="1400"/>
              <a:buFont typeface="Karla"/>
              <a:buChar char="■"/>
              <a:defRPr/>
            </a:lvl9pPr>
          </a:lstStyle>
          <a:p/>
        </p:txBody>
      </p:sp>
      <p:sp>
        <p:nvSpPr>
          <p:cNvPr id="2313" name="Google Shape;2313;p155"/>
          <p:cNvSpPr txBox="1"/>
          <p:nvPr>
            <p:ph type="title"/>
          </p:nvPr>
        </p:nvSpPr>
        <p:spPr>
          <a:xfrm>
            <a:off x="1894800" y="1087450"/>
            <a:ext cx="53544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314" name="Shape 2314"/>
        <p:cNvGrpSpPr/>
        <p:nvPr/>
      </p:nvGrpSpPr>
      <p:grpSpPr>
        <a:xfrm>
          <a:off x="0" y="0"/>
          <a:ext cx="0" cy="0"/>
          <a:chOff x="0" y="0"/>
          <a:chExt cx="0" cy="0"/>
        </a:xfrm>
      </p:grpSpPr>
      <p:sp>
        <p:nvSpPr>
          <p:cNvPr id="2315" name="Google Shape;2315;p156"/>
          <p:cNvSpPr/>
          <p:nvPr/>
        </p:nvSpPr>
        <p:spPr>
          <a:xfrm rot="1183069">
            <a:off x="-125892" y="570955"/>
            <a:ext cx="9909784" cy="427643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156"/>
          <p:cNvSpPr txBox="1"/>
          <p:nvPr>
            <p:ph type="title"/>
          </p:nvPr>
        </p:nvSpPr>
        <p:spPr>
          <a:xfrm>
            <a:off x="713275" y="1833000"/>
            <a:ext cx="7717500" cy="1477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6000"/>
              <a:buNone/>
              <a:defRPr sz="4000"/>
            </a:lvl1pPr>
            <a:lvl2pPr lvl="1" rtl="0" algn="ctr">
              <a:lnSpc>
                <a:spcPct val="100000"/>
              </a:lnSpc>
              <a:spcBef>
                <a:spcPts val="0"/>
              </a:spcBef>
              <a:spcAft>
                <a:spcPts val="0"/>
              </a:spcAft>
              <a:buSzPts val="6000"/>
              <a:buNone/>
              <a:defRPr sz="6000"/>
            </a:lvl2pPr>
            <a:lvl3pPr lvl="2" rtl="0" algn="ctr">
              <a:lnSpc>
                <a:spcPct val="100000"/>
              </a:lnSpc>
              <a:spcBef>
                <a:spcPts val="0"/>
              </a:spcBef>
              <a:spcAft>
                <a:spcPts val="0"/>
              </a:spcAft>
              <a:buSzPts val="6000"/>
              <a:buNone/>
              <a:defRPr sz="6000"/>
            </a:lvl3pPr>
            <a:lvl4pPr lvl="3" rtl="0" algn="ctr">
              <a:lnSpc>
                <a:spcPct val="100000"/>
              </a:lnSpc>
              <a:spcBef>
                <a:spcPts val="0"/>
              </a:spcBef>
              <a:spcAft>
                <a:spcPts val="0"/>
              </a:spcAft>
              <a:buSzPts val="6000"/>
              <a:buNone/>
              <a:defRPr sz="6000"/>
            </a:lvl4pPr>
            <a:lvl5pPr lvl="4" rtl="0" algn="ctr">
              <a:lnSpc>
                <a:spcPct val="100000"/>
              </a:lnSpc>
              <a:spcBef>
                <a:spcPts val="0"/>
              </a:spcBef>
              <a:spcAft>
                <a:spcPts val="0"/>
              </a:spcAft>
              <a:buSzPts val="6000"/>
              <a:buNone/>
              <a:defRPr sz="6000"/>
            </a:lvl5pPr>
            <a:lvl6pPr lvl="5" rtl="0" algn="ctr">
              <a:lnSpc>
                <a:spcPct val="100000"/>
              </a:lnSpc>
              <a:spcBef>
                <a:spcPts val="0"/>
              </a:spcBef>
              <a:spcAft>
                <a:spcPts val="0"/>
              </a:spcAft>
              <a:buSzPts val="6000"/>
              <a:buNone/>
              <a:defRPr sz="6000"/>
            </a:lvl6pPr>
            <a:lvl7pPr lvl="6" rtl="0" algn="ctr">
              <a:lnSpc>
                <a:spcPct val="100000"/>
              </a:lnSpc>
              <a:spcBef>
                <a:spcPts val="0"/>
              </a:spcBef>
              <a:spcAft>
                <a:spcPts val="0"/>
              </a:spcAft>
              <a:buSzPts val="6000"/>
              <a:buNone/>
              <a:defRPr sz="6000"/>
            </a:lvl7pPr>
            <a:lvl8pPr lvl="7" rtl="0" algn="ctr">
              <a:lnSpc>
                <a:spcPct val="100000"/>
              </a:lnSpc>
              <a:spcBef>
                <a:spcPts val="0"/>
              </a:spcBef>
              <a:spcAft>
                <a:spcPts val="0"/>
              </a:spcAft>
              <a:buSzPts val="6000"/>
              <a:buNone/>
              <a:defRPr sz="6000"/>
            </a:lvl8pPr>
            <a:lvl9pPr lvl="8" rtl="0" algn="ctr">
              <a:lnSpc>
                <a:spcPct val="100000"/>
              </a:lnSpc>
              <a:spcBef>
                <a:spcPts val="0"/>
              </a:spcBef>
              <a:spcAft>
                <a:spcPts val="0"/>
              </a:spcAft>
              <a:buSzPts val="6000"/>
              <a:buNone/>
              <a:defRPr sz="6000"/>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317" name="Shape 2317"/>
        <p:cNvGrpSpPr/>
        <p:nvPr/>
      </p:nvGrpSpPr>
      <p:grpSpPr>
        <a:xfrm>
          <a:off x="0" y="0"/>
          <a:ext cx="0" cy="0"/>
          <a:chOff x="0" y="0"/>
          <a:chExt cx="0" cy="0"/>
        </a:xfrm>
      </p:grpSpPr>
      <p:sp>
        <p:nvSpPr>
          <p:cNvPr id="2318" name="Google Shape;2318;p157"/>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157"/>
          <p:cNvSpPr txBox="1"/>
          <p:nvPr>
            <p:ph type="title"/>
          </p:nvPr>
        </p:nvSpPr>
        <p:spPr>
          <a:xfrm>
            <a:off x="2371700" y="1356525"/>
            <a:ext cx="4400400" cy="80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4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2320" name="Google Shape;2320;p157"/>
          <p:cNvSpPr txBox="1"/>
          <p:nvPr>
            <p:ph idx="1" type="subTitle"/>
          </p:nvPr>
        </p:nvSpPr>
        <p:spPr>
          <a:xfrm>
            <a:off x="2372317" y="2217075"/>
            <a:ext cx="4400100" cy="156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grpSp>
        <p:nvGrpSpPr>
          <p:cNvPr id="2321" name="Google Shape;2321;p157"/>
          <p:cNvGrpSpPr/>
          <p:nvPr/>
        </p:nvGrpSpPr>
        <p:grpSpPr>
          <a:xfrm rot="544898">
            <a:off x="7445424" y="2480334"/>
            <a:ext cx="1480057" cy="2886420"/>
            <a:chOff x="6945350" y="145425"/>
            <a:chExt cx="317325" cy="618850"/>
          </a:xfrm>
        </p:grpSpPr>
        <p:sp>
          <p:nvSpPr>
            <p:cNvPr id="2322" name="Google Shape;2322;p157"/>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157"/>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157"/>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157"/>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6" name="Google Shape;2326;p157"/>
          <p:cNvGrpSpPr/>
          <p:nvPr/>
        </p:nvGrpSpPr>
        <p:grpSpPr>
          <a:xfrm rot="-2019428">
            <a:off x="173931" y="276323"/>
            <a:ext cx="1078938" cy="1614954"/>
            <a:chOff x="7166500" y="-57275"/>
            <a:chExt cx="414050" cy="619750"/>
          </a:xfrm>
        </p:grpSpPr>
        <p:sp>
          <p:nvSpPr>
            <p:cNvPr id="2327" name="Google Shape;2327;p157"/>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157"/>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157"/>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157"/>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1" name="Google Shape;2331;p157"/>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2" name="Google Shape;2332;p157"/>
          <p:cNvGrpSpPr/>
          <p:nvPr/>
        </p:nvGrpSpPr>
        <p:grpSpPr>
          <a:xfrm>
            <a:off x="6882210" y="4033046"/>
            <a:ext cx="609207" cy="609207"/>
            <a:chOff x="3796125" y="-35750"/>
            <a:chExt cx="773400" cy="773400"/>
          </a:xfrm>
        </p:grpSpPr>
        <p:sp>
          <p:nvSpPr>
            <p:cNvPr id="2333" name="Google Shape;2333;p157"/>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15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5" name="Google Shape;2335;p157"/>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336" name="Shape 2336"/>
        <p:cNvGrpSpPr/>
        <p:nvPr/>
      </p:nvGrpSpPr>
      <p:grpSpPr>
        <a:xfrm>
          <a:off x="0" y="0"/>
          <a:ext cx="0" cy="0"/>
          <a:chOff x="0" y="0"/>
          <a:chExt cx="0" cy="0"/>
        </a:xfrm>
      </p:grpSpPr>
      <p:sp>
        <p:nvSpPr>
          <p:cNvPr id="2337" name="Google Shape;2337;p158"/>
          <p:cNvSpPr txBox="1"/>
          <p:nvPr>
            <p:ph type="title"/>
          </p:nvPr>
        </p:nvSpPr>
        <p:spPr>
          <a:xfrm>
            <a:off x="713400" y="426536"/>
            <a:ext cx="2496600" cy="20319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sz="3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38" name="Shape 2338"/>
        <p:cNvGrpSpPr/>
        <p:nvPr/>
      </p:nvGrpSpPr>
      <p:grpSpPr>
        <a:xfrm>
          <a:off x="0" y="0"/>
          <a:ext cx="0" cy="0"/>
          <a:chOff x="0" y="0"/>
          <a:chExt cx="0" cy="0"/>
        </a:xfrm>
      </p:grpSpPr>
      <p:sp>
        <p:nvSpPr>
          <p:cNvPr id="2339" name="Google Shape;2339;p159"/>
          <p:cNvSpPr txBox="1"/>
          <p:nvPr>
            <p:ph hasCustomPrompt="1" type="title"/>
          </p:nvPr>
        </p:nvSpPr>
        <p:spPr>
          <a:xfrm>
            <a:off x="2493475" y="1733875"/>
            <a:ext cx="4157100" cy="113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200"/>
              <a:buNone/>
              <a:defRPr sz="7200"/>
            </a:lvl1pPr>
            <a:lvl2pPr lvl="1" rtl="0" algn="ctr">
              <a:spcBef>
                <a:spcPts val="0"/>
              </a:spcBef>
              <a:spcAft>
                <a:spcPts val="0"/>
              </a:spcAft>
              <a:buSzPts val="8200"/>
              <a:buNone/>
              <a:defRPr sz="8200"/>
            </a:lvl2pPr>
            <a:lvl3pPr lvl="2" rtl="0" algn="ctr">
              <a:spcBef>
                <a:spcPts val="0"/>
              </a:spcBef>
              <a:spcAft>
                <a:spcPts val="0"/>
              </a:spcAft>
              <a:buSzPts val="8200"/>
              <a:buNone/>
              <a:defRPr sz="8200"/>
            </a:lvl3pPr>
            <a:lvl4pPr lvl="3" rtl="0" algn="ctr">
              <a:spcBef>
                <a:spcPts val="0"/>
              </a:spcBef>
              <a:spcAft>
                <a:spcPts val="0"/>
              </a:spcAft>
              <a:buSzPts val="8200"/>
              <a:buNone/>
              <a:defRPr sz="8200"/>
            </a:lvl4pPr>
            <a:lvl5pPr lvl="4" rtl="0" algn="ctr">
              <a:spcBef>
                <a:spcPts val="0"/>
              </a:spcBef>
              <a:spcAft>
                <a:spcPts val="0"/>
              </a:spcAft>
              <a:buSzPts val="8200"/>
              <a:buNone/>
              <a:defRPr sz="8200"/>
            </a:lvl5pPr>
            <a:lvl6pPr lvl="5" rtl="0" algn="ctr">
              <a:spcBef>
                <a:spcPts val="0"/>
              </a:spcBef>
              <a:spcAft>
                <a:spcPts val="0"/>
              </a:spcAft>
              <a:buSzPts val="8200"/>
              <a:buNone/>
              <a:defRPr sz="8200"/>
            </a:lvl6pPr>
            <a:lvl7pPr lvl="6" rtl="0" algn="ctr">
              <a:spcBef>
                <a:spcPts val="0"/>
              </a:spcBef>
              <a:spcAft>
                <a:spcPts val="0"/>
              </a:spcAft>
              <a:buSzPts val="8200"/>
              <a:buNone/>
              <a:defRPr sz="8200"/>
            </a:lvl7pPr>
            <a:lvl8pPr lvl="7" rtl="0" algn="ctr">
              <a:spcBef>
                <a:spcPts val="0"/>
              </a:spcBef>
              <a:spcAft>
                <a:spcPts val="0"/>
              </a:spcAft>
              <a:buSzPts val="8200"/>
              <a:buNone/>
              <a:defRPr sz="8200"/>
            </a:lvl8pPr>
            <a:lvl9pPr lvl="8" rtl="0" algn="ctr">
              <a:spcBef>
                <a:spcPts val="0"/>
              </a:spcBef>
              <a:spcAft>
                <a:spcPts val="0"/>
              </a:spcAft>
              <a:buSzPts val="8200"/>
              <a:buNone/>
              <a:defRPr sz="8200"/>
            </a:lvl9pPr>
          </a:lstStyle>
          <a:p>
            <a:r>
              <a:t>xx%</a:t>
            </a:r>
          </a:p>
        </p:txBody>
      </p:sp>
      <p:sp>
        <p:nvSpPr>
          <p:cNvPr id="2340" name="Google Shape;2340;p159"/>
          <p:cNvSpPr txBox="1"/>
          <p:nvPr>
            <p:ph idx="1" type="subTitle"/>
          </p:nvPr>
        </p:nvSpPr>
        <p:spPr>
          <a:xfrm>
            <a:off x="2846875" y="2794050"/>
            <a:ext cx="3450000" cy="7389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b="1" sz="1800"/>
            </a:lvl2pPr>
            <a:lvl3pPr lvl="2" rtl="0" algn="ctr">
              <a:spcBef>
                <a:spcPts val="0"/>
              </a:spcBef>
              <a:spcAft>
                <a:spcPts val="0"/>
              </a:spcAft>
              <a:buNone/>
              <a:defRPr b="1" sz="1800"/>
            </a:lvl3pPr>
            <a:lvl4pPr lvl="3" rtl="0" algn="ctr">
              <a:spcBef>
                <a:spcPts val="0"/>
              </a:spcBef>
              <a:spcAft>
                <a:spcPts val="0"/>
              </a:spcAft>
              <a:buNone/>
              <a:defRPr b="1" sz="1800"/>
            </a:lvl4pPr>
            <a:lvl5pPr lvl="4" rtl="0" algn="ctr">
              <a:spcBef>
                <a:spcPts val="0"/>
              </a:spcBef>
              <a:spcAft>
                <a:spcPts val="0"/>
              </a:spcAft>
              <a:buNone/>
              <a:defRPr b="1" sz="1800"/>
            </a:lvl5pPr>
            <a:lvl6pPr lvl="5" rtl="0" algn="ctr">
              <a:spcBef>
                <a:spcPts val="0"/>
              </a:spcBef>
              <a:spcAft>
                <a:spcPts val="0"/>
              </a:spcAft>
              <a:buNone/>
              <a:defRPr b="1" sz="1800"/>
            </a:lvl6pPr>
            <a:lvl7pPr lvl="6" rtl="0" algn="ctr">
              <a:spcBef>
                <a:spcPts val="0"/>
              </a:spcBef>
              <a:spcAft>
                <a:spcPts val="0"/>
              </a:spcAft>
              <a:buNone/>
              <a:defRPr b="1" sz="1800"/>
            </a:lvl7pPr>
            <a:lvl8pPr lvl="7" rtl="0" algn="ctr">
              <a:spcBef>
                <a:spcPts val="0"/>
              </a:spcBef>
              <a:spcAft>
                <a:spcPts val="0"/>
              </a:spcAft>
              <a:buNone/>
              <a:defRPr b="1" sz="1800"/>
            </a:lvl8pPr>
            <a:lvl9pPr lvl="8" rtl="0" algn="ctr">
              <a:spcBef>
                <a:spcPts val="0"/>
              </a:spcBef>
              <a:spcAft>
                <a:spcPts val="0"/>
              </a:spcAft>
              <a:buNone/>
              <a:defRPr b="1" sz="1800"/>
            </a:lvl9pPr>
          </a:lstStyle>
          <a:p/>
        </p:txBody>
      </p:sp>
      <p:sp>
        <p:nvSpPr>
          <p:cNvPr id="2341" name="Google Shape;2341;p159"/>
          <p:cNvSpPr/>
          <p:nvPr/>
        </p:nvSpPr>
        <p:spPr>
          <a:xfrm>
            <a:off x="135078" y="1158431"/>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159"/>
          <p:cNvSpPr/>
          <p:nvPr/>
        </p:nvSpPr>
        <p:spPr>
          <a:xfrm flipH="1">
            <a:off x="7183578" y="3848356"/>
            <a:ext cx="1586517" cy="57544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159"/>
          <p:cNvSpPr/>
          <p:nvPr/>
        </p:nvSpPr>
        <p:spPr>
          <a:xfrm>
            <a:off x="-841766" y="-142767"/>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159"/>
          <p:cNvSpPr/>
          <p:nvPr/>
        </p:nvSpPr>
        <p:spPr>
          <a:xfrm>
            <a:off x="7956534" y="3982408"/>
            <a:ext cx="2037000" cy="2037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5" name="Google Shape;2345;p159"/>
          <p:cNvGrpSpPr/>
          <p:nvPr/>
        </p:nvGrpSpPr>
        <p:grpSpPr>
          <a:xfrm>
            <a:off x="-702494" y="2003298"/>
            <a:ext cx="3425319" cy="3934103"/>
            <a:chOff x="-702494" y="2003298"/>
            <a:chExt cx="3425319" cy="3934103"/>
          </a:xfrm>
        </p:grpSpPr>
        <p:grpSp>
          <p:nvGrpSpPr>
            <p:cNvPr id="2346" name="Google Shape;2346;p159"/>
            <p:cNvGrpSpPr/>
            <p:nvPr/>
          </p:nvGrpSpPr>
          <p:grpSpPr>
            <a:xfrm rot="1756180">
              <a:off x="-9676" y="2287004"/>
              <a:ext cx="2039685" cy="3366690"/>
              <a:chOff x="839075" y="2285650"/>
              <a:chExt cx="692675" cy="1143325"/>
            </a:xfrm>
          </p:grpSpPr>
          <p:sp>
            <p:nvSpPr>
              <p:cNvPr id="2347" name="Google Shape;2347;p159"/>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159"/>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159"/>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159"/>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159"/>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159"/>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159"/>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159"/>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5" name="Google Shape;2355;p159"/>
            <p:cNvSpPr/>
            <p:nvPr/>
          </p:nvSpPr>
          <p:spPr>
            <a:xfrm rot="301042">
              <a:off x="814248" y="32897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159"/>
            <p:cNvSpPr/>
            <p:nvPr/>
          </p:nvSpPr>
          <p:spPr>
            <a:xfrm rot="301042">
              <a:off x="4748" y="427047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159"/>
            <p:cNvSpPr/>
            <p:nvPr/>
          </p:nvSpPr>
          <p:spPr>
            <a:xfrm rot="301042">
              <a:off x="1916798" y="3720147"/>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159"/>
            <p:cNvSpPr/>
            <p:nvPr/>
          </p:nvSpPr>
          <p:spPr>
            <a:xfrm rot="301042">
              <a:off x="647473" y="5293522"/>
              <a:ext cx="131851" cy="11435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9" name="Google Shape;2359;p159"/>
          <p:cNvGrpSpPr/>
          <p:nvPr/>
        </p:nvGrpSpPr>
        <p:grpSpPr>
          <a:xfrm>
            <a:off x="6478194" y="-430877"/>
            <a:ext cx="3425319" cy="3934103"/>
            <a:chOff x="6478194" y="-430877"/>
            <a:chExt cx="3425319" cy="3934103"/>
          </a:xfrm>
        </p:grpSpPr>
        <p:grpSp>
          <p:nvGrpSpPr>
            <p:cNvPr id="2360" name="Google Shape;2360;p159"/>
            <p:cNvGrpSpPr/>
            <p:nvPr/>
          </p:nvGrpSpPr>
          <p:grpSpPr>
            <a:xfrm flipH="1" rot="9043820">
              <a:off x="7171011" y="-147171"/>
              <a:ext cx="2039685" cy="3366690"/>
              <a:chOff x="839075" y="2285650"/>
              <a:chExt cx="692675" cy="1143325"/>
            </a:xfrm>
          </p:grpSpPr>
          <p:sp>
            <p:nvSpPr>
              <p:cNvPr id="2361" name="Google Shape;2361;p159"/>
              <p:cNvSpPr/>
              <p:nvPr/>
            </p:nvSpPr>
            <p:spPr>
              <a:xfrm>
                <a:off x="858125" y="2301600"/>
                <a:ext cx="219100" cy="378650"/>
              </a:xfrm>
              <a:custGeom>
                <a:rect b="b" l="l" r="r" t="t"/>
                <a:pathLst>
                  <a:path extrusionOk="0" h="15146" w="8764">
                    <a:moveTo>
                      <a:pt x="8180" y="1"/>
                    </a:moveTo>
                    <a:lnTo>
                      <a:pt x="1" y="6370"/>
                    </a:lnTo>
                    <a:lnTo>
                      <a:pt x="275" y="6740"/>
                    </a:lnTo>
                    <a:cubicBezTo>
                      <a:pt x="4442" y="12145"/>
                      <a:pt x="6728" y="14979"/>
                      <a:pt x="7037" y="15145"/>
                    </a:cubicBezTo>
                    <a:lnTo>
                      <a:pt x="7514" y="14324"/>
                    </a:lnTo>
                    <a:cubicBezTo>
                      <a:pt x="7537" y="14348"/>
                      <a:pt x="7561" y="14360"/>
                      <a:pt x="7561" y="14360"/>
                    </a:cubicBezTo>
                    <a:cubicBezTo>
                      <a:pt x="7156" y="14026"/>
                      <a:pt x="3644" y="9538"/>
                      <a:pt x="1322" y="6549"/>
                    </a:cubicBezTo>
                    <a:lnTo>
                      <a:pt x="8764" y="739"/>
                    </a:lnTo>
                    <a:lnTo>
                      <a:pt x="81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159"/>
              <p:cNvSpPr/>
              <p:nvPr/>
            </p:nvSpPr>
            <p:spPr>
              <a:xfrm>
                <a:off x="986425" y="2635275"/>
                <a:ext cx="466150" cy="724525"/>
              </a:xfrm>
              <a:custGeom>
                <a:rect b="b" l="l" r="r" t="t"/>
                <a:pathLst>
                  <a:path extrusionOk="0" h="28981" w="18646">
                    <a:moveTo>
                      <a:pt x="17610" y="1072"/>
                    </a:moveTo>
                    <a:lnTo>
                      <a:pt x="15478" y="27468"/>
                    </a:lnTo>
                    <a:cubicBezTo>
                      <a:pt x="10192" y="24670"/>
                      <a:pt x="2393" y="20491"/>
                      <a:pt x="1120" y="19634"/>
                    </a:cubicBezTo>
                    <a:cubicBezTo>
                      <a:pt x="1417" y="17646"/>
                      <a:pt x="2798" y="6978"/>
                      <a:pt x="3298" y="2989"/>
                    </a:cubicBezTo>
                    <a:lnTo>
                      <a:pt x="17610" y="1072"/>
                    </a:lnTo>
                    <a:close/>
                    <a:moveTo>
                      <a:pt x="18646" y="1"/>
                    </a:moveTo>
                    <a:lnTo>
                      <a:pt x="2465" y="2167"/>
                    </a:lnTo>
                    <a:lnTo>
                      <a:pt x="2417" y="2525"/>
                    </a:lnTo>
                    <a:cubicBezTo>
                      <a:pt x="1822" y="7144"/>
                      <a:pt x="238" y="19253"/>
                      <a:pt x="143" y="19705"/>
                    </a:cubicBezTo>
                    <a:cubicBezTo>
                      <a:pt x="12" y="20182"/>
                      <a:pt x="0" y="20253"/>
                      <a:pt x="7989" y="24551"/>
                    </a:cubicBezTo>
                    <a:cubicBezTo>
                      <a:pt x="11788" y="26599"/>
                      <a:pt x="15621" y="28635"/>
                      <a:pt x="15669" y="28647"/>
                    </a:cubicBezTo>
                    <a:lnTo>
                      <a:pt x="16312" y="28980"/>
                    </a:lnTo>
                    <a:lnTo>
                      <a:pt x="18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159"/>
              <p:cNvSpPr/>
              <p:nvPr/>
            </p:nvSpPr>
            <p:spPr>
              <a:xfrm>
                <a:off x="1263825" y="3245050"/>
                <a:ext cx="209300" cy="183925"/>
              </a:xfrm>
              <a:custGeom>
                <a:rect b="b" l="l" r="r" t="t"/>
                <a:pathLst>
                  <a:path extrusionOk="0" h="7357" w="8372">
                    <a:moveTo>
                      <a:pt x="4184" y="1"/>
                    </a:moveTo>
                    <a:cubicBezTo>
                      <a:pt x="3689" y="1"/>
                      <a:pt x="3186" y="102"/>
                      <a:pt x="2704" y="315"/>
                    </a:cubicBezTo>
                    <a:cubicBezTo>
                      <a:pt x="846" y="1136"/>
                      <a:pt x="1" y="3303"/>
                      <a:pt x="822" y="5161"/>
                    </a:cubicBezTo>
                    <a:cubicBezTo>
                      <a:pt x="1431" y="6536"/>
                      <a:pt x="2776" y="7356"/>
                      <a:pt x="4188" y="7356"/>
                    </a:cubicBezTo>
                    <a:cubicBezTo>
                      <a:pt x="4683" y="7356"/>
                      <a:pt x="5186" y="7255"/>
                      <a:pt x="5668" y="7042"/>
                    </a:cubicBezTo>
                    <a:cubicBezTo>
                      <a:pt x="7526" y="6220"/>
                      <a:pt x="8371" y="4053"/>
                      <a:pt x="7550" y="2196"/>
                    </a:cubicBezTo>
                    <a:cubicBezTo>
                      <a:pt x="6941" y="821"/>
                      <a:pt x="5596" y="1"/>
                      <a:pt x="4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159"/>
              <p:cNvSpPr/>
              <p:nvPr/>
            </p:nvSpPr>
            <p:spPr>
              <a:xfrm>
                <a:off x="913800" y="3062675"/>
                <a:ext cx="157775" cy="141775"/>
              </a:xfrm>
              <a:custGeom>
                <a:rect b="b" l="l" r="r" t="t"/>
                <a:pathLst>
                  <a:path extrusionOk="0" h="5671" w="6311">
                    <a:moveTo>
                      <a:pt x="3150" y="0"/>
                    </a:moveTo>
                    <a:cubicBezTo>
                      <a:pt x="1896" y="0"/>
                      <a:pt x="746" y="840"/>
                      <a:pt x="417" y="2097"/>
                    </a:cubicBezTo>
                    <a:cubicBezTo>
                      <a:pt x="0" y="3598"/>
                      <a:pt x="905" y="5169"/>
                      <a:pt x="2429" y="5574"/>
                    </a:cubicBezTo>
                    <a:cubicBezTo>
                      <a:pt x="2671" y="5639"/>
                      <a:pt x="2915" y="5671"/>
                      <a:pt x="3156" y="5671"/>
                    </a:cubicBezTo>
                    <a:cubicBezTo>
                      <a:pt x="4403" y="5671"/>
                      <a:pt x="5554" y="4830"/>
                      <a:pt x="5894" y="3562"/>
                    </a:cubicBezTo>
                    <a:cubicBezTo>
                      <a:pt x="6311" y="2062"/>
                      <a:pt x="5406" y="490"/>
                      <a:pt x="3882" y="97"/>
                    </a:cubicBezTo>
                    <a:cubicBezTo>
                      <a:pt x="3637" y="32"/>
                      <a:pt x="3391" y="0"/>
                      <a:pt x="31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159"/>
              <p:cNvSpPr/>
              <p:nvPr/>
            </p:nvSpPr>
            <p:spPr>
              <a:xfrm>
                <a:off x="997425" y="2644175"/>
                <a:ext cx="122675" cy="110525"/>
              </a:xfrm>
              <a:custGeom>
                <a:rect b="b" l="l" r="r" t="t"/>
                <a:pathLst>
                  <a:path extrusionOk="0" h="4421" w="4907">
                    <a:moveTo>
                      <a:pt x="2462" y="0"/>
                    </a:moveTo>
                    <a:cubicBezTo>
                      <a:pt x="1484" y="0"/>
                      <a:pt x="592" y="653"/>
                      <a:pt x="322" y="1633"/>
                    </a:cubicBezTo>
                    <a:cubicBezTo>
                      <a:pt x="1" y="2823"/>
                      <a:pt x="703" y="4026"/>
                      <a:pt x="1882" y="4347"/>
                    </a:cubicBezTo>
                    <a:cubicBezTo>
                      <a:pt x="2072" y="4397"/>
                      <a:pt x="2263" y="4421"/>
                      <a:pt x="2450" y="4421"/>
                    </a:cubicBezTo>
                    <a:cubicBezTo>
                      <a:pt x="3434" y="4421"/>
                      <a:pt x="4325" y="3768"/>
                      <a:pt x="4585" y="2788"/>
                    </a:cubicBezTo>
                    <a:cubicBezTo>
                      <a:pt x="4906" y="1597"/>
                      <a:pt x="4204" y="383"/>
                      <a:pt x="3025" y="73"/>
                    </a:cubicBezTo>
                    <a:cubicBezTo>
                      <a:pt x="2837" y="24"/>
                      <a:pt x="2648" y="0"/>
                      <a:pt x="246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159"/>
              <p:cNvSpPr/>
              <p:nvPr/>
            </p:nvSpPr>
            <p:spPr>
              <a:xfrm>
                <a:off x="1392425" y="2582850"/>
                <a:ext cx="139325" cy="126050"/>
              </a:xfrm>
              <a:custGeom>
                <a:rect b="b" l="l" r="r" t="t"/>
                <a:pathLst>
                  <a:path extrusionOk="0" h="5042" w="5573">
                    <a:moveTo>
                      <a:pt x="2790" y="1"/>
                    </a:moveTo>
                    <a:cubicBezTo>
                      <a:pt x="1680" y="1"/>
                      <a:pt x="658" y="751"/>
                      <a:pt x="358" y="1871"/>
                    </a:cubicBezTo>
                    <a:cubicBezTo>
                      <a:pt x="0" y="3217"/>
                      <a:pt x="786" y="4598"/>
                      <a:pt x="2144" y="4955"/>
                    </a:cubicBezTo>
                    <a:cubicBezTo>
                      <a:pt x="2361" y="5013"/>
                      <a:pt x="2579" y="5041"/>
                      <a:pt x="2794" y="5041"/>
                    </a:cubicBezTo>
                    <a:cubicBezTo>
                      <a:pt x="3900" y="5041"/>
                      <a:pt x="4916" y="4305"/>
                      <a:pt x="5215" y="3169"/>
                    </a:cubicBezTo>
                    <a:cubicBezTo>
                      <a:pt x="5573" y="1824"/>
                      <a:pt x="4787" y="443"/>
                      <a:pt x="3429" y="85"/>
                    </a:cubicBezTo>
                    <a:cubicBezTo>
                      <a:pt x="3216" y="28"/>
                      <a:pt x="3001" y="1"/>
                      <a:pt x="279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159"/>
              <p:cNvSpPr/>
              <p:nvPr/>
            </p:nvSpPr>
            <p:spPr>
              <a:xfrm>
                <a:off x="839075" y="2430925"/>
                <a:ext cx="69975" cy="63175"/>
              </a:xfrm>
              <a:custGeom>
                <a:rect b="b" l="l" r="r" t="t"/>
                <a:pathLst>
                  <a:path extrusionOk="0" h="2527" w="2799">
                    <a:moveTo>
                      <a:pt x="1406" y="0"/>
                    </a:moveTo>
                    <a:cubicBezTo>
                      <a:pt x="849" y="0"/>
                      <a:pt x="329" y="376"/>
                      <a:pt x="179" y="936"/>
                    </a:cubicBezTo>
                    <a:cubicBezTo>
                      <a:pt x="1" y="1626"/>
                      <a:pt x="406" y="2305"/>
                      <a:pt x="1072" y="2483"/>
                    </a:cubicBezTo>
                    <a:cubicBezTo>
                      <a:pt x="1183" y="2512"/>
                      <a:pt x="1294" y="2526"/>
                      <a:pt x="1403" y="2526"/>
                    </a:cubicBezTo>
                    <a:cubicBezTo>
                      <a:pt x="1962" y="2526"/>
                      <a:pt x="2471" y="2158"/>
                      <a:pt x="2620" y="1590"/>
                    </a:cubicBezTo>
                    <a:cubicBezTo>
                      <a:pt x="2799" y="912"/>
                      <a:pt x="2394" y="221"/>
                      <a:pt x="1727" y="43"/>
                    </a:cubicBezTo>
                    <a:cubicBezTo>
                      <a:pt x="1620" y="14"/>
                      <a:pt x="1513" y="0"/>
                      <a:pt x="14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159"/>
              <p:cNvSpPr/>
              <p:nvPr/>
            </p:nvSpPr>
            <p:spPr>
              <a:xfrm>
                <a:off x="1038500" y="2285650"/>
                <a:ext cx="69975" cy="63175"/>
              </a:xfrm>
              <a:custGeom>
                <a:rect b="b" l="l" r="r" t="t"/>
                <a:pathLst>
                  <a:path extrusionOk="0" h="2527" w="2799">
                    <a:moveTo>
                      <a:pt x="1393" y="0"/>
                    </a:moveTo>
                    <a:cubicBezTo>
                      <a:pt x="829" y="0"/>
                      <a:pt x="329" y="368"/>
                      <a:pt x="180" y="936"/>
                    </a:cubicBezTo>
                    <a:cubicBezTo>
                      <a:pt x="1" y="1615"/>
                      <a:pt x="406" y="2306"/>
                      <a:pt x="1072" y="2484"/>
                    </a:cubicBezTo>
                    <a:cubicBezTo>
                      <a:pt x="1181" y="2513"/>
                      <a:pt x="1290" y="2526"/>
                      <a:pt x="1397" y="2526"/>
                    </a:cubicBezTo>
                    <a:cubicBezTo>
                      <a:pt x="1959" y="2526"/>
                      <a:pt x="2470" y="2151"/>
                      <a:pt x="2620" y="1591"/>
                    </a:cubicBezTo>
                    <a:cubicBezTo>
                      <a:pt x="2799" y="901"/>
                      <a:pt x="2394" y="222"/>
                      <a:pt x="1727" y="43"/>
                    </a:cubicBezTo>
                    <a:cubicBezTo>
                      <a:pt x="1615" y="14"/>
                      <a:pt x="1503" y="0"/>
                      <a:pt x="13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9" name="Google Shape;2369;p159"/>
            <p:cNvSpPr/>
            <p:nvPr/>
          </p:nvSpPr>
          <p:spPr>
            <a:xfrm rot="301094">
              <a:off x="7804366" y="-97593"/>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159"/>
            <p:cNvSpPr/>
            <p:nvPr/>
          </p:nvSpPr>
          <p:spPr>
            <a:xfrm rot="301094">
              <a:off x="7162316" y="96780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159"/>
            <p:cNvSpPr/>
            <p:nvPr/>
          </p:nvSpPr>
          <p:spPr>
            <a:xfrm rot="301094">
              <a:off x="9102616" y="1546357"/>
              <a:ext cx="155244" cy="13468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372" name="Shape 2372"/>
        <p:cNvGrpSpPr/>
        <p:nvPr/>
      </p:nvGrpSpPr>
      <p:grpSpPr>
        <a:xfrm>
          <a:off x="0" y="0"/>
          <a:ext cx="0" cy="0"/>
          <a:chOff x="0" y="0"/>
          <a:chExt cx="0" cy="0"/>
        </a:xfrm>
      </p:grpSpPr>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
    <p:spTree>
      <p:nvGrpSpPr>
        <p:cNvPr id="2373" name="Shape 2373"/>
        <p:cNvGrpSpPr/>
        <p:nvPr/>
      </p:nvGrpSpPr>
      <p:grpSpPr>
        <a:xfrm>
          <a:off x="0" y="0"/>
          <a:ext cx="0" cy="0"/>
          <a:chOff x="0" y="0"/>
          <a:chExt cx="0" cy="0"/>
        </a:xfrm>
      </p:grpSpPr>
      <p:sp>
        <p:nvSpPr>
          <p:cNvPr id="2374" name="Google Shape;2374;p161"/>
          <p:cNvSpPr/>
          <p:nvPr/>
        </p:nvSpPr>
        <p:spPr>
          <a:xfrm flipH="1">
            <a:off x="6421171" y="-339547"/>
            <a:ext cx="2322776" cy="1066819"/>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75" name="Google Shape;2375;p161"/>
          <p:cNvGrpSpPr/>
          <p:nvPr/>
        </p:nvGrpSpPr>
        <p:grpSpPr>
          <a:xfrm>
            <a:off x="5997322" y="-282391"/>
            <a:ext cx="1424653" cy="1474656"/>
            <a:chOff x="5556925" y="2802275"/>
            <a:chExt cx="757875" cy="784475"/>
          </a:xfrm>
        </p:grpSpPr>
        <p:sp>
          <p:nvSpPr>
            <p:cNvPr id="2376" name="Google Shape;2376;p161"/>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161"/>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161"/>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161"/>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161"/>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161"/>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161"/>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161"/>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161"/>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161"/>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161"/>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161"/>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161"/>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161"/>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161"/>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161"/>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161"/>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161"/>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161"/>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61"/>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61"/>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7" name="Google Shape;2397;p161"/>
          <p:cNvSpPr txBox="1"/>
          <p:nvPr>
            <p:ph idx="1" type="subTitle"/>
          </p:nvPr>
        </p:nvSpPr>
        <p:spPr>
          <a:xfrm>
            <a:off x="1769358" y="2146325"/>
            <a:ext cx="26709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398" name="Google Shape;2398;p161"/>
          <p:cNvSpPr txBox="1"/>
          <p:nvPr>
            <p:ph idx="2" type="subTitle"/>
          </p:nvPr>
        </p:nvSpPr>
        <p:spPr>
          <a:xfrm>
            <a:off x="5761834" y="21463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399" name="Google Shape;2399;p161"/>
          <p:cNvSpPr txBox="1"/>
          <p:nvPr>
            <p:ph idx="3" type="subTitle"/>
          </p:nvPr>
        </p:nvSpPr>
        <p:spPr>
          <a:xfrm>
            <a:off x="1771412" y="3816325"/>
            <a:ext cx="26718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400" name="Google Shape;2400;p161"/>
          <p:cNvSpPr txBox="1"/>
          <p:nvPr>
            <p:ph idx="4" type="subTitle"/>
          </p:nvPr>
        </p:nvSpPr>
        <p:spPr>
          <a:xfrm>
            <a:off x="5761750" y="3836925"/>
            <a:ext cx="26730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401" name="Google Shape;2401;p161"/>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402" name="Google Shape;2402;p161"/>
          <p:cNvSpPr txBox="1"/>
          <p:nvPr>
            <p:ph idx="5" type="title"/>
          </p:nvPr>
        </p:nvSpPr>
        <p:spPr>
          <a:xfrm>
            <a:off x="1768063" y="1448125"/>
            <a:ext cx="26694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403" name="Google Shape;2403;p161"/>
          <p:cNvSpPr txBox="1"/>
          <p:nvPr>
            <p:ph idx="6" type="title"/>
          </p:nvPr>
        </p:nvSpPr>
        <p:spPr>
          <a:xfrm>
            <a:off x="5760537" y="14481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404" name="Google Shape;2404;p161"/>
          <p:cNvSpPr txBox="1"/>
          <p:nvPr>
            <p:ph idx="7" type="title"/>
          </p:nvPr>
        </p:nvSpPr>
        <p:spPr>
          <a:xfrm>
            <a:off x="1771649" y="3116125"/>
            <a:ext cx="26709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405" name="Google Shape;2405;p161"/>
          <p:cNvSpPr txBox="1"/>
          <p:nvPr>
            <p:ph idx="8" type="title"/>
          </p:nvPr>
        </p:nvSpPr>
        <p:spPr>
          <a:xfrm>
            <a:off x="5761973" y="3136725"/>
            <a:ext cx="2673000" cy="800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406" name="Google Shape;2406;p161"/>
          <p:cNvSpPr txBox="1"/>
          <p:nvPr>
            <p:ph hasCustomPrompt="1" idx="9" type="title"/>
          </p:nvPr>
        </p:nvSpPr>
        <p:spPr>
          <a:xfrm>
            <a:off x="864512"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407" name="Google Shape;2407;p161"/>
          <p:cNvSpPr txBox="1"/>
          <p:nvPr>
            <p:ph hasCustomPrompt="1" idx="13" type="title"/>
          </p:nvPr>
        </p:nvSpPr>
        <p:spPr>
          <a:xfrm>
            <a:off x="4856987" y="1883213"/>
            <a:ext cx="691200" cy="476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408" name="Google Shape;2408;p161"/>
          <p:cNvSpPr txBox="1"/>
          <p:nvPr>
            <p:ph hasCustomPrompt="1" idx="14" type="title"/>
          </p:nvPr>
        </p:nvSpPr>
        <p:spPr>
          <a:xfrm>
            <a:off x="864512"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409" name="Google Shape;2409;p161"/>
          <p:cNvSpPr txBox="1"/>
          <p:nvPr>
            <p:ph hasCustomPrompt="1" idx="15" type="title"/>
          </p:nvPr>
        </p:nvSpPr>
        <p:spPr>
          <a:xfrm>
            <a:off x="4856987" y="3601163"/>
            <a:ext cx="691200" cy="46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cxnSp>
        <p:nvCxnSpPr>
          <p:cNvPr id="2410" name="Google Shape;2410;p161"/>
          <p:cNvCxnSpPr/>
          <p:nvPr/>
        </p:nvCxnSpPr>
        <p:spPr>
          <a:xfrm flipH="1" rot="10800000">
            <a:off x="-133350" y="1514625"/>
            <a:ext cx="495300" cy="361800"/>
          </a:xfrm>
          <a:prstGeom prst="straightConnector1">
            <a:avLst/>
          </a:prstGeom>
          <a:noFill/>
          <a:ln cap="rnd" cmpd="sng" w="38100">
            <a:solidFill>
              <a:schemeClr val="accent3"/>
            </a:solidFill>
            <a:prstDash val="solid"/>
            <a:round/>
            <a:headEnd len="med" w="med" type="none"/>
            <a:tailEnd len="med" w="med" type="none"/>
          </a:ln>
        </p:spPr>
      </p:cxnSp>
      <p:sp>
        <p:nvSpPr>
          <p:cNvPr id="2411" name="Google Shape;2411;p161"/>
          <p:cNvSpPr/>
          <p:nvPr/>
        </p:nvSpPr>
        <p:spPr>
          <a:xfrm>
            <a:off x="176517" y="134486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61"/>
          <p:cNvSpPr/>
          <p:nvPr/>
        </p:nvSpPr>
        <p:spPr>
          <a:xfrm>
            <a:off x="7929192" y="6819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161"/>
          <p:cNvSpPr/>
          <p:nvPr/>
        </p:nvSpPr>
        <p:spPr>
          <a:xfrm>
            <a:off x="8568042" y="4437310"/>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14" name="Google Shape;2414;p161"/>
          <p:cNvCxnSpPr/>
          <p:nvPr/>
        </p:nvCxnSpPr>
        <p:spPr>
          <a:xfrm>
            <a:off x="8743950" y="4667250"/>
            <a:ext cx="114300" cy="552600"/>
          </a:xfrm>
          <a:prstGeom prst="straightConnector1">
            <a:avLst/>
          </a:prstGeom>
          <a:noFill/>
          <a:ln cap="rnd" cmpd="sng" w="38100">
            <a:solidFill>
              <a:schemeClr val="accent3"/>
            </a:solidFill>
            <a:prstDash val="solid"/>
            <a:round/>
            <a:headEnd len="med" w="med" type="none"/>
            <a:tailEnd len="med" w="med" type="none"/>
          </a:ln>
        </p:spPr>
      </p:cxnSp>
      <p:sp>
        <p:nvSpPr>
          <p:cNvPr id="2415" name="Google Shape;2415;p161"/>
          <p:cNvSpPr/>
          <p:nvPr/>
        </p:nvSpPr>
        <p:spPr>
          <a:xfrm>
            <a:off x="3732025" y="4434922"/>
            <a:ext cx="1679940" cy="77157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161"/>
          <p:cNvSpPr/>
          <p:nvPr/>
        </p:nvSpPr>
        <p:spPr>
          <a:xfrm>
            <a:off x="-338654" y="4070374"/>
            <a:ext cx="1203166" cy="55259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7" name="Google Shape;2417;p161"/>
          <p:cNvGrpSpPr/>
          <p:nvPr/>
        </p:nvGrpSpPr>
        <p:grpSpPr>
          <a:xfrm flipH="1">
            <a:off x="-457210" y="4457782"/>
            <a:ext cx="1732881" cy="1793702"/>
            <a:chOff x="5556925" y="2802275"/>
            <a:chExt cx="757875" cy="784475"/>
          </a:xfrm>
        </p:grpSpPr>
        <p:sp>
          <p:nvSpPr>
            <p:cNvPr id="2418" name="Google Shape;2418;p161"/>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161"/>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61"/>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161"/>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161"/>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161"/>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161"/>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161"/>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161"/>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161"/>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161"/>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161"/>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161"/>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161"/>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161"/>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161"/>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161"/>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161"/>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61"/>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61"/>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161"/>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39" name="Google Shape;2439;p161"/>
          <p:cNvCxnSpPr/>
          <p:nvPr/>
        </p:nvCxnSpPr>
        <p:spPr>
          <a:xfrm>
            <a:off x="8115300" y="866725"/>
            <a:ext cx="1124100" cy="904800"/>
          </a:xfrm>
          <a:prstGeom prst="straightConnector1">
            <a:avLst/>
          </a:prstGeom>
          <a:noFill/>
          <a:ln cap="rnd" cmpd="sng" w="38100">
            <a:solidFill>
              <a:schemeClr val="accent3"/>
            </a:solidFill>
            <a:prstDash val="solid"/>
            <a:round/>
            <a:headEnd len="med" w="med" type="none"/>
            <a:tailEnd len="med" w="med" type="none"/>
          </a:ln>
        </p:spPr>
      </p:cxn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_1">
    <p:spTree>
      <p:nvGrpSpPr>
        <p:cNvPr id="2440" name="Shape 2440"/>
        <p:cNvGrpSpPr/>
        <p:nvPr/>
      </p:nvGrpSpPr>
      <p:grpSpPr>
        <a:xfrm>
          <a:off x="0" y="0"/>
          <a:ext cx="0" cy="0"/>
          <a:chOff x="0" y="0"/>
          <a:chExt cx="0" cy="0"/>
        </a:xfrm>
      </p:grpSpPr>
      <p:sp>
        <p:nvSpPr>
          <p:cNvPr id="2441" name="Google Shape;2441;p162"/>
          <p:cNvSpPr/>
          <p:nvPr/>
        </p:nvSpPr>
        <p:spPr>
          <a:xfrm flipH="1">
            <a:off x="5305400" y="2877625"/>
            <a:ext cx="4705375" cy="226597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2" name="Google Shape;2442;p162"/>
          <p:cNvGrpSpPr/>
          <p:nvPr/>
        </p:nvGrpSpPr>
        <p:grpSpPr>
          <a:xfrm>
            <a:off x="6202042" y="3609324"/>
            <a:ext cx="547954" cy="547954"/>
            <a:chOff x="3796125" y="-35750"/>
            <a:chExt cx="773400" cy="773400"/>
          </a:xfrm>
        </p:grpSpPr>
        <p:sp>
          <p:nvSpPr>
            <p:cNvPr id="2443" name="Google Shape;2443;p16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16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5" name="Google Shape;2445;p162"/>
          <p:cNvSpPr txBox="1"/>
          <p:nvPr>
            <p:ph type="title"/>
          </p:nvPr>
        </p:nvSpPr>
        <p:spPr>
          <a:xfrm>
            <a:off x="1732575" y="3520200"/>
            <a:ext cx="5306400" cy="554100"/>
          </a:xfrm>
          <a:prstGeom prst="rect">
            <a:avLst/>
          </a:prstGeom>
        </p:spPr>
        <p:txBody>
          <a:bodyPr anchorCtr="0" anchor="ctr" bIns="91425" lIns="91425" spcFirstLastPara="1" rIns="91425" wrap="square" tIns="91425">
            <a:noAutofit/>
          </a:bodyPr>
          <a:lstStyle>
            <a:lvl1pPr lvl="0" rtl="0">
              <a:spcBef>
                <a:spcPts val="0"/>
              </a:spcBef>
              <a:spcAft>
                <a:spcPts val="0"/>
              </a:spcAft>
              <a:buNone/>
              <a:defRPr sz="2400"/>
            </a:lvl1pPr>
            <a:lvl2pPr lvl="1" rtl="0">
              <a:spcBef>
                <a:spcPts val="0"/>
              </a:spcBef>
              <a:spcAft>
                <a:spcPts val="0"/>
              </a:spcAft>
              <a:buNone/>
              <a:defRPr b="1" sz="2400"/>
            </a:lvl2pPr>
            <a:lvl3pPr lvl="2" rtl="0">
              <a:spcBef>
                <a:spcPts val="0"/>
              </a:spcBef>
              <a:spcAft>
                <a:spcPts val="0"/>
              </a:spcAft>
              <a:buNone/>
              <a:defRPr b="1" sz="2400"/>
            </a:lvl3pPr>
            <a:lvl4pPr lvl="3" rtl="0">
              <a:spcBef>
                <a:spcPts val="0"/>
              </a:spcBef>
              <a:spcAft>
                <a:spcPts val="0"/>
              </a:spcAft>
              <a:buNone/>
              <a:defRPr b="1" sz="2400"/>
            </a:lvl4pPr>
            <a:lvl5pPr lvl="4" rtl="0">
              <a:spcBef>
                <a:spcPts val="0"/>
              </a:spcBef>
              <a:spcAft>
                <a:spcPts val="0"/>
              </a:spcAft>
              <a:buNone/>
              <a:defRPr b="1" sz="2400"/>
            </a:lvl5pPr>
            <a:lvl6pPr lvl="5" rtl="0">
              <a:spcBef>
                <a:spcPts val="0"/>
              </a:spcBef>
              <a:spcAft>
                <a:spcPts val="0"/>
              </a:spcAft>
              <a:buNone/>
              <a:defRPr b="1" sz="2400"/>
            </a:lvl6pPr>
            <a:lvl7pPr lvl="6" rtl="0">
              <a:spcBef>
                <a:spcPts val="0"/>
              </a:spcBef>
              <a:spcAft>
                <a:spcPts val="0"/>
              </a:spcAft>
              <a:buNone/>
              <a:defRPr b="1" sz="2400"/>
            </a:lvl7pPr>
            <a:lvl8pPr lvl="7" rtl="0">
              <a:spcBef>
                <a:spcPts val="0"/>
              </a:spcBef>
              <a:spcAft>
                <a:spcPts val="0"/>
              </a:spcAft>
              <a:buNone/>
              <a:defRPr b="1" sz="2400"/>
            </a:lvl8pPr>
            <a:lvl9pPr lvl="8" rtl="0">
              <a:spcBef>
                <a:spcPts val="0"/>
              </a:spcBef>
              <a:spcAft>
                <a:spcPts val="0"/>
              </a:spcAft>
              <a:buNone/>
              <a:defRPr b="1" sz="2400"/>
            </a:lvl9pPr>
          </a:lstStyle>
          <a:p/>
        </p:txBody>
      </p:sp>
      <p:sp>
        <p:nvSpPr>
          <p:cNvPr id="2446" name="Google Shape;2446;p162"/>
          <p:cNvSpPr txBox="1"/>
          <p:nvPr>
            <p:ph idx="1" type="subTitle"/>
          </p:nvPr>
        </p:nvSpPr>
        <p:spPr>
          <a:xfrm>
            <a:off x="1732623" y="1488300"/>
            <a:ext cx="5306400" cy="2031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lvl1pPr>
            <a:lvl2pPr lvl="1" rtl="0">
              <a:spcBef>
                <a:spcPts val="0"/>
              </a:spcBef>
              <a:spcAft>
                <a:spcPts val="0"/>
              </a:spcAft>
              <a:buNone/>
              <a:defRPr b="1" sz="3000"/>
            </a:lvl2pPr>
            <a:lvl3pPr lvl="2" rtl="0">
              <a:spcBef>
                <a:spcPts val="0"/>
              </a:spcBef>
              <a:spcAft>
                <a:spcPts val="0"/>
              </a:spcAft>
              <a:buNone/>
              <a:defRPr b="1" sz="3000"/>
            </a:lvl3pPr>
            <a:lvl4pPr lvl="3" rtl="0">
              <a:spcBef>
                <a:spcPts val="0"/>
              </a:spcBef>
              <a:spcAft>
                <a:spcPts val="0"/>
              </a:spcAft>
              <a:buNone/>
              <a:defRPr b="1" sz="3000"/>
            </a:lvl4pPr>
            <a:lvl5pPr lvl="4" rtl="0">
              <a:spcBef>
                <a:spcPts val="0"/>
              </a:spcBef>
              <a:spcAft>
                <a:spcPts val="0"/>
              </a:spcAft>
              <a:buNone/>
              <a:defRPr b="1" sz="3000"/>
            </a:lvl5pPr>
            <a:lvl6pPr lvl="5" rtl="0">
              <a:spcBef>
                <a:spcPts val="0"/>
              </a:spcBef>
              <a:spcAft>
                <a:spcPts val="0"/>
              </a:spcAft>
              <a:buNone/>
              <a:defRPr b="1" sz="3000"/>
            </a:lvl6pPr>
            <a:lvl7pPr lvl="6" rtl="0">
              <a:spcBef>
                <a:spcPts val="0"/>
              </a:spcBef>
              <a:spcAft>
                <a:spcPts val="0"/>
              </a:spcAft>
              <a:buNone/>
              <a:defRPr b="1" sz="3000"/>
            </a:lvl7pPr>
            <a:lvl8pPr lvl="7" rtl="0">
              <a:spcBef>
                <a:spcPts val="0"/>
              </a:spcBef>
              <a:spcAft>
                <a:spcPts val="0"/>
              </a:spcAft>
              <a:buNone/>
              <a:defRPr b="1" sz="3000"/>
            </a:lvl8pPr>
            <a:lvl9pPr lvl="8" rtl="0">
              <a:spcBef>
                <a:spcPts val="0"/>
              </a:spcBef>
              <a:spcAft>
                <a:spcPts val="0"/>
              </a:spcAft>
              <a:buNone/>
              <a:defRPr b="1" sz="3000"/>
            </a:lvl9pPr>
          </a:lstStyle>
          <a:p/>
        </p:txBody>
      </p:sp>
      <p:sp>
        <p:nvSpPr>
          <p:cNvPr id="2447" name="Google Shape;2447;p162"/>
          <p:cNvSpPr/>
          <p:nvPr/>
        </p:nvSpPr>
        <p:spPr>
          <a:xfrm flipH="1" rot="10800000">
            <a:off x="-400075" y="-1"/>
            <a:ext cx="3114701" cy="149995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162"/>
          <p:cNvSpPr/>
          <p:nvPr/>
        </p:nvSpPr>
        <p:spPr>
          <a:xfrm flipH="1">
            <a:off x="3145812" y="-450874"/>
            <a:ext cx="3160647" cy="1146560"/>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2449" name="Shape 2449"/>
        <p:cNvGrpSpPr/>
        <p:nvPr/>
      </p:nvGrpSpPr>
      <p:grpSpPr>
        <a:xfrm>
          <a:off x="0" y="0"/>
          <a:ext cx="0" cy="0"/>
          <a:chOff x="0" y="0"/>
          <a:chExt cx="0" cy="0"/>
        </a:xfrm>
      </p:grpSpPr>
      <p:sp>
        <p:nvSpPr>
          <p:cNvPr id="2450" name="Google Shape;2450;p163"/>
          <p:cNvSpPr txBox="1"/>
          <p:nvPr>
            <p:ph hasCustomPrompt="1" type="title"/>
          </p:nvPr>
        </p:nvSpPr>
        <p:spPr>
          <a:xfrm>
            <a:off x="740272" y="1593103"/>
            <a:ext cx="992100" cy="607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5"/>
              </a:buClr>
              <a:buSzPts val="4800"/>
              <a:buNone/>
              <a:defRPr sz="40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a:r>
              <a:t>xx%</a:t>
            </a:r>
          </a:p>
        </p:txBody>
      </p:sp>
      <p:sp>
        <p:nvSpPr>
          <p:cNvPr id="2451" name="Google Shape;2451;p163"/>
          <p:cNvSpPr txBox="1"/>
          <p:nvPr>
            <p:ph idx="1" type="subTitle"/>
          </p:nvPr>
        </p:nvSpPr>
        <p:spPr>
          <a:xfrm>
            <a:off x="1114225" y="3865188"/>
            <a:ext cx="3117900" cy="7389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b="1" sz="1800"/>
            </a:lvl2pPr>
            <a:lvl3pPr lvl="2" rtl="0">
              <a:spcBef>
                <a:spcPts val="0"/>
              </a:spcBef>
              <a:spcAft>
                <a:spcPts val="0"/>
              </a:spcAft>
              <a:buNone/>
              <a:defRPr b="1" sz="1800"/>
            </a:lvl3pPr>
            <a:lvl4pPr lvl="3" rtl="0">
              <a:spcBef>
                <a:spcPts val="0"/>
              </a:spcBef>
              <a:spcAft>
                <a:spcPts val="0"/>
              </a:spcAft>
              <a:buNone/>
              <a:defRPr b="1" sz="1800"/>
            </a:lvl4pPr>
            <a:lvl5pPr lvl="4" rtl="0">
              <a:spcBef>
                <a:spcPts val="0"/>
              </a:spcBef>
              <a:spcAft>
                <a:spcPts val="0"/>
              </a:spcAft>
              <a:buNone/>
              <a:defRPr b="1" sz="1800"/>
            </a:lvl5pPr>
            <a:lvl6pPr lvl="5" rtl="0">
              <a:spcBef>
                <a:spcPts val="0"/>
              </a:spcBef>
              <a:spcAft>
                <a:spcPts val="0"/>
              </a:spcAft>
              <a:buNone/>
              <a:defRPr b="1" sz="1800"/>
            </a:lvl6pPr>
            <a:lvl7pPr lvl="6" rtl="0">
              <a:spcBef>
                <a:spcPts val="0"/>
              </a:spcBef>
              <a:spcAft>
                <a:spcPts val="0"/>
              </a:spcAft>
              <a:buNone/>
              <a:defRPr b="1" sz="1800"/>
            </a:lvl7pPr>
            <a:lvl8pPr lvl="7" rtl="0">
              <a:spcBef>
                <a:spcPts val="0"/>
              </a:spcBef>
              <a:spcAft>
                <a:spcPts val="0"/>
              </a:spcAft>
              <a:buNone/>
              <a:defRPr b="1" sz="1800"/>
            </a:lvl8pPr>
            <a:lvl9pPr lvl="8" rtl="0">
              <a:spcBef>
                <a:spcPts val="0"/>
              </a:spcBef>
              <a:spcAft>
                <a:spcPts val="0"/>
              </a:spcAft>
              <a:buNone/>
              <a:defRPr b="1" sz="1800"/>
            </a:lvl9pPr>
          </a:lstStyle>
          <a:p/>
        </p:txBody>
      </p:sp>
      <p:sp>
        <p:nvSpPr>
          <p:cNvPr id="2452" name="Google Shape;2452;p163"/>
          <p:cNvSpPr txBox="1"/>
          <p:nvPr>
            <p:ph idx="2" type="title"/>
          </p:nvPr>
        </p:nvSpPr>
        <p:spPr>
          <a:xfrm>
            <a:off x="1114225" y="2572200"/>
            <a:ext cx="4042200" cy="1293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3600"/>
              <a:buNone/>
              <a:defRPr/>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2453" name="Google Shape;2453;p163"/>
          <p:cNvSpPr/>
          <p:nvPr/>
        </p:nvSpPr>
        <p:spPr>
          <a:xfrm rot="10800000">
            <a:off x="4019687"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163"/>
          <p:cNvSpPr/>
          <p:nvPr/>
        </p:nvSpPr>
        <p:spPr>
          <a:xfrm flipH="1" rot="-301044">
            <a:off x="2784275" y="232049"/>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163"/>
          <p:cNvSpPr/>
          <p:nvPr/>
        </p:nvSpPr>
        <p:spPr>
          <a:xfrm>
            <a:off x="-281733" y="452082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11">
    <p:spTree>
      <p:nvGrpSpPr>
        <p:cNvPr id="2456" name="Shape 2456"/>
        <p:cNvGrpSpPr/>
        <p:nvPr/>
      </p:nvGrpSpPr>
      <p:grpSpPr>
        <a:xfrm>
          <a:off x="0" y="0"/>
          <a:ext cx="0" cy="0"/>
          <a:chOff x="0" y="0"/>
          <a:chExt cx="0" cy="0"/>
        </a:xfrm>
      </p:grpSpPr>
      <p:sp>
        <p:nvSpPr>
          <p:cNvPr id="2457" name="Google Shape;2457;p164"/>
          <p:cNvSpPr txBox="1"/>
          <p:nvPr>
            <p:ph idx="1" type="subTitle"/>
          </p:nvPr>
        </p:nvSpPr>
        <p:spPr>
          <a:xfrm>
            <a:off x="3910213" y="927630"/>
            <a:ext cx="36129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458" name="Google Shape;2458;p164"/>
          <p:cNvSpPr txBox="1"/>
          <p:nvPr>
            <p:ph idx="2" type="subTitle"/>
          </p:nvPr>
        </p:nvSpPr>
        <p:spPr>
          <a:xfrm>
            <a:off x="3911113" y="2314801"/>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459" name="Google Shape;2459;p164"/>
          <p:cNvSpPr txBox="1"/>
          <p:nvPr>
            <p:ph hasCustomPrompt="1" type="title"/>
          </p:nvPr>
        </p:nvSpPr>
        <p:spPr>
          <a:xfrm>
            <a:off x="2094613" y="854304"/>
            <a:ext cx="13971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460" name="Google Shape;2460;p164"/>
          <p:cNvSpPr txBox="1"/>
          <p:nvPr>
            <p:ph hasCustomPrompt="1" idx="3" type="title"/>
          </p:nvPr>
        </p:nvSpPr>
        <p:spPr>
          <a:xfrm>
            <a:off x="2095098" y="2241475"/>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461" name="Google Shape;2461;p164"/>
          <p:cNvSpPr txBox="1"/>
          <p:nvPr>
            <p:ph idx="4" type="title"/>
          </p:nvPr>
        </p:nvSpPr>
        <p:spPr>
          <a:xfrm>
            <a:off x="3910213" y="481529"/>
            <a:ext cx="36093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462" name="Google Shape;2462;p164"/>
          <p:cNvSpPr txBox="1"/>
          <p:nvPr>
            <p:ph idx="5" type="title"/>
          </p:nvPr>
        </p:nvSpPr>
        <p:spPr>
          <a:xfrm>
            <a:off x="3911113" y="1868700"/>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463" name="Google Shape;2463;p164"/>
          <p:cNvSpPr txBox="1"/>
          <p:nvPr>
            <p:ph idx="6" type="subTitle"/>
          </p:nvPr>
        </p:nvSpPr>
        <p:spPr>
          <a:xfrm>
            <a:off x="3911113" y="3700363"/>
            <a:ext cx="3612000" cy="8313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464" name="Google Shape;2464;p164"/>
          <p:cNvSpPr txBox="1"/>
          <p:nvPr>
            <p:ph hasCustomPrompt="1" idx="7" type="title"/>
          </p:nvPr>
        </p:nvSpPr>
        <p:spPr>
          <a:xfrm>
            <a:off x="2095098" y="3627038"/>
            <a:ext cx="1396200" cy="603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2"/>
              </a:buClr>
              <a:buSzPts val="4800"/>
              <a:buNone/>
              <a:defRPr sz="30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465" name="Google Shape;2465;p164"/>
          <p:cNvSpPr txBox="1"/>
          <p:nvPr>
            <p:ph idx="8" type="title"/>
          </p:nvPr>
        </p:nvSpPr>
        <p:spPr>
          <a:xfrm>
            <a:off x="3911113" y="3254263"/>
            <a:ext cx="3608400" cy="55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466" name="Google Shape;2466;p164"/>
          <p:cNvSpPr/>
          <p:nvPr/>
        </p:nvSpPr>
        <p:spPr>
          <a:xfrm rot="-5400000">
            <a:off x="7188506" y="3485240"/>
            <a:ext cx="2639881" cy="127129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64"/>
          <p:cNvSpPr/>
          <p:nvPr/>
        </p:nvSpPr>
        <p:spPr>
          <a:xfrm rot="5400000">
            <a:off x="-734405" y="459087"/>
            <a:ext cx="2833128" cy="13643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164"/>
          <p:cNvSpPr/>
          <p:nvPr/>
        </p:nvSpPr>
        <p:spPr>
          <a:xfrm rot="301049">
            <a:off x="-337103" y="2749362"/>
            <a:ext cx="836305" cy="725406"/>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164"/>
          <p:cNvSpPr/>
          <p:nvPr/>
        </p:nvSpPr>
        <p:spPr>
          <a:xfrm rot="301037">
            <a:off x="8302992" y="2285495"/>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164"/>
          <p:cNvSpPr/>
          <p:nvPr/>
        </p:nvSpPr>
        <p:spPr>
          <a:xfrm>
            <a:off x="8024077" y="-537400"/>
            <a:ext cx="1770000" cy="17700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1" name="Google Shape;2471;p164"/>
          <p:cNvGrpSpPr/>
          <p:nvPr/>
        </p:nvGrpSpPr>
        <p:grpSpPr>
          <a:xfrm>
            <a:off x="7816114" y="269722"/>
            <a:ext cx="539292" cy="539292"/>
            <a:chOff x="3796125" y="-35750"/>
            <a:chExt cx="773400" cy="773400"/>
          </a:xfrm>
        </p:grpSpPr>
        <p:sp>
          <p:nvSpPr>
            <p:cNvPr id="2472" name="Google Shape;2472;p16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16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4" name="Google Shape;2474;p164"/>
          <p:cNvGrpSpPr/>
          <p:nvPr/>
        </p:nvGrpSpPr>
        <p:grpSpPr>
          <a:xfrm>
            <a:off x="529314" y="4256097"/>
            <a:ext cx="539292" cy="539292"/>
            <a:chOff x="3796125" y="-35750"/>
            <a:chExt cx="773400" cy="773400"/>
          </a:xfrm>
        </p:grpSpPr>
        <p:sp>
          <p:nvSpPr>
            <p:cNvPr id="2475" name="Google Shape;2475;p164"/>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16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_1">
    <p:spTree>
      <p:nvGrpSpPr>
        <p:cNvPr id="2477" name="Shape 2477"/>
        <p:cNvGrpSpPr/>
        <p:nvPr/>
      </p:nvGrpSpPr>
      <p:grpSpPr>
        <a:xfrm>
          <a:off x="0" y="0"/>
          <a:ext cx="0" cy="0"/>
          <a:chOff x="0" y="0"/>
          <a:chExt cx="0" cy="0"/>
        </a:xfrm>
      </p:grpSpPr>
      <p:sp>
        <p:nvSpPr>
          <p:cNvPr id="2478" name="Google Shape;2478;p165"/>
          <p:cNvSpPr txBox="1"/>
          <p:nvPr>
            <p:ph idx="1" type="subTitle"/>
          </p:nvPr>
        </p:nvSpPr>
        <p:spPr>
          <a:xfrm>
            <a:off x="794294" y="3012342"/>
            <a:ext cx="22179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79" name="Google Shape;2479;p165"/>
          <p:cNvSpPr txBox="1"/>
          <p:nvPr>
            <p:ph idx="2" type="subTitle"/>
          </p:nvPr>
        </p:nvSpPr>
        <p:spPr>
          <a:xfrm>
            <a:off x="6133050" y="3012337"/>
            <a:ext cx="22161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80" name="Google Shape;2480;p165"/>
          <p:cNvSpPr txBox="1"/>
          <p:nvPr>
            <p:ph idx="3" type="subTitle"/>
          </p:nvPr>
        </p:nvSpPr>
        <p:spPr>
          <a:xfrm>
            <a:off x="3463500" y="3012337"/>
            <a:ext cx="2217000" cy="8313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81" name="Google Shape;2481;p165"/>
          <p:cNvSpPr txBox="1"/>
          <p:nvPr>
            <p:ph type="title"/>
          </p:nvPr>
        </p:nvSpPr>
        <p:spPr>
          <a:xfrm>
            <a:off x="793500" y="2562113"/>
            <a:ext cx="2218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482" name="Google Shape;2482;p165"/>
          <p:cNvSpPr txBox="1"/>
          <p:nvPr>
            <p:ph idx="4" type="title"/>
          </p:nvPr>
        </p:nvSpPr>
        <p:spPr>
          <a:xfrm>
            <a:off x="6132600" y="2562113"/>
            <a:ext cx="22170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483" name="Google Shape;2483;p165"/>
          <p:cNvSpPr txBox="1"/>
          <p:nvPr>
            <p:ph idx="5" type="title"/>
          </p:nvPr>
        </p:nvSpPr>
        <p:spPr>
          <a:xfrm>
            <a:off x="3463050" y="2562113"/>
            <a:ext cx="2217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484" name="Google Shape;2484;p165"/>
          <p:cNvSpPr txBox="1"/>
          <p:nvPr>
            <p:ph idx="6" type="title"/>
          </p:nvPr>
        </p:nvSpPr>
        <p:spPr>
          <a:xfrm>
            <a:off x="2231850" y="452325"/>
            <a:ext cx="46803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485" name="Google Shape;2485;p165"/>
          <p:cNvSpPr/>
          <p:nvPr/>
        </p:nvSpPr>
        <p:spPr>
          <a:xfrm flipH="1" rot="10800000">
            <a:off x="-938165" y="-18"/>
            <a:ext cx="3303130" cy="159069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65"/>
          <p:cNvSpPr/>
          <p:nvPr/>
        </p:nvSpPr>
        <p:spPr>
          <a:xfrm flipH="1">
            <a:off x="6687499" y="3662402"/>
            <a:ext cx="3075624" cy="148113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165"/>
          <p:cNvSpPr/>
          <p:nvPr/>
        </p:nvSpPr>
        <p:spPr>
          <a:xfrm>
            <a:off x="8089659" y="671821"/>
            <a:ext cx="2037000" cy="20370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
    <p:spTree>
      <p:nvGrpSpPr>
        <p:cNvPr id="2488" name="Shape 2488"/>
        <p:cNvGrpSpPr/>
        <p:nvPr/>
      </p:nvGrpSpPr>
      <p:grpSpPr>
        <a:xfrm>
          <a:off x="0" y="0"/>
          <a:ext cx="0" cy="0"/>
          <a:chOff x="0" y="0"/>
          <a:chExt cx="0" cy="0"/>
        </a:xfrm>
      </p:grpSpPr>
      <p:sp>
        <p:nvSpPr>
          <p:cNvPr id="2489" name="Google Shape;2489;p166"/>
          <p:cNvSpPr/>
          <p:nvPr/>
        </p:nvSpPr>
        <p:spPr>
          <a:xfrm flipH="1" rot="10800000">
            <a:off x="-548975" y="-37442"/>
            <a:ext cx="4194689" cy="2020042"/>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66"/>
          <p:cNvSpPr/>
          <p:nvPr/>
        </p:nvSpPr>
        <p:spPr>
          <a:xfrm flipH="1">
            <a:off x="7492555" y="4154600"/>
            <a:ext cx="2594915" cy="1249637"/>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66"/>
          <p:cNvSpPr txBox="1"/>
          <p:nvPr>
            <p:ph type="title"/>
          </p:nvPr>
        </p:nvSpPr>
        <p:spPr>
          <a:xfrm>
            <a:off x="713100" y="452325"/>
            <a:ext cx="7710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2492" name="Google Shape;2492;p166"/>
          <p:cNvSpPr txBox="1"/>
          <p:nvPr>
            <p:ph idx="1" type="subTitle"/>
          </p:nvPr>
        </p:nvSpPr>
        <p:spPr>
          <a:xfrm>
            <a:off x="718123"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93" name="Google Shape;2493;p166"/>
          <p:cNvSpPr txBox="1"/>
          <p:nvPr>
            <p:ph idx="2" type="subTitle"/>
          </p:nvPr>
        </p:nvSpPr>
        <p:spPr>
          <a:xfrm>
            <a:off x="3450900"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94" name="Google Shape;2494;p166"/>
          <p:cNvSpPr txBox="1"/>
          <p:nvPr>
            <p:ph idx="3" type="subTitle"/>
          </p:nvPr>
        </p:nvSpPr>
        <p:spPr>
          <a:xfrm>
            <a:off x="6186001" y="2348000"/>
            <a:ext cx="22353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95" name="Google Shape;2495;p166"/>
          <p:cNvSpPr txBox="1"/>
          <p:nvPr>
            <p:ph idx="4" type="subTitle"/>
          </p:nvPr>
        </p:nvSpPr>
        <p:spPr>
          <a:xfrm>
            <a:off x="715500" y="3991500"/>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96" name="Google Shape;2496;p166"/>
          <p:cNvSpPr txBox="1"/>
          <p:nvPr>
            <p:ph idx="5" type="subTitle"/>
          </p:nvPr>
        </p:nvSpPr>
        <p:spPr>
          <a:xfrm>
            <a:off x="3450900"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97" name="Google Shape;2497;p166"/>
          <p:cNvSpPr txBox="1"/>
          <p:nvPr>
            <p:ph idx="6" type="subTitle"/>
          </p:nvPr>
        </p:nvSpPr>
        <p:spPr>
          <a:xfrm>
            <a:off x="6186001" y="3991475"/>
            <a:ext cx="22353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498" name="Google Shape;2498;p166"/>
          <p:cNvSpPr txBox="1"/>
          <p:nvPr>
            <p:ph idx="7" type="title"/>
          </p:nvPr>
        </p:nvSpPr>
        <p:spPr>
          <a:xfrm>
            <a:off x="7155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499" name="Google Shape;2499;p166"/>
          <p:cNvSpPr txBox="1"/>
          <p:nvPr>
            <p:ph idx="8" type="title"/>
          </p:nvPr>
        </p:nvSpPr>
        <p:spPr>
          <a:xfrm>
            <a:off x="3450600"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00" name="Google Shape;2500;p166"/>
          <p:cNvSpPr txBox="1"/>
          <p:nvPr>
            <p:ph idx="9" type="title"/>
          </p:nvPr>
        </p:nvSpPr>
        <p:spPr>
          <a:xfrm>
            <a:off x="6185682" y="194925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01" name="Google Shape;2501;p166"/>
          <p:cNvSpPr txBox="1"/>
          <p:nvPr>
            <p:ph idx="13" type="title"/>
          </p:nvPr>
        </p:nvSpPr>
        <p:spPr>
          <a:xfrm>
            <a:off x="715500" y="3587410"/>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02" name="Google Shape;2502;p166"/>
          <p:cNvSpPr txBox="1"/>
          <p:nvPr>
            <p:ph idx="14" type="title"/>
          </p:nvPr>
        </p:nvSpPr>
        <p:spPr>
          <a:xfrm>
            <a:off x="3450600"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03" name="Google Shape;2503;p166"/>
          <p:cNvSpPr txBox="1"/>
          <p:nvPr>
            <p:ph idx="15" type="title"/>
          </p:nvPr>
        </p:nvSpPr>
        <p:spPr>
          <a:xfrm>
            <a:off x="6185682" y="3587397"/>
            <a:ext cx="22356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grpSp>
        <p:nvGrpSpPr>
          <p:cNvPr id="2504" name="Google Shape;2504;p166"/>
          <p:cNvGrpSpPr/>
          <p:nvPr/>
        </p:nvGrpSpPr>
        <p:grpSpPr>
          <a:xfrm>
            <a:off x="-142526" y="4225674"/>
            <a:ext cx="756849" cy="756849"/>
            <a:chOff x="3796125" y="-35750"/>
            <a:chExt cx="773400" cy="773400"/>
          </a:xfrm>
        </p:grpSpPr>
        <p:sp>
          <p:nvSpPr>
            <p:cNvPr id="2505" name="Google Shape;2505;p16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16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7" name="Google Shape;2507;p166"/>
          <p:cNvGrpSpPr/>
          <p:nvPr/>
        </p:nvGrpSpPr>
        <p:grpSpPr>
          <a:xfrm>
            <a:off x="6133524" y="4711349"/>
            <a:ext cx="756849" cy="756849"/>
            <a:chOff x="3796125" y="-35750"/>
            <a:chExt cx="773400" cy="773400"/>
          </a:xfrm>
        </p:grpSpPr>
        <p:sp>
          <p:nvSpPr>
            <p:cNvPr id="2508" name="Google Shape;2508;p16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16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0" name="Google Shape;2510;p166"/>
          <p:cNvGrpSpPr/>
          <p:nvPr/>
        </p:nvGrpSpPr>
        <p:grpSpPr>
          <a:xfrm>
            <a:off x="296224" y="271588"/>
            <a:ext cx="535579" cy="535579"/>
            <a:chOff x="3796125" y="-35750"/>
            <a:chExt cx="773400" cy="773400"/>
          </a:xfrm>
        </p:grpSpPr>
        <p:sp>
          <p:nvSpPr>
            <p:cNvPr id="2511" name="Google Shape;2511;p16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6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3" name="Google Shape;2513;p166"/>
          <p:cNvGrpSpPr/>
          <p:nvPr/>
        </p:nvGrpSpPr>
        <p:grpSpPr>
          <a:xfrm>
            <a:off x="7713624" y="-217476"/>
            <a:ext cx="756849" cy="756849"/>
            <a:chOff x="3796125" y="-35750"/>
            <a:chExt cx="773400" cy="773400"/>
          </a:xfrm>
        </p:grpSpPr>
        <p:sp>
          <p:nvSpPr>
            <p:cNvPr id="2514" name="Google Shape;2514;p16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16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spTree>
      <p:nvGrpSpPr>
        <p:cNvPr id="2516" name="Shape 2516"/>
        <p:cNvGrpSpPr/>
        <p:nvPr/>
      </p:nvGrpSpPr>
      <p:grpSpPr>
        <a:xfrm>
          <a:off x="0" y="0"/>
          <a:ext cx="0" cy="0"/>
          <a:chOff x="0" y="0"/>
          <a:chExt cx="0" cy="0"/>
        </a:xfrm>
      </p:grpSpPr>
      <p:sp>
        <p:nvSpPr>
          <p:cNvPr id="2517" name="Google Shape;2517;p167"/>
          <p:cNvSpPr/>
          <p:nvPr/>
        </p:nvSpPr>
        <p:spPr>
          <a:xfrm flipH="1">
            <a:off x="5495850" y="3102025"/>
            <a:ext cx="4311387" cy="207624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67"/>
          <p:cNvSpPr/>
          <p:nvPr/>
        </p:nvSpPr>
        <p:spPr>
          <a:xfrm rot="-99686">
            <a:off x="581577" y="952116"/>
            <a:ext cx="7956945" cy="3612917"/>
          </a:xfrm>
          <a:prstGeom prst="roundRect">
            <a:avLst>
              <a:gd fmla="val 1869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67"/>
          <p:cNvSpPr txBox="1"/>
          <p:nvPr>
            <p:ph idx="1" type="subTitle"/>
          </p:nvPr>
        </p:nvSpPr>
        <p:spPr>
          <a:xfrm>
            <a:off x="1934400" y="2291077"/>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520" name="Google Shape;2520;p167"/>
          <p:cNvSpPr txBox="1"/>
          <p:nvPr>
            <p:ph idx="2" type="subTitle"/>
          </p:nvPr>
        </p:nvSpPr>
        <p:spPr>
          <a:xfrm>
            <a:off x="5876160" y="229107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521" name="Google Shape;2521;p167"/>
          <p:cNvSpPr txBox="1"/>
          <p:nvPr>
            <p:ph idx="3" type="subTitle"/>
          </p:nvPr>
        </p:nvSpPr>
        <p:spPr>
          <a:xfrm>
            <a:off x="1934400" y="3637714"/>
            <a:ext cx="23133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522" name="Google Shape;2522;p167"/>
          <p:cNvSpPr txBox="1"/>
          <p:nvPr>
            <p:ph idx="4" type="subTitle"/>
          </p:nvPr>
        </p:nvSpPr>
        <p:spPr>
          <a:xfrm>
            <a:off x="5876160" y="3637714"/>
            <a:ext cx="2315400" cy="6156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523" name="Google Shape;2523;p167"/>
          <p:cNvSpPr txBox="1"/>
          <p:nvPr>
            <p:ph type="title"/>
          </p:nvPr>
        </p:nvSpPr>
        <p:spPr>
          <a:xfrm>
            <a:off x="2140025" y="457050"/>
            <a:ext cx="4863900" cy="1231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solidFill>
                  <a:schemeClr val="accent5"/>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524" name="Google Shape;2524;p167"/>
          <p:cNvSpPr txBox="1"/>
          <p:nvPr>
            <p:ph idx="5" type="title"/>
          </p:nvPr>
        </p:nvSpPr>
        <p:spPr>
          <a:xfrm>
            <a:off x="1934400" y="1852054"/>
            <a:ext cx="23133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25" name="Google Shape;2525;p167"/>
          <p:cNvSpPr txBox="1"/>
          <p:nvPr>
            <p:ph idx="6" type="title"/>
          </p:nvPr>
        </p:nvSpPr>
        <p:spPr>
          <a:xfrm>
            <a:off x="5876160" y="1852054"/>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26" name="Google Shape;2526;p167"/>
          <p:cNvSpPr txBox="1"/>
          <p:nvPr>
            <p:ph idx="7" type="title"/>
          </p:nvPr>
        </p:nvSpPr>
        <p:spPr>
          <a:xfrm>
            <a:off x="1934400" y="3198690"/>
            <a:ext cx="23106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27" name="Google Shape;2527;p167"/>
          <p:cNvSpPr txBox="1"/>
          <p:nvPr>
            <p:ph idx="8" type="title"/>
          </p:nvPr>
        </p:nvSpPr>
        <p:spPr>
          <a:xfrm>
            <a:off x="5876160" y="3198690"/>
            <a:ext cx="2312100" cy="5541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528" name="Google Shape;2528;p167"/>
          <p:cNvSpPr/>
          <p:nvPr/>
        </p:nvSpPr>
        <p:spPr>
          <a:xfrm>
            <a:off x="8117330" y="-957827"/>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167"/>
          <p:cNvSpPr/>
          <p:nvPr/>
        </p:nvSpPr>
        <p:spPr>
          <a:xfrm>
            <a:off x="-214108" y="246575"/>
            <a:ext cx="1855030" cy="67293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0" name="Google Shape;2530;p167"/>
          <p:cNvGrpSpPr/>
          <p:nvPr/>
        </p:nvGrpSpPr>
        <p:grpSpPr>
          <a:xfrm>
            <a:off x="8156742" y="297686"/>
            <a:ext cx="547954" cy="547954"/>
            <a:chOff x="3796125" y="-35750"/>
            <a:chExt cx="773400" cy="773400"/>
          </a:xfrm>
        </p:grpSpPr>
        <p:sp>
          <p:nvSpPr>
            <p:cNvPr id="2531" name="Google Shape;2531;p167"/>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16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3" name="Google Shape;2533;p167"/>
          <p:cNvGrpSpPr/>
          <p:nvPr/>
        </p:nvGrpSpPr>
        <p:grpSpPr>
          <a:xfrm>
            <a:off x="-175883" y="4234686"/>
            <a:ext cx="547954" cy="547954"/>
            <a:chOff x="3796125" y="-35750"/>
            <a:chExt cx="773400" cy="773400"/>
          </a:xfrm>
        </p:grpSpPr>
        <p:sp>
          <p:nvSpPr>
            <p:cNvPr id="2534" name="Google Shape;2534;p167"/>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16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36" name="Google Shape;2536;p167"/>
          <p:cNvSpPr/>
          <p:nvPr/>
        </p:nvSpPr>
        <p:spPr>
          <a:xfrm>
            <a:off x="-1003645" y="4467973"/>
            <a:ext cx="1689900" cy="1689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spTree>
      <p:nvGrpSpPr>
        <p:cNvPr id="2537" name="Shape 2537"/>
        <p:cNvGrpSpPr/>
        <p:nvPr/>
      </p:nvGrpSpPr>
      <p:grpSpPr>
        <a:xfrm>
          <a:off x="0" y="0"/>
          <a:ext cx="0" cy="0"/>
          <a:chOff x="0" y="0"/>
          <a:chExt cx="0" cy="0"/>
        </a:xfrm>
      </p:grpSpPr>
      <p:sp>
        <p:nvSpPr>
          <p:cNvPr id="2538" name="Google Shape;2538;p168"/>
          <p:cNvSpPr txBox="1"/>
          <p:nvPr>
            <p:ph type="title"/>
          </p:nvPr>
        </p:nvSpPr>
        <p:spPr>
          <a:xfrm>
            <a:off x="4567625" y="2018100"/>
            <a:ext cx="3863100" cy="175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3400"/>
              <a:buNone/>
              <a:defRPr>
                <a:highlight>
                  <a:schemeClr val="lt2"/>
                </a:highlight>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2539" name="Google Shape;2539;p168"/>
          <p:cNvSpPr txBox="1"/>
          <p:nvPr>
            <p:ph idx="1" type="subTitle"/>
          </p:nvPr>
        </p:nvSpPr>
        <p:spPr>
          <a:xfrm>
            <a:off x="4567600" y="3772800"/>
            <a:ext cx="3554100" cy="8313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b="1"/>
            </a:lvl2pPr>
            <a:lvl3pPr lvl="2" rtl="0">
              <a:spcBef>
                <a:spcPts val="0"/>
              </a:spcBef>
              <a:spcAft>
                <a:spcPts val="0"/>
              </a:spcAft>
              <a:buNone/>
              <a:defRPr b="1"/>
            </a:lvl3pPr>
            <a:lvl4pPr lvl="3" rtl="0">
              <a:spcBef>
                <a:spcPts val="0"/>
              </a:spcBef>
              <a:spcAft>
                <a:spcPts val="0"/>
              </a:spcAft>
              <a:buNone/>
              <a:defRPr b="1"/>
            </a:lvl4pPr>
            <a:lvl5pPr lvl="4" rtl="0">
              <a:spcBef>
                <a:spcPts val="0"/>
              </a:spcBef>
              <a:spcAft>
                <a:spcPts val="0"/>
              </a:spcAft>
              <a:buNone/>
              <a:defRPr b="1"/>
            </a:lvl5pPr>
            <a:lvl6pPr lvl="5" rtl="0">
              <a:spcBef>
                <a:spcPts val="0"/>
              </a:spcBef>
              <a:spcAft>
                <a:spcPts val="0"/>
              </a:spcAft>
              <a:buNone/>
              <a:defRPr b="1"/>
            </a:lvl6pPr>
            <a:lvl7pPr lvl="6" rtl="0">
              <a:spcBef>
                <a:spcPts val="0"/>
              </a:spcBef>
              <a:spcAft>
                <a:spcPts val="0"/>
              </a:spcAft>
              <a:buNone/>
              <a:defRPr b="1"/>
            </a:lvl7pPr>
            <a:lvl8pPr lvl="7" rtl="0">
              <a:spcBef>
                <a:spcPts val="0"/>
              </a:spcBef>
              <a:spcAft>
                <a:spcPts val="0"/>
              </a:spcAft>
              <a:buNone/>
              <a:defRPr b="1"/>
            </a:lvl8pPr>
            <a:lvl9pPr lvl="8" rtl="0">
              <a:spcBef>
                <a:spcPts val="0"/>
              </a:spcBef>
              <a:spcAft>
                <a:spcPts val="0"/>
              </a:spcAft>
              <a:buNone/>
              <a:defRPr b="1"/>
            </a:lvl9pPr>
          </a:lstStyle>
          <a:p/>
        </p:txBody>
      </p:sp>
      <p:sp>
        <p:nvSpPr>
          <p:cNvPr id="2540" name="Google Shape;2540;p168"/>
          <p:cNvSpPr/>
          <p:nvPr/>
        </p:nvSpPr>
        <p:spPr>
          <a:xfrm rot="301044">
            <a:off x="3581450" y="4022124"/>
            <a:ext cx="968817" cy="840337"/>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168"/>
          <p:cNvSpPr/>
          <p:nvPr/>
        </p:nvSpPr>
        <p:spPr>
          <a:xfrm flipH="1" rot="10800000">
            <a:off x="-547924" y="11"/>
            <a:ext cx="6775419" cy="3262719"/>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
    <p:spTree>
      <p:nvGrpSpPr>
        <p:cNvPr id="2542" name="Shape 2542"/>
        <p:cNvGrpSpPr/>
        <p:nvPr/>
      </p:nvGrpSpPr>
      <p:grpSpPr>
        <a:xfrm>
          <a:off x="0" y="0"/>
          <a:ext cx="0" cy="0"/>
          <a:chOff x="0" y="0"/>
          <a:chExt cx="0" cy="0"/>
        </a:xfrm>
      </p:grpSpPr>
      <p:sp>
        <p:nvSpPr>
          <p:cNvPr id="2543" name="Google Shape;2543;p169"/>
          <p:cNvSpPr/>
          <p:nvPr/>
        </p:nvSpPr>
        <p:spPr>
          <a:xfrm flipH="1" rot="10498946">
            <a:off x="3443994" y="4145866"/>
            <a:ext cx="1469505" cy="127463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169"/>
          <p:cNvSpPr/>
          <p:nvPr/>
        </p:nvSpPr>
        <p:spPr>
          <a:xfrm rot="10800000">
            <a:off x="496642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169"/>
          <p:cNvSpPr txBox="1"/>
          <p:nvPr>
            <p:ph idx="1" type="subTitle"/>
          </p:nvPr>
        </p:nvSpPr>
        <p:spPr>
          <a:xfrm>
            <a:off x="5392225" y="3002350"/>
            <a:ext cx="26139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546" name="Google Shape;2546;p169"/>
          <p:cNvSpPr txBox="1"/>
          <p:nvPr>
            <p:ph type="title"/>
          </p:nvPr>
        </p:nvSpPr>
        <p:spPr>
          <a:xfrm>
            <a:off x="5395776" y="1770850"/>
            <a:ext cx="26139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4">
    <p:spTree>
      <p:nvGrpSpPr>
        <p:cNvPr id="2547" name="Shape 2547"/>
        <p:cNvGrpSpPr/>
        <p:nvPr/>
      </p:nvGrpSpPr>
      <p:grpSpPr>
        <a:xfrm>
          <a:off x="0" y="0"/>
          <a:ext cx="0" cy="0"/>
          <a:chOff x="0" y="0"/>
          <a:chExt cx="0" cy="0"/>
        </a:xfrm>
      </p:grpSpPr>
      <p:sp>
        <p:nvSpPr>
          <p:cNvPr id="2548" name="Google Shape;2548;p170"/>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2549" name="Google Shape;2549;p170"/>
          <p:cNvSpPr/>
          <p:nvPr/>
        </p:nvSpPr>
        <p:spPr>
          <a:xfrm rot="301059">
            <a:off x="83464" y="1248354"/>
            <a:ext cx="425107" cy="36873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70"/>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70"/>
          <p:cNvSpPr/>
          <p:nvPr/>
        </p:nvSpPr>
        <p:spPr>
          <a:xfrm rot="301044">
            <a:off x="8751312" y="3601116"/>
            <a:ext cx="590447" cy="51212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170"/>
          <p:cNvSpPr/>
          <p:nvPr/>
        </p:nvSpPr>
        <p:spPr>
          <a:xfrm flipH="1">
            <a:off x="7620017" y="4288550"/>
            <a:ext cx="1793556" cy="863725"/>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3" name="Google Shape;2553;p170"/>
          <p:cNvGrpSpPr/>
          <p:nvPr/>
        </p:nvGrpSpPr>
        <p:grpSpPr>
          <a:xfrm>
            <a:off x="1471197" y="68718"/>
            <a:ext cx="383606" cy="383606"/>
            <a:chOff x="3796125" y="-35750"/>
            <a:chExt cx="773400" cy="773400"/>
          </a:xfrm>
        </p:grpSpPr>
        <p:sp>
          <p:nvSpPr>
            <p:cNvPr id="2554" name="Google Shape;2554;p17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17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6" name="Google Shape;2556;p170"/>
          <p:cNvGrpSpPr/>
          <p:nvPr/>
        </p:nvGrpSpPr>
        <p:grpSpPr>
          <a:xfrm>
            <a:off x="6382447" y="4873543"/>
            <a:ext cx="383606" cy="383606"/>
            <a:chOff x="3796125" y="-35750"/>
            <a:chExt cx="773400" cy="773400"/>
          </a:xfrm>
        </p:grpSpPr>
        <p:sp>
          <p:nvSpPr>
            <p:cNvPr id="2557" name="Google Shape;2557;p17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17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59" name="Google Shape;2559;p170"/>
          <p:cNvSpPr/>
          <p:nvPr/>
        </p:nvSpPr>
        <p:spPr>
          <a:xfrm>
            <a:off x="-658575" y="4288550"/>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170"/>
          <p:cNvSpPr/>
          <p:nvPr/>
        </p:nvSpPr>
        <p:spPr>
          <a:xfrm>
            <a:off x="8572525" y="-146575"/>
            <a:ext cx="1371900" cy="1371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_1">
    <p:spTree>
      <p:nvGrpSpPr>
        <p:cNvPr id="2561" name="Shape 2561"/>
        <p:cNvGrpSpPr/>
        <p:nvPr/>
      </p:nvGrpSpPr>
      <p:grpSpPr>
        <a:xfrm>
          <a:off x="0" y="0"/>
          <a:ext cx="0" cy="0"/>
          <a:chOff x="0" y="0"/>
          <a:chExt cx="0" cy="0"/>
        </a:xfrm>
      </p:grpSpPr>
      <p:sp>
        <p:nvSpPr>
          <p:cNvPr id="2562" name="Google Shape;2562;p171"/>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2563" name="Google Shape;2563;p171"/>
          <p:cNvSpPr/>
          <p:nvPr/>
        </p:nvSpPr>
        <p:spPr>
          <a:xfrm>
            <a:off x="8591275" y="3687150"/>
            <a:ext cx="1371900" cy="137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171"/>
          <p:cNvSpPr/>
          <p:nvPr/>
        </p:nvSpPr>
        <p:spPr>
          <a:xfrm>
            <a:off x="293414" y="9457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171"/>
          <p:cNvSpPr/>
          <p:nvPr/>
        </p:nvSpPr>
        <p:spPr>
          <a:xfrm flipH="1">
            <a:off x="-1088449" y="755187"/>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171"/>
          <p:cNvSpPr/>
          <p:nvPr/>
        </p:nvSpPr>
        <p:spPr>
          <a:xfrm>
            <a:off x="8237964" y="4405504"/>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171"/>
          <p:cNvSpPr/>
          <p:nvPr/>
        </p:nvSpPr>
        <p:spPr>
          <a:xfrm>
            <a:off x="6686776" y="4710212"/>
            <a:ext cx="1692326" cy="613826"/>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8" name="Google Shape;2568;p171"/>
          <p:cNvGrpSpPr/>
          <p:nvPr/>
        </p:nvGrpSpPr>
        <p:grpSpPr>
          <a:xfrm>
            <a:off x="8699187" y="2681099"/>
            <a:ext cx="701087" cy="701087"/>
            <a:chOff x="3796125" y="-35750"/>
            <a:chExt cx="773400" cy="773400"/>
          </a:xfrm>
        </p:grpSpPr>
        <p:sp>
          <p:nvSpPr>
            <p:cNvPr id="2569" name="Google Shape;2569;p171"/>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171"/>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1" name="Google Shape;2571;p171"/>
          <p:cNvGrpSpPr/>
          <p:nvPr/>
        </p:nvGrpSpPr>
        <p:grpSpPr>
          <a:xfrm>
            <a:off x="163895" y="665197"/>
            <a:ext cx="439987" cy="439987"/>
            <a:chOff x="3796125" y="-35750"/>
            <a:chExt cx="773400" cy="773400"/>
          </a:xfrm>
        </p:grpSpPr>
        <p:sp>
          <p:nvSpPr>
            <p:cNvPr id="2572" name="Google Shape;2572;p171"/>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171"/>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4" name="Google Shape;2574;p171"/>
          <p:cNvGrpSpPr/>
          <p:nvPr/>
        </p:nvGrpSpPr>
        <p:grpSpPr>
          <a:xfrm>
            <a:off x="-127000" y="4491635"/>
            <a:ext cx="840522" cy="492496"/>
            <a:chOff x="-127000" y="3412135"/>
            <a:chExt cx="840522" cy="492496"/>
          </a:xfrm>
        </p:grpSpPr>
        <p:cxnSp>
          <p:nvCxnSpPr>
            <p:cNvPr id="2575" name="Google Shape;2575;p171"/>
            <p:cNvCxnSpPr/>
            <p:nvPr/>
          </p:nvCxnSpPr>
          <p:spPr>
            <a:xfrm flipH="1" rot="10800000">
              <a:off x="-127000" y="3582050"/>
              <a:ext cx="406200" cy="298500"/>
            </a:xfrm>
            <a:prstGeom prst="straightConnector1">
              <a:avLst/>
            </a:prstGeom>
            <a:noFill/>
            <a:ln cap="rnd" cmpd="sng" w="38100">
              <a:solidFill>
                <a:schemeClr val="accent3"/>
              </a:solidFill>
              <a:prstDash val="solid"/>
              <a:round/>
              <a:headEnd len="med" w="med" type="none"/>
              <a:tailEnd len="med" w="med" type="none"/>
            </a:ln>
          </p:spPr>
        </p:cxnSp>
        <p:sp>
          <p:nvSpPr>
            <p:cNvPr id="2576" name="Google Shape;2576;p171"/>
            <p:cNvSpPr/>
            <p:nvPr/>
          </p:nvSpPr>
          <p:spPr>
            <a:xfrm>
              <a:off x="93867" y="3412135"/>
              <a:ext cx="333600" cy="333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7" name="Google Shape;2577;p171"/>
            <p:cNvCxnSpPr/>
            <p:nvPr/>
          </p:nvCxnSpPr>
          <p:spPr>
            <a:xfrm rot="10800000">
              <a:off x="293425" y="3602978"/>
              <a:ext cx="258300" cy="164700"/>
            </a:xfrm>
            <a:prstGeom prst="straightConnector1">
              <a:avLst/>
            </a:prstGeom>
            <a:noFill/>
            <a:ln cap="rnd" cmpd="sng" w="38100">
              <a:solidFill>
                <a:schemeClr val="accent3"/>
              </a:solidFill>
              <a:prstDash val="solid"/>
              <a:round/>
              <a:headEnd len="med" w="med" type="none"/>
              <a:tailEnd len="med" w="med" type="none"/>
            </a:ln>
          </p:spPr>
        </p:cxnSp>
        <p:sp>
          <p:nvSpPr>
            <p:cNvPr id="2578" name="Google Shape;2578;p171"/>
            <p:cNvSpPr/>
            <p:nvPr/>
          </p:nvSpPr>
          <p:spPr>
            <a:xfrm>
              <a:off x="467822" y="3658931"/>
              <a:ext cx="245700" cy="24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9" name="Google Shape;2579;p171"/>
          <p:cNvGrpSpPr/>
          <p:nvPr/>
        </p:nvGrpSpPr>
        <p:grpSpPr>
          <a:xfrm rot="10800000">
            <a:off x="8459600" y="172710"/>
            <a:ext cx="840522" cy="492496"/>
            <a:chOff x="-127000" y="3412135"/>
            <a:chExt cx="840522" cy="492496"/>
          </a:xfrm>
        </p:grpSpPr>
        <p:cxnSp>
          <p:nvCxnSpPr>
            <p:cNvPr id="2580" name="Google Shape;2580;p171"/>
            <p:cNvCxnSpPr/>
            <p:nvPr/>
          </p:nvCxnSpPr>
          <p:spPr>
            <a:xfrm flipH="1" rot="10800000">
              <a:off x="-127000" y="3582050"/>
              <a:ext cx="406200" cy="298500"/>
            </a:xfrm>
            <a:prstGeom prst="straightConnector1">
              <a:avLst/>
            </a:prstGeom>
            <a:noFill/>
            <a:ln cap="rnd" cmpd="sng" w="38100">
              <a:solidFill>
                <a:schemeClr val="dk2"/>
              </a:solidFill>
              <a:prstDash val="solid"/>
              <a:round/>
              <a:headEnd len="med" w="med" type="none"/>
              <a:tailEnd len="med" w="med" type="none"/>
            </a:ln>
          </p:spPr>
        </p:cxnSp>
        <p:sp>
          <p:nvSpPr>
            <p:cNvPr id="2581" name="Google Shape;2581;p171"/>
            <p:cNvSpPr/>
            <p:nvPr/>
          </p:nvSpPr>
          <p:spPr>
            <a:xfrm>
              <a:off x="93867" y="3412135"/>
              <a:ext cx="333600" cy="333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82" name="Google Shape;2582;p171"/>
            <p:cNvCxnSpPr/>
            <p:nvPr/>
          </p:nvCxnSpPr>
          <p:spPr>
            <a:xfrm rot="10800000">
              <a:off x="293425" y="3602978"/>
              <a:ext cx="258300" cy="164700"/>
            </a:xfrm>
            <a:prstGeom prst="straightConnector1">
              <a:avLst/>
            </a:prstGeom>
            <a:noFill/>
            <a:ln cap="rnd" cmpd="sng" w="38100">
              <a:solidFill>
                <a:schemeClr val="dk2"/>
              </a:solidFill>
              <a:prstDash val="solid"/>
              <a:round/>
              <a:headEnd len="med" w="med" type="none"/>
              <a:tailEnd len="med" w="med" type="none"/>
            </a:ln>
          </p:spPr>
        </p:cxnSp>
        <p:sp>
          <p:nvSpPr>
            <p:cNvPr id="2583" name="Google Shape;2583;p171"/>
            <p:cNvSpPr/>
            <p:nvPr/>
          </p:nvSpPr>
          <p:spPr>
            <a:xfrm>
              <a:off x="467822" y="3658931"/>
              <a:ext cx="245700" cy="245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7">
    <p:spTree>
      <p:nvGrpSpPr>
        <p:cNvPr id="2584" name="Shape 2584"/>
        <p:cNvGrpSpPr/>
        <p:nvPr/>
      </p:nvGrpSpPr>
      <p:grpSpPr>
        <a:xfrm>
          <a:off x="0" y="0"/>
          <a:ext cx="0" cy="0"/>
          <a:chOff x="0" y="0"/>
          <a:chExt cx="0" cy="0"/>
        </a:xfrm>
      </p:grpSpPr>
      <p:sp>
        <p:nvSpPr>
          <p:cNvPr id="2585" name="Google Shape;2585;p172"/>
          <p:cNvSpPr txBox="1"/>
          <p:nvPr>
            <p:ph idx="1" type="subTitle"/>
          </p:nvPr>
        </p:nvSpPr>
        <p:spPr>
          <a:xfrm>
            <a:off x="91807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586" name="Google Shape;2586;p172"/>
          <p:cNvSpPr txBox="1"/>
          <p:nvPr>
            <p:ph type="title"/>
          </p:nvPr>
        </p:nvSpPr>
        <p:spPr>
          <a:xfrm>
            <a:off x="91807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2587" name="Google Shape;2587;p172"/>
          <p:cNvSpPr/>
          <p:nvPr/>
        </p:nvSpPr>
        <p:spPr>
          <a:xfrm>
            <a:off x="410699" y="305346"/>
            <a:ext cx="1764756" cy="64005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7_1">
    <p:spTree>
      <p:nvGrpSpPr>
        <p:cNvPr id="2588" name="Shape 2588"/>
        <p:cNvGrpSpPr/>
        <p:nvPr/>
      </p:nvGrpSpPr>
      <p:grpSpPr>
        <a:xfrm>
          <a:off x="0" y="0"/>
          <a:ext cx="0" cy="0"/>
          <a:chOff x="0" y="0"/>
          <a:chExt cx="0" cy="0"/>
        </a:xfrm>
      </p:grpSpPr>
      <p:sp>
        <p:nvSpPr>
          <p:cNvPr id="2589" name="Google Shape;2589;p173"/>
          <p:cNvSpPr/>
          <p:nvPr/>
        </p:nvSpPr>
        <p:spPr>
          <a:xfrm>
            <a:off x="-598300" y="-487749"/>
            <a:ext cx="3055800" cy="30558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173"/>
          <p:cNvSpPr txBox="1"/>
          <p:nvPr>
            <p:ph idx="1" type="subTitle"/>
          </p:nvPr>
        </p:nvSpPr>
        <p:spPr>
          <a:xfrm>
            <a:off x="4901525" y="3170000"/>
            <a:ext cx="3237600" cy="1262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591" name="Google Shape;2591;p173"/>
          <p:cNvSpPr txBox="1"/>
          <p:nvPr>
            <p:ph type="title"/>
          </p:nvPr>
        </p:nvSpPr>
        <p:spPr>
          <a:xfrm>
            <a:off x="4901525" y="1938500"/>
            <a:ext cx="3237600" cy="12315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3400"/>
              <a:buNone/>
              <a:defRPr/>
            </a:lvl1pPr>
            <a:lvl2pPr lvl="1" rtl="0">
              <a:lnSpc>
                <a:spcPct val="100000"/>
              </a:lnSpc>
              <a:spcBef>
                <a:spcPts val="0"/>
              </a:spcBef>
              <a:spcAft>
                <a:spcPts val="0"/>
              </a:spcAft>
              <a:buSzPts val="3400"/>
              <a:buNone/>
              <a:defRPr/>
            </a:lvl2pPr>
            <a:lvl3pPr lvl="2" rtl="0">
              <a:lnSpc>
                <a:spcPct val="100000"/>
              </a:lnSpc>
              <a:spcBef>
                <a:spcPts val="0"/>
              </a:spcBef>
              <a:spcAft>
                <a:spcPts val="0"/>
              </a:spcAft>
              <a:buSzPts val="3400"/>
              <a:buNone/>
              <a:defRPr/>
            </a:lvl3pPr>
            <a:lvl4pPr lvl="3" rtl="0">
              <a:lnSpc>
                <a:spcPct val="100000"/>
              </a:lnSpc>
              <a:spcBef>
                <a:spcPts val="0"/>
              </a:spcBef>
              <a:spcAft>
                <a:spcPts val="0"/>
              </a:spcAft>
              <a:buSzPts val="3400"/>
              <a:buNone/>
              <a:defRPr/>
            </a:lvl4pPr>
            <a:lvl5pPr lvl="4" rtl="0">
              <a:lnSpc>
                <a:spcPct val="100000"/>
              </a:lnSpc>
              <a:spcBef>
                <a:spcPts val="0"/>
              </a:spcBef>
              <a:spcAft>
                <a:spcPts val="0"/>
              </a:spcAft>
              <a:buSzPts val="3400"/>
              <a:buNone/>
              <a:defRPr/>
            </a:lvl5pPr>
            <a:lvl6pPr lvl="5" rtl="0">
              <a:lnSpc>
                <a:spcPct val="100000"/>
              </a:lnSpc>
              <a:spcBef>
                <a:spcPts val="0"/>
              </a:spcBef>
              <a:spcAft>
                <a:spcPts val="0"/>
              </a:spcAft>
              <a:buSzPts val="3400"/>
              <a:buNone/>
              <a:defRPr/>
            </a:lvl6pPr>
            <a:lvl7pPr lvl="6" rtl="0">
              <a:lnSpc>
                <a:spcPct val="100000"/>
              </a:lnSpc>
              <a:spcBef>
                <a:spcPts val="0"/>
              </a:spcBef>
              <a:spcAft>
                <a:spcPts val="0"/>
              </a:spcAft>
              <a:buSzPts val="3400"/>
              <a:buNone/>
              <a:defRPr/>
            </a:lvl7pPr>
            <a:lvl8pPr lvl="7" rtl="0">
              <a:lnSpc>
                <a:spcPct val="100000"/>
              </a:lnSpc>
              <a:spcBef>
                <a:spcPts val="0"/>
              </a:spcBef>
              <a:spcAft>
                <a:spcPts val="0"/>
              </a:spcAft>
              <a:buSzPts val="3400"/>
              <a:buNone/>
              <a:defRPr/>
            </a:lvl8pPr>
            <a:lvl9pPr lvl="8" rtl="0">
              <a:lnSpc>
                <a:spcPct val="100000"/>
              </a:lnSpc>
              <a:spcBef>
                <a:spcPts val="0"/>
              </a:spcBef>
              <a:spcAft>
                <a:spcPts val="0"/>
              </a:spcAft>
              <a:buSzPts val="3400"/>
              <a:buNone/>
              <a:defRPr/>
            </a:lvl9pPr>
          </a:lstStyle>
          <a:p/>
        </p:txBody>
      </p:sp>
      <p:sp>
        <p:nvSpPr>
          <p:cNvPr id="2592" name="Google Shape;2592;p173"/>
          <p:cNvSpPr/>
          <p:nvPr/>
        </p:nvSpPr>
        <p:spPr>
          <a:xfrm>
            <a:off x="2858351" y="2942876"/>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173"/>
          <p:cNvSpPr/>
          <p:nvPr/>
        </p:nvSpPr>
        <p:spPr>
          <a:xfrm>
            <a:off x="6908624" y="-142875"/>
            <a:ext cx="2749500" cy="27495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9">
    <p:spTree>
      <p:nvGrpSpPr>
        <p:cNvPr id="2594" name="Shape 2594"/>
        <p:cNvGrpSpPr/>
        <p:nvPr/>
      </p:nvGrpSpPr>
      <p:grpSpPr>
        <a:xfrm>
          <a:off x="0" y="0"/>
          <a:ext cx="0" cy="0"/>
          <a:chOff x="0" y="0"/>
          <a:chExt cx="0" cy="0"/>
        </a:xfrm>
      </p:grpSpPr>
      <p:sp>
        <p:nvSpPr>
          <p:cNvPr id="2595" name="Google Shape;2595;p174"/>
          <p:cNvSpPr txBox="1"/>
          <p:nvPr>
            <p:ph idx="1" type="subTitle"/>
          </p:nvPr>
        </p:nvSpPr>
        <p:spPr>
          <a:xfrm>
            <a:off x="3149300" y="2417850"/>
            <a:ext cx="2841300" cy="1046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2596" name="Google Shape;2596;p174"/>
          <p:cNvSpPr txBox="1"/>
          <p:nvPr>
            <p:ph type="title"/>
          </p:nvPr>
        </p:nvSpPr>
        <p:spPr>
          <a:xfrm>
            <a:off x="3153160" y="1678950"/>
            <a:ext cx="2841300" cy="73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597" name="Google Shape;2597;p174"/>
          <p:cNvSpPr/>
          <p:nvPr/>
        </p:nvSpPr>
        <p:spPr>
          <a:xfrm flipH="1" rot="10800000">
            <a:off x="-345625" y="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174"/>
          <p:cNvSpPr/>
          <p:nvPr/>
        </p:nvSpPr>
        <p:spPr>
          <a:xfrm flipH="1">
            <a:off x="5573975" y="3281612"/>
            <a:ext cx="3866276" cy="1861888"/>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9" name="Google Shape;2599;p174"/>
          <p:cNvGrpSpPr/>
          <p:nvPr/>
        </p:nvGrpSpPr>
        <p:grpSpPr>
          <a:xfrm rot="1315216">
            <a:off x="323950" y="3912716"/>
            <a:ext cx="2444815" cy="1749364"/>
            <a:chOff x="3698375" y="764675"/>
            <a:chExt cx="1508825" cy="1079625"/>
          </a:xfrm>
        </p:grpSpPr>
        <p:sp>
          <p:nvSpPr>
            <p:cNvPr id="2600" name="Google Shape;2600;p174"/>
            <p:cNvSpPr/>
            <p:nvPr/>
          </p:nvSpPr>
          <p:spPr>
            <a:xfrm>
              <a:off x="4393700" y="1763775"/>
              <a:ext cx="111350" cy="80525"/>
            </a:xfrm>
            <a:custGeom>
              <a:rect b="b" l="l" r="r" t="t"/>
              <a:pathLst>
                <a:path extrusionOk="0" h="3221" w="4454">
                  <a:moveTo>
                    <a:pt x="2922" y="0"/>
                  </a:moveTo>
                  <a:cubicBezTo>
                    <a:pt x="1905" y="0"/>
                    <a:pt x="876" y="599"/>
                    <a:pt x="322" y="1606"/>
                  </a:cubicBezTo>
                  <a:cubicBezTo>
                    <a:pt x="143" y="1952"/>
                    <a:pt x="0" y="2416"/>
                    <a:pt x="214" y="2738"/>
                  </a:cubicBezTo>
                  <a:cubicBezTo>
                    <a:pt x="322" y="2904"/>
                    <a:pt x="500" y="2999"/>
                    <a:pt x="679" y="3059"/>
                  </a:cubicBezTo>
                  <a:cubicBezTo>
                    <a:pt x="993" y="3161"/>
                    <a:pt x="1324" y="3220"/>
                    <a:pt x="1657" y="3220"/>
                  </a:cubicBezTo>
                  <a:cubicBezTo>
                    <a:pt x="1792" y="3220"/>
                    <a:pt x="1926" y="3211"/>
                    <a:pt x="2060" y="3190"/>
                  </a:cubicBezTo>
                  <a:cubicBezTo>
                    <a:pt x="3001" y="3059"/>
                    <a:pt x="3858" y="2345"/>
                    <a:pt x="4310" y="1368"/>
                  </a:cubicBezTo>
                  <a:cubicBezTo>
                    <a:pt x="4394" y="1214"/>
                    <a:pt x="4453" y="1011"/>
                    <a:pt x="4429" y="809"/>
                  </a:cubicBezTo>
                  <a:cubicBezTo>
                    <a:pt x="4382" y="463"/>
                    <a:pt x="4072" y="249"/>
                    <a:pt x="3786" y="154"/>
                  </a:cubicBezTo>
                  <a:cubicBezTo>
                    <a:pt x="3507" y="50"/>
                    <a:pt x="321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174"/>
            <p:cNvSpPr/>
            <p:nvPr/>
          </p:nvSpPr>
          <p:spPr>
            <a:xfrm>
              <a:off x="3698375" y="963450"/>
              <a:ext cx="711125" cy="872650"/>
            </a:xfrm>
            <a:custGeom>
              <a:rect b="b" l="l" r="r" t="t"/>
              <a:pathLst>
                <a:path extrusionOk="0" h="34906" w="28445">
                  <a:moveTo>
                    <a:pt x="10311" y="1"/>
                  </a:moveTo>
                  <a:cubicBezTo>
                    <a:pt x="6847" y="1"/>
                    <a:pt x="3385" y="574"/>
                    <a:pt x="12" y="1532"/>
                  </a:cubicBezTo>
                  <a:lnTo>
                    <a:pt x="0" y="33477"/>
                  </a:lnTo>
                  <a:cubicBezTo>
                    <a:pt x="4306" y="32454"/>
                    <a:pt x="8702" y="31938"/>
                    <a:pt x="13097" y="31938"/>
                  </a:cubicBezTo>
                  <a:cubicBezTo>
                    <a:pt x="15507" y="31938"/>
                    <a:pt x="17917" y="32093"/>
                    <a:pt x="20312" y="32405"/>
                  </a:cubicBezTo>
                  <a:cubicBezTo>
                    <a:pt x="23110" y="32762"/>
                    <a:pt x="25980" y="33381"/>
                    <a:pt x="28432" y="34905"/>
                  </a:cubicBezTo>
                  <a:lnTo>
                    <a:pt x="28444" y="6771"/>
                  </a:lnTo>
                  <a:cubicBezTo>
                    <a:pt x="24110" y="2770"/>
                    <a:pt x="18622" y="627"/>
                    <a:pt x="13085" y="127"/>
                  </a:cubicBezTo>
                  <a:cubicBezTo>
                    <a:pt x="12161" y="42"/>
                    <a:pt x="11236" y="1"/>
                    <a:pt x="103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174"/>
            <p:cNvSpPr/>
            <p:nvPr/>
          </p:nvSpPr>
          <p:spPr>
            <a:xfrm>
              <a:off x="3726650" y="928050"/>
              <a:ext cx="772425" cy="894350"/>
            </a:xfrm>
            <a:custGeom>
              <a:rect b="b" l="l" r="r" t="t"/>
              <a:pathLst>
                <a:path extrusionOk="0" h="35774" w="30897">
                  <a:moveTo>
                    <a:pt x="12477" y="0"/>
                  </a:moveTo>
                  <a:cubicBezTo>
                    <a:pt x="9021" y="0"/>
                    <a:pt x="5565" y="575"/>
                    <a:pt x="2191" y="1543"/>
                  </a:cubicBezTo>
                  <a:lnTo>
                    <a:pt x="2191" y="1758"/>
                  </a:lnTo>
                  <a:cubicBezTo>
                    <a:pt x="1465" y="1936"/>
                    <a:pt x="750" y="2115"/>
                    <a:pt x="36" y="2329"/>
                  </a:cubicBezTo>
                  <a:lnTo>
                    <a:pt x="0" y="34262"/>
                  </a:lnTo>
                  <a:cubicBezTo>
                    <a:pt x="4315" y="33245"/>
                    <a:pt x="8724" y="32736"/>
                    <a:pt x="13127" y="32736"/>
                  </a:cubicBezTo>
                  <a:cubicBezTo>
                    <a:pt x="15529" y="32736"/>
                    <a:pt x="17930" y="32887"/>
                    <a:pt x="20312" y="33190"/>
                  </a:cubicBezTo>
                  <a:cubicBezTo>
                    <a:pt x="23098" y="33547"/>
                    <a:pt x="25670" y="34250"/>
                    <a:pt x="28135" y="35774"/>
                  </a:cubicBezTo>
                  <a:cubicBezTo>
                    <a:pt x="28135" y="35774"/>
                    <a:pt x="30016" y="34678"/>
                    <a:pt x="30897" y="34583"/>
                  </a:cubicBezTo>
                  <a:lnTo>
                    <a:pt x="30576" y="6782"/>
                  </a:lnTo>
                  <a:cubicBezTo>
                    <a:pt x="26242" y="2770"/>
                    <a:pt x="20777" y="626"/>
                    <a:pt x="15240" y="126"/>
                  </a:cubicBezTo>
                  <a:cubicBezTo>
                    <a:pt x="14320" y="41"/>
                    <a:pt x="13399" y="0"/>
                    <a:pt x="124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174"/>
            <p:cNvSpPr/>
            <p:nvPr/>
          </p:nvSpPr>
          <p:spPr>
            <a:xfrm>
              <a:off x="4498775" y="919275"/>
              <a:ext cx="708425" cy="872175"/>
            </a:xfrm>
            <a:custGeom>
              <a:rect b="b" l="l" r="r" t="t"/>
              <a:pathLst>
                <a:path extrusionOk="0" h="34887" w="28337">
                  <a:moveTo>
                    <a:pt x="17978" y="0"/>
                  </a:moveTo>
                  <a:cubicBezTo>
                    <a:pt x="17073" y="0"/>
                    <a:pt x="16167" y="39"/>
                    <a:pt x="15264" y="120"/>
                  </a:cubicBezTo>
                  <a:cubicBezTo>
                    <a:pt x="9727" y="608"/>
                    <a:pt x="4358" y="2751"/>
                    <a:pt x="24" y="6740"/>
                  </a:cubicBezTo>
                  <a:lnTo>
                    <a:pt x="0" y="34886"/>
                  </a:lnTo>
                  <a:cubicBezTo>
                    <a:pt x="2453" y="33362"/>
                    <a:pt x="5227" y="33005"/>
                    <a:pt x="7989" y="32398"/>
                  </a:cubicBezTo>
                  <a:cubicBezTo>
                    <a:pt x="10346" y="31881"/>
                    <a:pt x="12712" y="31660"/>
                    <a:pt x="15075" y="31660"/>
                  </a:cubicBezTo>
                  <a:cubicBezTo>
                    <a:pt x="19517" y="31660"/>
                    <a:pt x="23949" y="32441"/>
                    <a:pt x="28301" y="33505"/>
                  </a:cubicBezTo>
                  <a:lnTo>
                    <a:pt x="28337" y="1561"/>
                  </a:lnTo>
                  <a:cubicBezTo>
                    <a:pt x="24944" y="578"/>
                    <a:pt x="21461" y="0"/>
                    <a:pt x="179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174"/>
            <p:cNvSpPr/>
            <p:nvPr/>
          </p:nvSpPr>
          <p:spPr>
            <a:xfrm>
              <a:off x="4499050" y="919275"/>
              <a:ext cx="536125" cy="871875"/>
            </a:xfrm>
            <a:custGeom>
              <a:rect b="b" l="l" r="r" t="t"/>
              <a:pathLst>
                <a:path extrusionOk="0" h="34875" w="21445">
                  <a:moveTo>
                    <a:pt x="17950" y="1"/>
                  </a:moveTo>
                  <a:cubicBezTo>
                    <a:pt x="17053" y="1"/>
                    <a:pt x="16154" y="40"/>
                    <a:pt x="15253" y="120"/>
                  </a:cubicBezTo>
                  <a:cubicBezTo>
                    <a:pt x="9716" y="608"/>
                    <a:pt x="4347" y="2751"/>
                    <a:pt x="13" y="6740"/>
                  </a:cubicBezTo>
                  <a:lnTo>
                    <a:pt x="1" y="34874"/>
                  </a:lnTo>
                  <a:cubicBezTo>
                    <a:pt x="2454" y="33350"/>
                    <a:pt x="5228" y="32993"/>
                    <a:pt x="7990" y="32386"/>
                  </a:cubicBezTo>
                  <a:cubicBezTo>
                    <a:pt x="10342" y="31868"/>
                    <a:pt x="12697" y="31648"/>
                    <a:pt x="15048" y="31648"/>
                  </a:cubicBezTo>
                  <a:cubicBezTo>
                    <a:pt x="17185" y="31648"/>
                    <a:pt x="19318" y="31830"/>
                    <a:pt x="21444" y="32136"/>
                  </a:cubicBezTo>
                  <a:cubicBezTo>
                    <a:pt x="21170" y="21480"/>
                    <a:pt x="20968" y="10800"/>
                    <a:pt x="20837" y="132"/>
                  </a:cubicBezTo>
                  <a:cubicBezTo>
                    <a:pt x="19875" y="46"/>
                    <a:pt x="18913" y="1"/>
                    <a:pt x="179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174"/>
            <p:cNvSpPr/>
            <p:nvPr/>
          </p:nvSpPr>
          <p:spPr>
            <a:xfrm>
              <a:off x="4498775" y="764675"/>
              <a:ext cx="459000" cy="1027375"/>
            </a:xfrm>
            <a:custGeom>
              <a:rect b="b" l="l" r="r" t="t"/>
              <a:pathLst>
                <a:path extrusionOk="0" h="41095" w="18360">
                  <a:moveTo>
                    <a:pt x="17924" y="0"/>
                  </a:moveTo>
                  <a:cubicBezTo>
                    <a:pt x="15322" y="0"/>
                    <a:pt x="12651" y="612"/>
                    <a:pt x="9989" y="2089"/>
                  </a:cubicBezTo>
                  <a:cubicBezTo>
                    <a:pt x="6429" y="4066"/>
                    <a:pt x="2810" y="7685"/>
                    <a:pt x="24" y="12841"/>
                  </a:cubicBezTo>
                  <a:lnTo>
                    <a:pt x="0" y="41094"/>
                  </a:lnTo>
                  <a:cubicBezTo>
                    <a:pt x="1560" y="38927"/>
                    <a:pt x="3524" y="37308"/>
                    <a:pt x="5310" y="36201"/>
                  </a:cubicBezTo>
                  <a:cubicBezTo>
                    <a:pt x="9656" y="33522"/>
                    <a:pt x="14061" y="32045"/>
                    <a:pt x="18336" y="31843"/>
                  </a:cubicBezTo>
                  <a:lnTo>
                    <a:pt x="18360" y="6"/>
                  </a:lnTo>
                  <a:cubicBezTo>
                    <a:pt x="18215" y="2"/>
                    <a:pt x="18069" y="0"/>
                    <a:pt x="179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174"/>
            <p:cNvSpPr/>
            <p:nvPr/>
          </p:nvSpPr>
          <p:spPr>
            <a:xfrm>
              <a:off x="3788850" y="919850"/>
              <a:ext cx="710525" cy="872775"/>
            </a:xfrm>
            <a:custGeom>
              <a:rect b="b" l="l" r="r" t="t"/>
              <a:pathLst>
                <a:path extrusionOk="0" h="34911" w="28421">
                  <a:moveTo>
                    <a:pt x="10377" y="1"/>
                  </a:moveTo>
                  <a:cubicBezTo>
                    <a:pt x="6895" y="1"/>
                    <a:pt x="3415" y="575"/>
                    <a:pt x="24" y="1538"/>
                  </a:cubicBezTo>
                  <a:lnTo>
                    <a:pt x="1" y="33482"/>
                  </a:lnTo>
                  <a:cubicBezTo>
                    <a:pt x="4307" y="32460"/>
                    <a:pt x="8697" y="31943"/>
                    <a:pt x="13092" y="31943"/>
                  </a:cubicBezTo>
                  <a:cubicBezTo>
                    <a:pt x="15502" y="31943"/>
                    <a:pt x="17913" y="32099"/>
                    <a:pt x="20313" y="32411"/>
                  </a:cubicBezTo>
                  <a:cubicBezTo>
                    <a:pt x="23111" y="32768"/>
                    <a:pt x="25956" y="33387"/>
                    <a:pt x="28397" y="34911"/>
                  </a:cubicBezTo>
                  <a:lnTo>
                    <a:pt x="28421" y="6777"/>
                  </a:lnTo>
                  <a:cubicBezTo>
                    <a:pt x="24099" y="2776"/>
                    <a:pt x="18634" y="633"/>
                    <a:pt x="13098" y="121"/>
                  </a:cubicBezTo>
                  <a:cubicBezTo>
                    <a:pt x="12192" y="40"/>
                    <a:pt x="11284" y="1"/>
                    <a:pt x="103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174"/>
            <p:cNvSpPr/>
            <p:nvPr/>
          </p:nvSpPr>
          <p:spPr>
            <a:xfrm>
              <a:off x="3932625" y="1036200"/>
              <a:ext cx="453350" cy="78375"/>
            </a:xfrm>
            <a:custGeom>
              <a:rect b="b" l="l" r="r" t="t"/>
              <a:pathLst>
                <a:path extrusionOk="0" h="3135" w="18134">
                  <a:moveTo>
                    <a:pt x="5724" y="0"/>
                  </a:moveTo>
                  <a:cubicBezTo>
                    <a:pt x="3859" y="0"/>
                    <a:pt x="1968" y="158"/>
                    <a:pt x="0" y="468"/>
                  </a:cubicBezTo>
                  <a:cubicBezTo>
                    <a:pt x="0" y="801"/>
                    <a:pt x="24" y="944"/>
                    <a:pt x="24" y="1277"/>
                  </a:cubicBezTo>
                  <a:cubicBezTo>
                    <a:pt x="1988" y="967"/>
                    <a:pt x="3878" y="810"/>
                    <a:pt x="5743" y="810"/>
                  </a:cubicBezTo>
                  <a:cubicBezTo>
                    <a:pt x="9825" y="810"/>
                    <a:pt x="13786" y="1565"/>
                    <a:pt x="18134" y="3135"/>
                  </a:cubicBezTo>
                  <a:cubicBezTo>
                    <a:pt x="18134" y="2813"/>
                    <a:pt x="18134" y="2658"/>
                    <a:pt x="18122" y="2325"/>
                  </a:cubicBezTo>
                  <a:cubicBezTo>
                    <a:pt x="13766" y="756"/>
                    <a:pt x="9808" y="0"/>
                    <a:pt x="57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174"/>
            <p:cNvSpPr/>
            <p:nvPr/>
          </p:nvSpPr>
          <p:spPr>
            <a:xfrm>
              <a:off x="3934400" y="1110475"/>
              <a:ext cx="453075" cy="78525"/>
            </a:xfrm>
            <a:custGeom>
              <a:rect b="b" l="l" r="r" t="t"/>
              <a:pathLst>
                <a:path extrusionOk="0" h="3141" w="18123">
                  <a:moveTo>
                    <a:pt x="5713" y="1"/>
                  </a:moveTo>
                  <a:cubicBezTo>
                    <a:pt x="3851" y="1"/>
                    <a:pt x="1963" y="160"/>
                    <a:pt x="1" y="473"/>
                  </a:cubicBezTo>
                  <a:cubicBezTo>
                    <a:pt x="1" y="807"/>
                    <a:pt x="13" y="949"/>
                    <a:pt x="13" y="1283"/>
                  </a:cubicBezTo>
                  <a:cubicBezTo>
                    <a:pt x="1984" y="972"/>
                    <a:pt x="3881" y="813"/>
                    <a:pt x="5753" y="813"/>
                  </a:cubicBezTo>
                  <a:cubicBezTo>
                    <a:pt x="9827" y="813"/>
                    <a:pt x="13782" y="1566"/>
                    <a:pt x="18122" y="3140"/>
                  </a:cubicBezTo>
                  <a:cubicBezTo>
                    <a:pt x="18122" y="2819"/>
                    <a:pt x="18122" y="2652"/>
                    <a:pt x="18110" y="2342"/>
                  </a:cubicBezTo>
                  <a:cubicBezTo>
                    <a:pt x="13753" y="765"/>
                    <a:pt x="9794" y="1"/>
                    <a:pt x="57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174"/>
            <p:cNvSpPr/>
            <p:nvPr/>
          </p:nvSpPr>
          <p:spPr>
            <a:xfrm>
              <a:off x="3935900" y="1185025"/>
              <a:ext cx="453050" cy="78075"/>
            </a:xfrm>
            <a:custGeom>
              <a:rect b="b" l="l" r="r" t="t"/>
              <a:pathLst>
                <a:path extrusionOk="0" h="3123" w="18122">
                  <a:moveTo>
                    <a:pt x="5710" y="1"/>
                  </a:moveTo>
                  <a:cubicBezTo>
                    <a:pt x="3848" y="1"/>
                    <a:pt x="1962" y="158"/>
                    <a:pt x="0" y="468"/>
                  </a:cubicBezTo>
                  <a:cubicBezTo>
                    <a:pt x="0" y="801"/>
                    <a:pt x="12" y="944"/>
                    <a:pt x="12" y="1277"/>
                  </a:cubicBezTo>
                  <a:cubicBezTo>
                    <a:pt x="1979" y="963"/>
                    <a:pt x="3872" y="804"/>
                    <a:pt x="5740" y="804"/>
                  </a:cubicBezTo>
                  <a:cubicBezTo>
                    <a:pt x="9819" y="804"/>
                    <a:pt x="13777" y="1563"/>
                    <a:pt x="18122" y="3123"/>
                  </a:cubicBezTo>
                  <a:cubicBezTo>
                    <a:pt x="18122" y="2813"/>
                    <a:pt x="18110" y="2647"/>
                    <a:pt x="18110" y="2337"/>
                  </a:cubicBezTo>
                  <a:cubicBezTo>
                    <a:pt x="13751" y="759"/>
                    <a:pt x="9792" y="1"/>
                    <a:pt x="57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174"/>
            <p:cNvSpPr/>
            <p:nvPr/>
          </p:nvSpPr>
          <p:spPr>
            <a:xfrm>
              <a:off x="3937375" y="1259000"/>
              <a:ext cx="453075" cy="78525"/>
            </a:xfrm>
            <a:custGeom>
              <a:rect b="b" l="l" r="r" t="t"/>
              <a:pathLst>
                <a:path extrusionOk="0" h="3141" w="18123">
                  <a:moveTo>
                    <a:pt x="5720" y="1"/>
                  </a:moveTo>
                  <a:cubicBezTo>
                    <a:pt x="3855" y="1"/>
                    <a:pt x="1966" y="160"/>
                    <a:pt x="1" y="473"/>
                  </a:cubicBezTo>
                  <a:cubicBezTo>
                    <a:pt x="1" y="807"/>
                    <a:pt x="13" y="950"/>
                    <a:pt x="13" y="1283"/>
                  </a:cubicBezTo>
                  <a:cubicBezTo>
                    <a:pt x="1984" y="972"/>
                    <a:pt x="3881" y="813"/>
                    <a:pt x="5753" y="813"/>
                  </a:cubicBezTo>
                  <a:cubicBezTo>
                    <a:pt x="9828" y="813"/>
                    <a:pt x="13782" y="1566"/>
                    <a:pt x="18122" y="3140"/>
                  </a:cubicBezTo>
                  <a:cubicBezTo>
                    <a:pt x="18110" y="2831"/>
                    <a:pt x="18110" y="2664"/>
                    <a:pt x="18110" y="2331"/>
                  </a:cubicBezTo>
                  <a:cubicBezTo>
                    <a:pt x="13755" y="762"/>
                    <a:pt x="9798" y="1"/>
                    <a:pt x="57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174"/>
            <p:cNvSpPr/>
            <p:nvPr/>
          </p:nvSpPr>
          <p:spPr>
            <a:xfrm>
              <a:off x="3938875" y="1333425"/>
              <a:ext cx="453050" cy="78500"/>
            </a:xfrm>
            <a:custGeom>
              <a:rect b="b" l="l" r="r" t="t"/>
              <a:pathLst>
                <a:path extrusionOk="0" h="3140" w="18122">
                  <a:moveTo>
                    <a:pt x="5719" y="0"/>
                  </a:moveTo>
                  <a:cubicBezTo>
                    <a:pt x="3855" y="0"/>
                    <a:pt x="1965" y="159"/>
                    <a:pt x="0" y="473"/>
                  </a:cubicBezTo>
                  <a:cubicBezTo>
                    <a:pt x="0" y="806"/>
                    <a:pt x="12" y="949"/>
                    <a:pt x="12" y="1283"/>
                  </a:cubicBezTo>
                  <a:cubicBezTo>
                    <a:pt x="1984" y="971"/>
                    <a:pt x="3881" y="813"/>
                    <a:pt x="5753" y="813"/>
                  </a:cubicBezTo>
                  <a:cubicBezTo>
                    <a:pt x="9827" y="813"/>
                    <a:pt x="13782" y="1565"/>
                    <a:pt x="18122" y="3140"/>
                  </a:cubicBezTo>
                  <a:cubicBezTo>
                    <a:pt x="18110" y="2807"/>
                    <a:pt x="18110" y="2664"/>
                    <a:pt x="18110" y="2330"/>
                  </a:cubicBezTo>
                  <a:cubicBezTo>
                    <a:pt x="13755" y="761"/>
                    <a:pt x="9798" y="0"/>
                    <a:pt x="57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174"/>
            <p:cNvSpPr/>
            <p:nvPr/>
          </p:nvSpPr>
          <p:spPr>
            <a:xfrm>
              <a:off x="3940075" y="1407825"/>
              <a:ext cx="453350" cy="78525"/>
            </a:xfrm>
            <a:custGeom>
              <a:rect b="b" l="l" r="r" t="t"/>
              <a:pathLst>
                <a:path extrusionOk="0" h="3141" w="18134">
                  <a:moveTo>
                    <a:pt x="5727" y="1"/>
                  </a:moveTo>
                  <a:cubicBezTo>
                    <a:pt x="3861" y="1"/>
                    <a:pt x="1968" y="160"/>
                    <a:pt x="0" y="473"/>
                  </a:cubicBezTo>
                  <a:cubicBezTo>
                    <a:pt x="0" y="807"/>
                    <a:pt x="24" y="950"/>
                    <a:pt x="24" y="1283"/>
                  </a:cubicBezTo>
                  <a:cubicBezTo>
                    <a:pt x="1995" y="972"/>
                    <a:pt x="3892" y="813"/>
                    <a:pt x="5764" y="813"/>
                  </a:cubicBezTo>
                  <a:cubicBezTo>
                    <a:pt x="9839" y="813"/>
                    <a:pt x="13793" y="1566"/>
                    <a:pt x="18133" y="3140"/>
                  </a:cubicBezTo>
                  <a:cubicBezTo>
                    <a:pt x="18121" y="2807"/>
                    <a:pt x="18121" y="2664"/>
                    <a:pt x="18121" y="2331"/>
                  </a:cubicBezTo>
                  <a:cubicBezTo>
                    <a:pt x="13766" y="762"/>
                    <a:pt x="9809"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174"/>
            <p:cNvSpPr/>
            <p:nvPr/>
          </p:nvSpPr>
          <p:spPr>
            <a:xfrm>
              <a:off x="3941250" y="1482250"/>
              <a:ext cx="453350" cy="78525"/>
            </a:xfrm>
            <a:custGeom>
              <a:rect b="b" l="l" r="r" t="t"/>
              <a:pathLst>
                <a:path extrusionOk="0" h="3141" w="18134">
                  <a:moveTo>
                    <a:pt x="5722" y="0"/>
                  </a:moveTo>
                  <a:cubicBezTo>
                    <a:pt x="3856" y="0"/>
                    <a:pt x="1965" y="159"/>
                    <a:pt x="1" y="473"/>
                  </a:cubicBezTo>
                  <a:cubicBezTo>
                    <a:pt x="1" y="806"/>
                    <a:pt x="13" y="949"/>
                    <a:pt x="13" y="1283"/>
                  </a:cubicBezTo>
                  <a:cubicBezTo>
                    <a:pt x="1988" y="972"/>
                    <a:pt x="3886" y="813"/>
                    <a:pt x="5759" y="813"/>
                  </a:cubicBezTo>
                  <a:cubicBezTo>
                    <a:pt x="9834" y="813"/>
                    <a:pt x="13786" y="1565"/>
                    <a:pt x="18134" y="3140"/>
                  </a:cubicBezTo>
                  <a:cubicBezTo>
                    <a:pt x="18134" y="2807"/>
                    <a:pt x="18134" y="2652"/>
                    <a:pt x="18110" y="2330"/>
                  </a:cubicBezTo>
                  <a:cubicBezTo>
                    <a:pt x="13763" y="762"/>
                    <a:pt x="9803" y="0"/>
                    <a:pt x="57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174"/>
            <p:cNvSpPr/>
            <p:nvPr/>
          </p:nvSpPr>
          <p:spPr>
            <a:xfrm>
              <a:off x="3942750" y="1556350"/>
              <a:ext cx="453350" cy="78525"/>
            </a:xfrm>
            <a:custGeom>
              <a:rect b="b" l="l" r="r" t="t"/>
              <a:pathLst>
                <a:path extrusionOk="0" h="3141" w="18134">
                  <a:moveTo>
                    <a:pt x="5727" y="1"/>
                  </a:moveTo>
                  <a:cubicBezTo>
                    <a:pt x="3861" y="1"/>
                    <a:pt x="1969" y="160"/>
                    <a:pt x="0" y="474"/>
                  </a:cubicBezTo>
                  <a:cubicBezTo>
                    <a:pt x="0" y="795"/>
                    <a:pt x="24" y="950"/>
                    <a:pt x="24" y="1271"/>
                  </a:cubicBezTo>
                  <a:cubicBezTo>
                    <a:pt x="1984" y="966"/>
                    <a:pt x="3870" y="810"/>
                    <a:pt x="5731" y="810"/>
                  </a:cubicBezTo>
                  <a:cubicBezTo>
                    <a:pt x="9813" y="810"/>
                    <a:pt x="13774" y="1562"/>
                    <a:pt x="18133" y="3141"/>
                  </a:cubicBezTo>
                  <a:cubicBezTo>
                    <a:pt x="18133" y="2819"/>
                    <a:pt x="18133" y="2664"/>
                    <a:pt x="18110" y="2331"/>
                  </a:cubicBezTo>
                  <a:cubicBezTo>
                    <a:pt x="13763" y="762"/>
                    <a:pt x="9808"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174"/>
            <p:cNvSpPr/>
            <p:nvPr/>
          </p:nvSpPr>
          <p:spPr>
            <a:xfrm>
              <a:off x="3944225" y="1630775"/>
              <a:ext cx="453350" cy="78525"/>
            </a:xfrm>
            <a:custGeom>
              <a:rect b="b" l="l" r="r" t="t"/>
              <a:pathLst>
                <a:path extrusionOk="0" h="3141" w="18134">
                  <a:moveTo>
                    <a:pt x="5727" y="0"/>
                  </a:moveTo>
                  <a:cubicBezTo>
                    <a:pt x="3861" y="0"/>
                    <a:pt x="1969" y="159"/>
                    <a:pt x="1" y="473"/>
                  </a:cubicBezTo>
                  <a:cubicBezTo>
                    <a:pt x="1" y="795"/>
                    <a:pt x="25" y="949"/>
                    <a:pt x="25" y="1271"/>
                  </a:cubicBezTo>
                  <a:cubicBezTo>
                    <a:pt x="1985" y="965"/>
                    <a:pt x="3871" y="809"/>
                    <a:pt x="5731" y="809"/>
                  </a:cubicBezTo>
                  <a:cubicBezTo>
                    <a:pt x="9814" y="809"/>
                    <a:pt x="13774" y="1562"/>
                    <a:pt x="18134" y="3140"/>
                  </a:cubicBezTo>
                  <a:cubicBezTo>
                    <a:pt x="18134" y="2819"/>
                    <a:pt x="18122" y="2664"/>
                    <a:pt x="18122" y="2331"/>
                  </a:cubicBezTo>
                  <a:cubicBezTo>
                    <a:pt x="13767" y="762"/>
                    <a:pt x="9810" y="0"/>
                    <a:pt x="5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174"/>
            <p:cNvSpPr/>
            <p:nvPr/>
          </p:nvSpPr>
          <p:spPr>
            <a:xfrm>
              <a:off x="4557400" y="881250"/>
              <a:ext cx="347975" cy="229750"/>
            </a:xfrm>
            <a:custGeom>
              <a:rect b="b" l="l" r="r" t="t"/>
              <a:pathLst>
                <a:path extrusionOk="0" h="9190" w="13919">
                  <a:moveTo>
                    <a:pt x="13021" y="0"/>
                  </a:moveTo>
                  <a:cubicBezTo>
                    <a:pt x="6999" y="0"/>
                    <a:pt x="3045" y="4692"/>
                    <a:pt x="1" y="8452"/>
                  </a:cubicBezTo>
                  <a:lnTo>
                    <a:pt x="1" y="9190"/>
                  </a:lnTo>
                  <a:cubicBezTo>
                    <a:pt x="3038" y="5450"/>
                    <a:pt x="6981" y="771"/>
                    <a:pt x="12992" y="771"/>
                  </a:cubicBezTo>
                  <a:cubicBezTo>
                    <a:pt x="13295" y="771"/>
                    <a:pt x="13604" y="783"/>
                    <a:pt x="13919" y="808"/>
                  </a:cubicBezTo>
                  <a:cubicBezTo>
                    <a:pt x="13919" y="498"/>
                    <a:pt x="13907" y="343"/>
                    <a:pt x="13907" y="34"/>
                  </a:cubicBezTo>
                  <a:cubicBezTo>
                    <a:pt x="13607" y="11"/>
                    <a:pt x="13312" y="0"/>
                    <a:pt x="13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174"/>
            <p:cNvSpPr/>
            <p:nvPr/>
          </p:nvSpPr>
          <p:spPr>
            <a:xfrm>
              <a:off x="4558000" y="952875"/>
              <a:ext cx="348875" cy="225700"/>
            </a:xfrm>
            <a:custGeom>
              <a:rect b="b" l="l" r="r" t="t"/>
              <a:pathLst>
                <a:path extrusionOk="0" h="9028" w="13955">
                  <a:moveTo>
                    <a:pt x="12870" y="1"/>
                  </a:moveTo>
                  <a:cubicBezTo>
                    <a:pt x="6929" y="1"/>
                    <a:pt x="3014" y="4602"/>
                    <a:pt x="12" y="8301"/>
                  </a:cubicBezTo>
                  <a:cubicBezTo>
                    <a:pt x="0" y="8599"/>
                    <a:pt x="0" y="8742"/>
                    <a:pt x="12" y="9027"/>
                  </a:cubicBezTo>
                  <a:cubicBezTo>
                    <a:pt x="3015" y="5364"/>
                    <a:pt x="6914" y="793"/>
                    <a:pt x="12821" y="793"/>
                  </a:cubicBezTo>
                  <a:cubicBezTo>
                    <a:pt x="13191" y="793"/>
                    <a:pt x="13569" y="811"/>
                    <a:pt x="13955" y="848"/>
                  </a:cubicBezTo>
                  <a:cubicBezTo>
                    <a:pt x="13955" y="526"/>
                    <a:pt x="13943" y="372"/>
                    <a:pt x="13943" y="50"/>
                  </a:cubicBezTo>
                  <a:cubicBezTo>
                    <a:pt x="13578" y="17"/>
                    <a:pt x="13220" y="1"/>
                    <a:pt x="128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74"/>
            <p:cNvSpPr/>
            <p:nvPr/>
          </p:nvSpPr>
          <p:spPr>
            <a:xfrm>
              <a:off x="4558600" y="1025050"/>
              <a:ext cx="349775" cy="221675"/>
            </a:xfrm>
            <a:custGeom>
              <a:rect b="b" l="l" r="r" t="t"/>
              <a:pathLst>
                <a:path extrusionOk="0" h="8867" w="13991">
                  <a:moveTo>
                    <a:pt x="12720" y="0"/>
                  </a:moveTo>
                  <a:cubicBezTo>
                    <a:pt x="6871" y="0"/>
                    <a:pt x="2993" y="4501"/>
                    <a:pt x="0" y="8117"/>
                  </a:cubicBezTo>
                  <a:lnTo>
                    <a:pt x="0" y="8867"/>
                  </a:lnTo>
                  <a:cubicBezTo>
                    <a:pt x="2987" y="5259"/>
                    <a:pt x="6863" y="781"/>
                    <a:pt x="12691" y="781"/>
                  </a:cubicBezTo>
                  <a:cubicBezTo>
                    <a:pt x="13114" y="781"/>
                    <a:pt x="13547" y="805"/>
                    <a:pt x="13990" y="854"/>
                  </a:cubicBezTo>
                  <a:cubicBezTo>
                    <a:pt x="13990" y="545"/>
                    <a:pt x="13978" y="378"/>
                    <a:pt x="13978" y="68"/>
                  </a:cubicBezTo>
                  <a:cubicBezTo>
                    <a:pt x="13549" y="22"/>
                    <a:pt x="13130" y="0"/>
                    <a:pt x="127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174"/>
            <p:cNvSpPr/>
            <p:nvPr/>
          </p:nvSpPr>
          <p:spPr>
            <a:xfrm>
              <a:off x="4558600" y="1097725"/>
              <a:ext cx="350950" cy="217475"/>
            </a:xfrm>
            <a:custGeom>
              <a:rect b="b" l="l" r="r" t="t"/>
              <a:pathLst>
                <a:path extrusionOk="0" h="8699" w="14038">
                  <a:moveTo>
                    <a:pt x="12583" y="0"/>
                  </a:moveTo>
                  <a:cubicBezTo>
                    <a:pt x="6813" y="0"/>
                    <a:pt x="2974" y="4404"/>
                    <a:pt x="0" y="7972"/>
                  </a:cubicBezTo>
                  <a:cubicBezTo>
                    <a:pt x="12" y="8270"/>
                    <a:pt x="12" y="8413"/>
                    <a:pt x="12" y="8698"/>
                  </a:cubicBezTo>
                  <a:cubicBezTo>
                    <a:pt x="2972" y="5157"/>
                    <a:pt x="6791" y="788"/>
                    <a:pt x="12518" y="788"/>
                  </a:cubicBezTo>
                  <a:cubicBezTo>
                    <a:pt x="13010" y="788"/>
                    <a:pt x="13517" y="820"/>
                    <a:pt x="14038" y="888"/>
                  </a:cubicBezTo>
                  <a:cubicBezTo>
                    <a:pt x="14038" y="566"/>
                    <a:pt x="14026" y="412"/>
                    <a:pt x="14026" y="90"/>
                  </a:cubicBezTo>
                  <a:cubicBezTo>
                    <a:pt x="13532" y="29"/>
                    <a:pt x="13051" y="0"/>
                    <a:pt x="12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174"/>
            <p:cNvSpPr/>
            <p:nvPr/>
          </p:nvSpPr>
          <p:spPr>
            <a:xfrm>
              <a:off x="4559475" y="1170875"/>
              <a:ext cx="351575" cy="213075"/>
            </a:xfrm>
            <a:custGeom>
              <a:rect b="b" l="l" r="r" t="t"/>
              <a:pathLst>
                <a:path extrusionOk="0" h="8523" w="14063">
                  <a:moveTo>
                    <a:pt x="12412" y="0"/>
                  </a:moveTo>
                  <a:cubicBezTo>
                    <a:pt x="6738" y="0"/>
                    <a:pt x="2941" y="4312"/>
                    <a:pt x="1" y="7796"/>
                  </a:cubicBezTo>
                  <a:lnTo>
                    <a:pt x="1" y="8523"/>
                  </a:lnTo>
                  <a:cubicBezTo>
                    <a:pt x="2945" y="5058"/>
                    <a:pt x="6721" y="780"/>
                    <a:pt x="12378" y="780"/>
                  </a:cubicBezTo>
                  <a:cubicBezTo>
                    <a:pt x="12922" y="780"/>
                    <a:pt x="13483" y="819"/>
                    <a:pt x="14062" y="903"/>
                  </a:cubicBezTo>
                  <a:cubicBezTo>
                    <a:pt x="14062" y="593"/>
                    <a:pt x="14050" y="427"/>
                    <a:pt x="14050" y="117"/>
                  </a:cubicBezTo>
                  <a:cubicBezTo>
                    <a:pt x="13487" y="38"/>
                    <a:pt x="12942" y="0"/>
                    <a:pt x="12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174"/>
            <p:cNvSpPr/>
            <p:nvPr/>
          </p:nvSpPr>
          <p:spPr>
            <a:xfrm>
              <a:off x="4559775" y="1243700"/>
              <a:ext cx="352750" cy="209600"/>
            </a:xfrm>
            <a:custGeom>
              <a:rect b="b" l="l" r="r" t="t"/>
              <a:pathLst>
                <a:path extrusionOk="0" h="8384" w="14110">
                  <a:moveTo>
                    <a:pt x="12276" y="0"/>
                  </a:moveTo>
                  <a:cubicBezTo>
                    <a:pt x="6672" y="0"/>
                    <a:pt x="2922" y="4217"/>
                    <a:pt x="1" y="7634"/>
                  </a:cubicBezTo>
                  <a:lnTo>
                    <a:pt x="1" y="8384"/>
                  </a:lnTo>
                  <a:cubicBezTo>
                    <a:pt x="2911" y="4979"/>
                    <a:pt x="6645" y="800"/>
                    <a:pt x="12225" y="800"/>
                  </a:cubicBezTo>
                  <a:cubicBezTo>
                    <a:pt x="12831" y="800"/>
                    <a:pt x="13459" y="849"/>
                    <a:pt x="14110" y="954"/>
                  </a:cubicBezTo>
                  <a:cubicBezTo>
                    <a:pt x="14110" y="645"/>
                    <a:pt x="14098" y="478"/>
                    <a:pt x="14098" y="145"/>
                  </a:cubicBezTo>
                  <a:cubicBezTo>
                    <a:pt x="13469" y="47"/>
                    <a:pt x="12863" y="0"/>
                    <a:pt x="122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174"/>
            <p:cNvSpPr/>
            <p:nvPr/>
          </p:nvSpPr>
          <p:spPr>
            <a:xfrm>
              <a:off x="4560075" y="1317350"/>
              <a:ext cx="353950" cy="205325"/>
            </a:xfrm>
            <a:custGeom>
              <a:rect b="b" l="l" r="r" t="t"/>
              <a:pathLst>
                <a:path extrusionOk="0" h="8213" w="14158">
                  <a:moveTo>
                    <a:pt x="12147" y="1"/>
                  </a:moveTo>
                  <a:cubicBezTo>
                    <a:pt x="6628" y="1"/>
                    <a:pt x="2914" y="4124"/>
                    <a:pt x="13" y="7474"/>
                  </a:cubicBezTo>
                  <a:cubicBezTo>
                    <a:pt x="1" y="7772"/>
                    <a:pt x="1" y="7914"/>
                    <a:pt x="13" y="8212"/>
                  </a:cubicBezTo>
                  <a:cubicBezTo>
                    <a:pt x="2912" y="4888"/>
                    <a:pt x="6607" y="796"/>
                    <a:pt x="12087" y="796"/>
                  </a:cubicBezTo>
                  <a:cubicBezTo>
                    <a:pt x="12750" y="796"/>
                    <a:pt x="13440" y="856"/>
                    <a:pt x="14157" y="985"/>
                  </a:cubicBezTo>
                  <a:cubicBezTo>
                    <a:pt x="14157" y="652"/>
                    <a:pt x="14145" y="509"/>
                    <a:pt x="14145" y="175"/>
                  </a:cubicBezTo>
                  <a:cubicBezTo>
                    <a:pt x="13454" y="56"/>
                    <a:pt x="12789" y="1"/>
                    <a:pt x="121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174"/>
            <p:cNvSpPr/>
            <p:nvPr/>
          </p:nvSpPr>
          <p:spPr>
            <a:xfrm>
              <a:off x="4560975" y="1391175"/>
              <a:ext cx="354525" cy="201425"/>
            </a:xfrm>
            <a:custGeom>
              <a:rect b="b" l="l" r="r" t="t"/>
              <a:pathLst>
                <a:path extrusionOk="0" h="8057" w="14181">
                  <a:moveTo>
                    <a:pt x="11984" y="0"/>
                  </a:moveTo>
                  <a:cubicBezTo>
                    <a:pt x="6552" y="0"/>
                    <a:pt x="2870" y="4038"/>
                    <a:pt x="0" y="7319"/>
                  </a:cubicBezTo>
                  <a:lnTo>
                    <a:pt x="0" y="8057"/>
                  </a:lnTo>
                  <a:cubicBezTo>
                    <a:pt x="2859" y="4799"/>
                    <a:pt x="6526" y="798"/>
                    <a:pt x="11933" y="798"/>
                  </a:cubicBezTo>
                  <a:cubicBezTo>
                    <a:pt x="12651" y="798"/>
                    <a:pt x="13399" y="868"/>
                    <a:pt x="14181" y="1020"/>
                  </a:cubicBezTo>
                  <a:cubicBezTo>
                    <a:pt x="14181" y="699"/>
                    <a:pt x="14169" y="532"/>
                    <a:pt x="14169" y="211"/>
                  </a:cubicBezTo>
                  <a:cubicBezTo>
                    <a:pt x="13410" y="67"/>
                    <a:pt x="12683" y="0"/>
                    <a:pt x="11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74"/>
            <p:cNvSpPr/>
            <p:nvPr/>
          </p:nvSpPr>
          <p:spPr>
            <a:xfrm>
              <a:off x="4560975" y="1465175"/>
              <a:ext cx="355725" cy="197375"/>
            </a:xfrm>
            <a:custGeom>
              <a:rect b="b" l="l" r="r" t="t"/>
              <a:pathLst>
                <a:path extrusionOk="0" h="7895" w="14229">
                  <a:moveTo>
                    <a:pt x="11824" y="0"/>
                  </a:moveTo>
                  <a:cubicBezTo>
                    <a:pt x="6479" y="0"/>
                    <a:pt x="2847" y="3933"/>
                    <a:pt x="0" y="7145"/>
                  </a:cubicBezTo>
                  <a:cubicBezTo>
                    <a:pt x="12" y="7454"/>
                    <a:pt x="12" y="7597"/>
                    <a:pt x="12" y="7895"/>
                  </a:cubicBezTo>
                  <a:cubicBezTo>
                    <a:pt x="2865" y="4699"/>
                    <a:pt x="6500" y="793"/>
                    <a:pt x="11825" y="793"/>
                  </a:cubicBezTo>
                  <a:cubicBezTo>
                    <a:pt x="12590" y="793"/>
                    <a:pt x="13391" y="874"/>
                    <a:pt x="14228" y="1049"/>
                  </a:cubicBezTo>
                  <a:cubicBezTo>
                    <a:pt x="14228" y="727"/>
                    <a:pt x="14205" y="561"/>
                    <a:pt x="14205" y="251"/>
                  </a:cubicBezTo>
                  <a:cubicBezTo>
                    <a:pt x="13375" y="80"/>
                    <a:pt x="12582" y="0"/>
                    <a:pt x="11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5" name="Google Shape;2625;p174"/>
          <p:cNvGrpSpPr/>
          <p:nvPr/>
        </p:nvGrpSpPr>
        <p:grpSpPr>
          <a:xfrm>
            <a:off x="1134716" y="3640520"/>
            <a:ext cx="582138" cy="582138"/>
            <a:chOff x="3796125" y="-35750"/>
            <a:chExt cx="773400" cy="773400"/>
          </a:xfrm>
        </p:grpSpPr>
        <p:sp>
          <p:nvSpPr>
            <p:cNvPr id="2626" name="Google Shape;2626;p17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7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8" name="Google Shape;2628;p174"/>
          <p:cNvGrpSpPr/>
          <p:nvPr/>
        </p:nvGrpSpPr>
        <p:grpSpPr>
          <a:xfrm>
            <a:off x="6978321" y="-71154"/>
            <a:ext cx="1914410" cy="1661326"/>
            <a:chOff x="578925" y="1139250"/>
            <a:chExt cx="974850" cy="845975"/>
          </a:xfrm>
        </p:grpSpPr>
        <p:sp>
          <p:nvSpPr>
            <p:cNvPr id="2629" name="Google Shape;2629;p174"/>
            <p:cNvSpPr/>
            <p:nvPr/>
          </p:nvSpPr>
          <p:spPr>
            <a:xfrm>
              <a:off x="578925" y="1139250"/>
              <a:ext cx="974850" cy="845975"/>
            </a:xfrm>
            <a:custGeom>
              <a:rect b="b" l="l" r="r" t="t"/>
              <a:pathLst>
                <a:path extrusionOk="0" h="33839" w="38994">
                  <a:moveTo>
                    <a:pt x="19527" y="11550"/>
                  </a:moveTo>
                  <a:cubicBezTo>
                    <a:pt x="19741" y="11764"/>
                    <a:pt x="19944" y="12002"/>
                    <a:pt x="20158" y="12240"/>
                  </a:cubicBezTo>
                  <a:lnTo>
                    <a:pt x="18884" y="12240"/>
                  </a:lnTo>
                  <a:cubicBezTo>
                    <a:pt x="19098" y="12002"/>
                    <a:pt x="19325" y="11788"/>
                    <a:pt x="19527" y="11550"/>
                  </a:cubicBezTo>
                  <a:close/>
                  <a:moveTo>
                    <a:pt x="6275" y="727"/>
                  </a:moveTo>
                  <a:cubicBezTo>
                    <a:pt x="7978" y="727"/>
                    <a:pt x="12871" y="4323"/>
                    <a:pt x="19063" y="11050"/>
                  </a:cubicBezTo>
                  <a:cubicBezTo>
                    <a:pt x="18693" y="11455"/>
                    <a:pt x="18336" y="11859"/>
                    <a:pt x="17967" y="12264"/>
                  </a:cubicBezTo>
                  <a:cubicBezTo>
                    <a:pt x="15812" y="12300"/>
                    <a:pt x="13633" y="12419"/>
                    <a:pt x="11609" y="12633"/>
                  </a:cubicBezTo>
                  <a:cubicBezTo>
                    <a:pt x="7216" y="6549"/>
                    <a:pt x="5049" y="1930"/>
                    <a:pt x="5823" y="906"/>
                  </a:cubicBezTo>
                  <a:cubicBezTo>
                    <a:pt x="5882" y="834"/>
                    <a:pt x="5978" y="727"/>
                    <a:pt x="6275" y="727"/>
                  </a:cubicBezTo>
                  <a:close/>
                  <a:moveTo>
                    <a:pt x="32874" y="668"/>
                  </a:moveTo>
                  <a:cubicBezTo>
                    <a:pt x="33088" y="668"/>
                    <a:pt x="33112" y="739"/>
                    <a:pt x="33136" y="799"/>
                  </a:cubicBezTo>
                  <a:cubicBezTo>
                    <a:pt x="33517" y="2061"/>
                    <a:pt x="31600" y="6573"/>
                    <a:pt x="27337" y="12633"/>
                  </a:cubicBezTo>
                  <a:cubicBezTo>
                    <a:pt x="25313" y="12419"/>
                    <a:pt x="23194" y="12300"/>
                    <a:pt x="21051" y="12264"/>
                  </a:cubicBezTo>
                  <a:lnTo>
                    <a:pt x="19979" y="11050"/>
                  </a:lnTo>
                  <a:cubicBezTo>
                    <a:pt x="25813" y="4823"/>
                    <a:pt x="31207" y="668"/>
                    <a:pt x="32874" y="668"/>
                  </a:cubicBezTo>
                  <a:close/>
                  <a:moveTo>
                    <a:pt x="17372" y="12943"/>
                  </a:moveTo>
                  <a:lnTo>
                    <a:pt x="17372" y="12943"/>
                  </a:lnTo>
                  <a:cubicBezTo>
                    <a:pt x="17193" y="13133"/>
                    <a:pt x="17015" y="13348"/>
                    <a:pt x="16848" y="13538"/>
                  </a:cubicBezTo>
                  <a:cubicBezTo>
                    <a:pt x="16026" y="14479"/>
                    <a:pt x="15241" y="15443"/>
                    <a:pt x="14467" y="16396"/>
                  </a:cubicBezTo>
                  <a:cubicBezTo>
                    <a:pt x="13621" y="15324"/>
                    <a:pt x="12812" y="14264"/>
                    <a:pt x="12074" y="13252"/>
                  </a:cubicBezTo>
                  <a:cubicBezTo>
                    <a:pt x="13705" y="13098"/>
                    <a:pt x="15479" y="12991"/>
                    <a:pt x="17372" y="12943"/>
                  </a:cubicBezTo>
                  <a:close/>
                  <a:moveTo>
                    <a:pt x="21658" y="12955"/>
                  </a:moveTo>
                  <a:lnTo>
                    <a:pt x="21658" y="12955"/>
                  </a:lnTo>
                  <a:cubicBezTo>
                    <a:pt x="23527" y="13002"/>
                    <a:pt x="25290" y="13110"/>
                    <a:pt x="26909" y="13276"/>
                  </a:cubicBezTo>
                  <a:cubicBezTo>
                    <a:pt x="26183" y="14288"/>
                    <a:pt x="25409" y="15324"/>
                    <a:pt x="24551" y="16408"/>
                  </a:cubicBezTo>
                  <a:cubicBezTo>
                    <a:pt x="23766" y="15431"/>
                    <a:pt x="22980" y="14479"/>
                    <a:pt x="22182" y="13550"/>
                  </a:cubicBezTo>
                  <a:cubicBezTo>
                    <a:pt x="22003" y="13348"/>
                    <a:pt x="21837" y="13157"/>
                    <a:pt x="21658" y="12955"/>
                  </a:cubicBezTo>
                  <a:close/>
                  <a:moveTo>
                    <a:pt x="11288" y="13336"/>
                  </a:moveTo>
                  <a:cubicBezTo>
                    <a:pt x="12145" y="14526"/>
                    <a:pt x="13074" y="15729"/>
                    <a:pt x="14026" y="16920"/>
                  </a:cubicBezTo>
                  <a:cubicBezTo>
                    <a:pt x="13074" y="18122"/>
                    <a:pt x="12145" y="19325"/>
                    <a:pt x="11288" y="20515"/>
                  </a:cubicBezTo>
                  <a:cubicBezTo>
                    <a:pt x="4775" y="19825"/>
                    <a:pt x="691" y="18313"/>
                    <a:pt x="691" y="16931"/>
                  </a:cubicBezTo>
                  <a:cubicBezTo>
                    <a:pt x="691" y="15550"/>
                    <a:pt x="4775" y="14050"/>
                    <a:pt x="11288" y="13336"/>
                  </a:cubicBezTo>
                  <a:close/>
                  <a:moveTo>
                    <a:pt x="27552" y="13312"/>
                  </a:moveTo>
                  <a:cubicBezTo>
                    <a:pt x="34160" y="14014"/>
                    <a:pt x="38339" y="15538"/>
                    <a:pt x="38339" y="16931"/>
                  </a:cubicBezTo>
                  <a:cubicBezTo>
                    <a:pt x="38327" y="18336"/>
                    <a:pt x="34231" y="19825"/>
                    <a:pt x="27730" y="20539"/>
                  </a:cubicBezTo>
                  <a:cubicBezTo>
                    <a:pt x="26849" y="19325"/>
                    <a:pt x="25909" y="18110"/>
                    <a:pt x="24944" y="16884"/>
                  </a:cubicBezTo>
                  <a:cubicBezTo>
                    <a:pt x="25861" y="15681"/>
                    <a:pt x="26730" y="14491"/>
                    <a:pt x="27552" y="13312"/>
                  </a:cubicBezTo>
                  <a:close/>
                  <a:moveTo>
                    <a:pt x="14455" y="17479"/>
                  </a:moveTo>
                  <a:cubicBezTo>
                    <a:pt x="15229" y="18455"/>
                    <a:pt x="16026" y="19408"/>
                    <a:pt x="16836" y="20337"/>
                  </a:cubicBezTo>
                  <a:cubicBezTo>
                    <a:pt x="17015" y="20539"/>
                    <a:pt x="17193" y="20730"/>
                    <a:pt x="17360" y="20932"/>
                  </a:cubicBezTo>
                  <a:cubicBezTo>
                    <a:pt x="15467" y="20896"/>
                    <a:pt x="13681" y="20777"/>
                    <a:pt x="12038" y="20622"/>
                  </a:cubicBezTo>
                  <a:cubicBezTo>
                    <a:pt x="12788" y="19610"/>
                    <a:pt x="13586" y="18551"/>
                    <a:pt x="14455" y="17479"/>
                  </a:cubicBezTo>
                  <a:close/>
                  <a:moveTo>
                    <a:pt x="24528" y="17443"/>
                  </a:moveTo>
                  <a:cubicBezTo>
                    <a:pt x="25397" y="18527"/>
                    <a:pt x="26206" y="19598"/>
                    <a:pt x="26956" y="20622"/>
                  </a:cubicBezTo>
                  <a:cubicBezTo>
                    <a:pt x="25313" y="20789"/>
                    <a:pt x="23551" y="20896"/>
                    <a:pt x="21658" y="20932"/>
                  </a:cubicBezTo>
                  <a:cubicBezTo>
                    <a:pt x="21837" y="20741"/>
                    <a:pt x="22003" y="20539"/>
                    <a:pt x="22182" y="20337"/>
                  </a:cubicBezTo>
                  <a:cubicBezTo>
                    <a:pt x="22980" y="19372"/>
                    <a:pt x="23766" y="18408"/>
                    <a:pt x="24528" y="17443"/>
                  </a:cubicBezTo>
                  <a:close/>
                  <a:moveTo>
                    <a:pt x="19515" y="12919"/>
                  </a:moveTo>
                  <a:cubicBezTo>
                    <a:pt x="19932" y="12919"/>
                    <a:pt x="20348" y="12919"/>
                    <a:pt x="20753" y="12931"/>
                  </a:cubicBezTo>
                  <a:cubicBezTo>
                    <a:pt x="21051" y="13276"/>
                    <a:pt x="21360" y="13633"/>
                    <a:pt x="21670" y="13991"/>
                  </a:cubicBezTo>
                  <a:cubicBezTo>
                    <a:pt x="22539" y="14979"/>
                    <a:pt x="23349" y="15967"/>
                    <a:pt x="24123" y="16931"/>
                  </a:cubicBezTo>
                  <a:cubicBezTo>
                    <a:pt x="23349" y="17896"/>
                    <a:pt x="22539" y="18884"/>
                    <a:pt x="21670" y="19896"/>
                  </a:cubicBezTo>
                  <a:cubicBezTo>
                    <a:pt x="21360" y="20253"/>
                    <a:pt x="21063" y="20610"/>
                    <a:pt x="20753" y="20956"/>
                  </a:cubicBezTo>
                  <a:cubicBezTo>
                    <a:pt x="20348" y="20956"/>
                    <a:pt x="19932" y="20968"/>
                    <a:pt x="19515" y="20968"/>
                  </a:cubicBezTo>
                  <a:cubicBezTo>
                    <a:pt x="19098" y="20968"/>
                    <a:pt x="18682" y="20968"/>
                    <a:pt x="18277" y="20956"/>
                  </a:cubicBezTo>
                  <a:cubicBezTo>
                    <a:pt x="17979" y="20610"/>
                    <a:pt x="17670" y="20253"/>
                    <a:pt x="17360" y="19896"/>
                  </a:cubicBezTo>
                  <a:cubicBezTo>
                    <a:pt x="16491" y="18896"/>
                    <a:pt x="15669" y="17896"/>
                    <a:pt x="14895" y="16931"/>
                  </a:cubicBezTo>
                  <a:cubicBezTo>
                    <a:pt x="15669" y="15967"/>
                    <a:pt x="16491" y="14979"/>
                    <a:pt x="17360" y="13991"/>
                  </a:cubicBezTo>
                  <a:cubicBezTo>
                    <a:pt x="17670" y="13633"/>
                    <a:pt x="17979" y="13276"/>
                    <a:pt x="18277" y="12931"/>
                  </a:cubicBezTo>
                  <a:cubicBezTo>
                    <a:pt x="18682" y="12931"/>
                    <a:pt x="19098" y="12919"/>
                    <a:pt x="19515" y="12919"/>
                  </a:cubicBezTo>
                  <a:close/>
                  <a:moveTo>
                    <a:pt x="19503" y="21623"/>
                  </a:moveTo>
                  <a:cubicBezTo>
                    <a:pt x="19638" y="21623"/>
                    <a:pt x="19784" y="21628"/>
                    <a:pt x="19926" y="21628"/>
                  </a:cubicBezTo>
                  <a:cubicBezTo>
                    <a:pt x="19997" y="21628"/>
                    <a:pt x="20067" y="21626"/>
                    <a:pt x="20134" y="21623"/>
                  </a:cubicBezTo>
                  <a:lnTo>
                    <a:pt x="20134" y="21623"/>
                  </a:lnTo>
                  <a:cubicBezTo>
                    <a:pt x="19932" y="21861"/>
                    <a:pt x="19706" y="22099"/>
                    <a:pt x="19503" y="22337"/>
                  </a:cubicBezTo>
                  <a:cubicBezTo>
                    <a:pt x="19289" y="22099"/>
                    <a:pt x="19063" y="21861"/>
                    <a:pt x="18860" y="21623"/>
                  </a:cubicBezTo>
                  <a:close/>
                  <a:moveTo>
                    <a:pt x="11597" y="21230"/>
                  </a:moveTo>
                  <a:cubicBezTo>
                    <a:pt x="13633" y="21444"/>
                    <a:pt x="15812" y="21563"/>
                    <a:pt x="17967" y="21611"/>
                  </a:cubicBezTo>
                  <a:cubicBezTo>
                    <a:pt x="18336" y="22027"/>
                    <a:pt x="18693" y="22420"/>
                    <a:pt x="19051" y="22825"/>
                  </a:cubicBezTo>
                  <a:cubicBezTo>
                    <a:pt x="12871" y="29552"/>
                    <a:pt x="7978" y="33136"/>
                    <a:pt x="6287" y="33136"/>
                  </a:cubicBezTo>
                  <a:cubicBezTo>
                    <a:pt x="6001" y="33136"/>
                    <a:pt x="5882" y="33041"/>
                    <a:pt x="5823" y="32957"/>
                  </a:cubicBezTo>
                  <a:cubicBezTo>
                    <a:pt x="5037" y="31933"/>
                    <a:pt x="7204" y="27326"/>
                    <a:pt x="11597" y="21230"/>
                  </a:cubicBezTo>
                  <a:close/>
                  <a:moveTo>
                    <a:pt x="27397" y="21230"/>
                  </a:moveTo>
                  <a:cubicBezTo>
                    <a:pt x="31790" y="27338"/>
                    <a:pt x="33969" y="31945"/>
                    <a:pt x="33195" y="32957"/>
                  </a:cubicBezTo>
                  <a:cubicBezTo>
                    <a:pt x="33136" y="33041"/>
                    <a:pt x="33029" y="33136"/>
                    <a:pt x="32731" y="33136"/>
                  </a:cubicBezTo>
                  <a:cubicBezTo>
                    <a:pt x="31028" y="33136"/>
                    <a:pt x="26147" y="29552"/>
                    <a:pt x="19979" y="22837"/>
                  </a:cubicBezTo>
                  <a:cubicBezTo>
                    <a:pt x="20337" y="22444"/>
                    <a:pt x="20706" y="22027"/>
                    <a:pt x="21063" y="21611"/>
                  </a:cubicBezTo>
                  <a:cubicBezTo>
                    <a:pt x="23218" y="21563"/>
                    <a:pt x="25373" y="21444"/>
                    <a:pt x="27397" y="21230"/>
                  </a:cubicBezTo>
                  <a:close/>
                  <a:moveTo>
                    <a:pt x="32874" y="1"/>
                  </a:moveTo>
                  <a:cubicBezTo>
                    <a:pt x="30850" y="1"/>
                    <a:pt x="25123" y="4597"/>
                    <a:pt x="19515" y="10562"/>
                  </a:cubicBezTo>
                  <a:cubicBezTo>
                    <a:pt x="13693" y="4251"/>
                    <a:pt x="8466" y="60"/>
                    <a:pt x="6263" y="60"/>
                  </a:cubicBezTo>
                  <a:cubicBezTo>
                    <a:pt x="5728" y="60"/>
                    <a:pt x="5430" y="298"/>
                    <a:pt x="5263" y="501"/>
                  </a:cubicBezTo>
                  <a:cubicBezTo>
                    <a:pt x="4108" y="2025"/>
                    <a:pt x="6799" y="7097"/>
                    <a:pt x="10823" y="12717"/>
                  </a:cubicBezTo>
                  <a:cubicBezTo>
                    <a:pt x="4763" y="13407"/>
                    <a:pt x="1" y="14848"/>
                    <a:pt x="1" y="16943"/>
                  </a:cubicBezTo>
                  <a:cubicBezTo>
                    <a:pt x="1" y="19051"/>
                    <a:pt x="4763" y="20480"/>
                    <a:pt x="10823" y="21170"/>
                  </a:cubicBezTo>
                  <a:cubicBezTo>
                    <a:pt x="6775" y="26826"/>
                    <a:pt x="4132" y="31910"/>
                    <a:pt x="5263" y="33398"/>
                  </a:cubicBezTo>
                  <a:cubicBezTo>
                    <a:pt x="5418" y="33600"/>
                    <a:pt x="5716" y="33838"/>
                    <a:pt x="6263" y="33838"/>
                  </a:cubicBezTo>
                  <a:cubicBezTo>
                    <a:pt x="8466" y="33838"/>
                    <a:pt x="13729" y="29683"/>
                    <a:pt x="19515" y="23361"/>
                  </a:cubicBezTo>
                  <a:cubicBezTo>
                    <a:pt x="25313" y="29659"/>
                    <a:pt x="30528" y="33838"/>
                    <a:pt x="32731" y="33838"/>
                  </a:cubicBezTo>
                  <a:cubicBezTo>
                    <a:pt x="33267" y="33838"/>
                    <a:pt x="33564" y="33600"/>
                    <a:pt x="33731" y="33398"/>
                  </a:cubicBezTo>
                  <a:cubicBezTo>
                    <a:pt x="34886" y="31874"/>
                    <a:pt x="32195" y="26802"/>
                    <a:pt x="28171" y="21170"/>
                  </a:cubicBezTo>
                  <a:cubicBezTo>
                    <a:pt x="34231" y="20480"/>
                    <a:pt x="38994" y="19051"/>
                    <a:pt x="38994" y="16931"/>
                  </a:cubicBezTo>
                  <a:cubicBezTo>
                    <a:pt x="38994" y="14800"/>
                    <a:pt x="34124" y="13360"/>
                    <a:pt x="27968" y="12693"/>
                  </a:cubicBezTo>
                  <a:cubicBezTo>
                    <a:pt x="31969" y="6799"/>
                    <a:pt x="34410" y="1680"/>
                    <a:pt x="33767" y="608"/>
                  </a:cubicBezTo>
                  <a:cubicBezTo>
                    <a:pt x="33564" y="263"/>
                    <a:pt x="33326" y="1"/>
                    <a:pt x="328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74"/>
            <p:cNvSpPr/>
            <p:nvPr/>
          </p:nvSpPr>
          <p:spPr>
            <a:xfrm>
              <a:off x="869450" y="1220525"/>
              <a:ext cx="130975" cy="130975"/>
            </a:xfrm>
            <a:custGeom>
              <a:rect b="b" l="l" r="r" t="t"/>
              <a:pathLst>
                <a:path extrusionOk="0" h="5239" w="5239">
                  <a:moveTo>
                    <a:pt x="2620" y="0"/>
                  </a:moveTo>
                  <a:cubicBezTo>
                    <a:pt x="1179" y="0"/>
                    <a:pt x="0" y="1179"/>
                    <a:pt x="0" y="2620"/>
                  </a:cubicBezTo>
                  <a:cubicBezTo>
                    <a:pt x="0" y="4060"/>
                    <a:pt x="1179" y="5239"/>
                    <a:pt x="2620" y="5239"/>
                  </a:cubicBezTo>
                  <a:cubicBezTo>
                    <a:pt x="4072" y="5239"/>
                    <a:pt x="5239" y="4072"/>
                    <a:pt x="5239" y="2620"/>
                  </a:cubicBezTo>
                  <a:cubicBezTo>
                    <a:pt x="5239" y="1179"/>
                    <a:pt x="4072" y="0"/>
                    <a:pt x="26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174"/>
            <p:cNvSpPr/>
            <p:nvPr/>
          </p:nvSpPr>
          <p:spPr>
            <a:xfrm>
              <a:off x="1353125" y="1430950"/>
              <a:ext cx="139925" cy="139925"/>
            </a:xfrm>
            <a:custGeom>
              <a:rect b="b" l="l" r="r" t="t"/>
              <a:pathLst>
                <a:path extrusionOk="0" h="5597" w="5597">
                  <a:moveTo>
                    <a:pt x="2799" y="1"/>
                  </a:moveTo>
                  <a:cubicBezTo>
                    <a:pt x="1251" y="1"/>
                    <a:pt x="1" y="1251"/>
                    <a:pt x="1" y="2799"/>
                  </a:cubicBezTo>
                  <a:cubicBezTo>
                    <a:pt x="1" y="4347"/>
                    <a:pt x="1251" y="5597"/>
                    <a:pt x="2799" y="5597"/>
                  </a:cubicBezTo>
                  <a:cubicBezTo>
                    <a:pt x="4347" y="5597"/>
                    <a:pt x="5597" y="4347"/>
                    <a:pt x="5597" y="2799"/>
                  </a:cubicBezTo>
                  <a:cubicBezTo>
                    <a:pt x="5597" y="1251"/>
                    <a:pt x="4335" y="1"/>
                    <a:pt x="279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174"/>
            <p:cNvSpPr/>
            <p:nvPr/>
          </p:nvSpPr>
          <p:spPr>
            <a:xfrm>
              <a:off x="859925" y="1755400"/>
              <a:ext cx="159850" cy="139925"/>
            </a:xfrm>
            <a:custGeom>
              <a:rect b="b" l="l" r="r" t="t"/>
              <a:pathLst>
                <a:path extrusionOk="0" h="5597" w="6394">
                  <a:moveTo>
                    <a:pt x="3193" y="0"/>
                  </a:moveTo>
                  <a:cubicBezTo>
                    <a:pt x="2691" y="0"/>
                    <a:pt x="2183" y="135"/>
                    <a:pt x="1727" y="417"/>
                  </a:cubicBezTo>
                  <a:cubicBezTo>
                    <a:pt x="405" y="1227"/>
                    <a:pt x="0" y="2953"/>
                    <a:pt x="822" y="4263"/>
                  </a:cubicBezTo>
                  <a:cubicBezTo>
                    <a:pt x="1349" y="5125"/>
                    <a:pt x="2267" y="5596"/>
                    <a:pt x="3204" y="5596"/>
                  </a:cubicBezTo>
                  <a:cubicBezTo>
                    <a:pt x="3705" y="5596"/>
                    <a:pt x="4211" y="5462"/>
                    <a:pt x="4667" y="5180"/>
                  </a:cubicBezTo>
                  <a:cubicBezTo>
                    <a:pt x="5977" y="4358"/>
                    <a:pt x="6394" y="2644"/>
                    <a:pt x="5572" y="1322"/>
                  </a:cubicBezTo>
                  <a:cubicBezTo>
                    <a:pt x="5045" y="469"/>
                    <a:pt x="4129" y="0"/>
                    <a:pt x="31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9_1_1">
    <p:spTree>
      <p:nvGrpSpPr>
        <p:cNvPr id="2633" name="Shape 2633"/>
        <p:cNvGrpSpPr/>
        <p:nvPr/>
      </p:nvGrpSpPr>
      <p:grpSpPr>
        <a:xfrm>
          <a:off x="0" y="0"/>
          <a:ext cx="0" cy="0"/>
          <a:chOff x="0" y="0"/>
          <a:chExt cx="0" cy="0"/>
        </a:xfrm>
      </p:grpSpPr>
      <p:sp>
        <p:nvSpPr>
          <p:cNvPr id="2634" name="Google Shape;2634;p175"/>
          <p:cNvSpPr/>
          <p:nvPr/>
        </p:nvSpPr>
        <p:spPr>
          <a:xfrm rot="10800000">
            <a:off x="3775362" y="-37478"/>
            <a:ext cx="5952915" cy="286675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75"/>
          <p:cNvSpPr txBox="1"/>
          <p:nvPr>
            <p:ph idx="1" type="subTitle"/>
          </p:nvPr>
        </p:nvSpPr>
        <p:spPr>
          <a:xfrm>
            <a:off x="2485050" y="2537338"/>
            <a:ext cx="4103100" cy="101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636" name="Google Shape;2636;p175"/>
          <p:cNvSpPr txBox="1"/>
          <p:nvPr>
            <p:ph type="title"/>
          </p:nvPr>
        </p:nvSpPr>
        <p:spPr>
          <a:xfrm>
            <a:off x="2485100" y="1401588"/>
            <a:ext cx="4103100" cy="1293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3400"/>
              <a:buNone/>
              <a:defRPr sz="7200"/>
            </a:lvl1pPr>
            <a:lvl2pPr lvl="1" rtl="0">
              <a:spcBef>
                <a:spcPts val="0"/>
              </a:spcBef>
              <a:spcAft>
                <a:spcPts val="0"/>
              </a:spcAft>
              <a:buClr>
                <a:schemeClr val="accent2"/>
              </a:buClr>
              <a:buSzPts val="3400"/>
              <a:buNone/>
              <a:defRPr>
                <a:solidFill>
                  <a:schemeClr val="accent2"/>
                </a:solidFill>
              </a:defRPr>
            </a:lvl2pPr>
            <a:lvl3pPr lvl="2" rtl="0">
              <a:spcBef>
                <a:spcPts val="0"/>
              </a:spcBef>
              <a:spcAft>
                <a:spcPts val="0"/>
              </a:spcAft>
              <a:buClr>
                <a:schemeClr val="accent2"/>
              </a:buClr>
              <a:buSzPts val="3400"/>
              <a:buNone/>
              <a:defRPr>
                <a:solidFill>
                  <a:schemeClr val="accent2"/>
                </a:solidFill>
              </a:defRPr>
            </a:lvl3pPr>
            <a:lvl4pPr lvl="3" rtl="0">
              <a:spcBef>
                <a:spcPts val="0"/>
              </a:spcBef>
              <a:spcAft>
                <a:spcPts val="0"/>
              </a:spcAft>
              <a:buClr>
                <a:schemeClr val="accent2"/>
              </a:buClr>
              <a:buSzPts val="3400"/>
              <a:buNone/>
              <a:defRPr>
                <a:solidFill>
                  <a:schemeClr val="accent2"/>
                </a:solidFill>
              </a:defRPr>
            </a:lvl4pPr>
            <a:lvl5pPr lvl="4" rtl="0">
              <a:spcBef>
                <a:spcPts val="0"/>
              </a:spcBef>
              <a:spcAft>
                <a:spcPts val="0"/>
              </a:spcAft>
              <a:buClr>
                <a:schemeClr val="accent2"/>
              </a:buClr>
              <a:buSzPts val="3400"/>
              <a:buNone/>
              <a:defRPr>
                <a:solidFill>
                  <a:schemeClr val="accent2"/>
                </a:solidFill>
              </a:defRPr>
            </a:lvl5pPr>
            <a:lvl6pPr lvl="5" rtl="0">
              <a:spcBef>
                <a:spcPts val="0"/>
              </a:spcBef>
              <a:spcAft>
                <a:spcPts val="0"/>
              </a:spcAft>
              <a:buClr>
                <a:schemeClr val="accent2"/>
              </a:buClr>
              <a:buSzPts val="3400"/>
              <a:buNone/>
              <a:defRPr>
                <a:solidFill>
                  <a:schemeClr val="accent2"/>
                </a:solidFill>
              </a:defRPr>
            </a:lvl6pPr>
            <a:lvl7pPr lvl="6" rtl="0">
              <a:spcBef>
                <a:spcPts val="0"/>
              </a:spcBef>
              <a:spcAft>
                <a:spcPts val="0"/>
              </a:spcAft>
              <a:buClr>
                <a:schemeClr val="accent2"/>
              </a:buClr>
              <a:buSzPts val="3400"/>
              <a:buNone/>
              <a:defRPr>
                <a:solidFill>
                  <a:schemeClr val="accent2"/>
                </a:solidFill>
              </a:defRPr>
            </a:lvl7pPr>
            <a:lvl8pPr lvl="7" rtl="0">
              <a:spcBef>
                <a:spcPts val="0"/>
              </a:spcBef>
              <a:spcAft>
                <a:spcPts val="0"/>
              </a:spcAft>
              <a:buClr>
                <a:schemeClr val="accent2"/>
              </a:buClr>
              <a:buSzPts val="3400"/>
              <a:buNone/>
              <a:defRPr>
                <a:solidFill>
                  <a:schemeClr val="accent2"/>
                </a:solidFill>
              </a:defRPr>
            </a:lvl8pPr>
            <a:lvl9pPr lvl="8" rtl="0">
              <a:spcBef>
                <a:spcPts val="0"/>
              </a:spcBef>
              <a:spcAft>
                <a:spcPts val="0"/>
              </a:spcAft>
              <a:buClr>
                <a:schemeClr val="accent2"/>
              </a:buClr>
              <a:buSzPts val="3400"/>
              <a:buNone/>
              <a:defRPr>
                <a:solidFill>
                  <a:schemeClr val="accent2"/>
                </a:solidFill>
              </a:defRPr>
            </a:lvl9pPr>
          </a:lstStyle>
          <a:p/>
        </p:txBody>
      </p:sp>
      <p:sp>
        <p:nvSpPr>
          <p:cNvPr id="2637" name="Google Shape;2637;p175"/>
          <p:cNvSpPr/>
          <p:nvPr/>
        </p:nvSpPr>
        <p:spPr>
          <a:xfrm flipH="1">
            <a:off x="7108274" y="4064725"/>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175"/>
          <p:cNvSpPr/>
          <p:nvPr/>
        </p:nvSpPr>
        <p:spPr>
          <a:xfrm>
            <a:off x="231224" y="1959700"/>
            <a:ext cx="1487005" cy="539387"/>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75"/>
          <p:cNvSpPr/>
          <p:nvPr/>
        </p:nvSpPr>
        <p:spPr>
          <a:xfrm>
            <a:off x="-491820" y="-391502"/>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ONLY_1_1">
    <p:spTree>
      <p:nvGrpSpPr>
        <p:cNvPr id="2640" name="Shape 2640"/>
        <p:cNvGrpSpPr/>
        <p:nvPr/>
      </p:nvGrpSpPr>
      <p:grpSpPr>
        <a:xfrm>
          <a:off x="0" y="0"/>
          <a:ext cx="0" cy="0"/>
          <a:chOff x="0" y="0"/>
          <a:chExt cx="0" cy="0"/>
        </a:xfrm>
      </p:grpSpPr>
      <p:sp>
        <p:nvSpPr>
          <p:cNvPr id="2641" name="Google Shape;2641;p176"/>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642" name="Google Shape;2642;p176"/>
          <p:cNvSpPr txBox="1"/>
          <p:nvPr>
            <p:ph idx="1" type="subTitle"/>
          </p:nvPr>
        </p:nvSpPr>
        <p:spPr>
          <a:xfrm>
            <a:off x="1580550"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643" name="Google Shape;2643;p176"/>
          <p:cNvSpPr txBox="1"/>
          <p:nvPr>
            <p:ph idx="2" type="subTitle"/>
          </p:nvPr>
        </p:nvSpPr>
        <p:spPr>
          <a:xfrm>
            <a:off x="5021538" y="3958635"/>
            <a:ext cx="2541900" cy="615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b="1"/>
            </a:lvl2pPr>
            <a:lvl3pPr lvl="2" rtl="0" algn="ctr">
              <a:spcBef>
                <a:spcPts val="0"/>
              </a:spcBef>
              <a:spcAft>
                <a:spcPts val="0"/>
              </a:spcAft>
              <a:buNone/>
              <a:defRPr b="1"/>
            </a:lvl3pPr>
            <a:lvl4pPr lvl="3" rtl="0" algn="ctr">
              <a:spcBef>
                <a:spcPts val="0"/>
              </a:spcBef>
              <a:spcAft>
                <a:spcPts val="0"/>
              </a:spcAft>
              <a:buNone/>
              <a:defRPr b="1"/>
            </a:lvl4pPr>
            <a:lvl5pPr lvl="4" rtl="0" algn="ctr">
              <a:spcBef>
                <a:spcPts val="0"/>
              </a:spcBef>
              <a:spcAft>
                <a:spcPts val="0"/>
              </a:spcAft>
              <a:buNone/>
              <a:defRPr b="1"/>
            </a:lvl5pPr>
            <a:lvl6pPr lvl="5" rtl="0" algn="ctr">
              <a:spcBef>
                <a:spcPts val="0"/>
              </a:spcBef>
              <a:spcAft>
                <a:spcPts val="0"/>
              </a:spcAft>
              <a:buNone/>
              <a:defRPr b="1"/>
            </a:lvl6pPr>
            <a:lvl7pPr lvl="6" rtl="0" algn="ctr">
              <a:spcBef>
                <a:spcPts val="0"/>
              </a:spcBef>
              <a:spcAft>
                <a:spcPts val="0"/>
              </a:spcAft>
              <a:buNone/>
              <a:defRPr b="1"/>
            </a:lvl7pPr>
            <a:lvl8pPr lvl="7" rtl="0" algn="ctr">
              <a:spcBef>
                <a:spcPts val="0"/>
              </a:spcBef>
              <a:spcAft>
                <a:spcPts val="0"/>
              </a:spcAft>
              <a:buNone/>
              <a:defRPr b="1"/>
            </a:lvl8pPr>
            <a:lvl9pPr lvl="8" rtl="0" algn="ctr">
              <a:spcBef>
                <a:spcPts val="0"/>
              </a:spcBef>
              <a:spcAft>
                <a:spcPts val="0"/>
              </a:spcAft>
              <a:buNone/>
              <a:defRPr b="1"/>
            </a:lvl9pPr>
          </a:lstStyle>
          <a:p/>
        </p:txBody>
      </p:sp>
      <p:sp>
        <p:nvSpPr>
          <p:cNvPr id="2644" name="Google Shape;2644;p176"/>
          <p:cNvSpPr txBox="1"/>
          <p:nvPr>
            <p:ph idx="3" type="title"/>
          </p:nvPr>
        </p:nvSpPr>
        <p:spPr>
          <a:xfrm>
            <a:off x="1580550"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645" name="Google Shape;2645;p176"/>
          <p:cNvSpPr txBox="1"/>
          <p:nvPr>
            <p:ph idx="4" type="title"/>
          </p:nvPr>
        </p:nvSpPr>
        <p:spPr>
          <a:xfrm>
            <a:off x="5021538" y="3528846"/>
            <a:ext cx="2541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646" name="Google Shape;2646;p176"/>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47" name="Google Shape;2647;p176"/>
          <p:cNvGrpSpPr/>
          <p:nvPr/>
        </p:nvGrpSpPr>
        <p:grpSpPr>
          <a:xfrm>
            <a:off x="278749" y="1353426"/>
            <a:ext cx="331557" cy="331557"/>
            <a:chOff x="3796125" y="-35750"/>
            <a:chExt cx="773400" cy="773400"/>
          </a:xfrm>
        </p:grpSpPr>
        <p:sp>
          <p:nvSpPr>
            <p:cNvPr id="2648" name="Google Shape;2648;p17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17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0" name="Google Shape;2650;p176"/>
          <p:cNvGrpSpPr/>
          <p:nvPr/>
        </p:nvGrpSpPr>
        <p:grpSpPr>
          <a:xfrm>
            <a:off x="8533724" y="3505326"/>
            <a:ext cx="331557" cy="331557"/>
            <a:chOff x="3796125" y="-35750"/>
            <a:chExt cx="773400" cy="773400"/>
          </a:xfrm>
        </p:grpSpPr>
        <p:sp>
          <p:nvSpPr>
            <p:cNvPr id="2651" name="Google Shape;2651;p17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7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3" name="Google Shape;2653;p176"/>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176"/>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176"/>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76"/>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7" name="Google Shape;2657;p176"/>
          <p:cNvGrpSpPr/>
          <p:nvPr/>
        </p:nvGrpSpPr>
        <p:grpSpPr>
          <a:xfrm>
            <a:off x="-171691" y="2850450"/>
            <a:ext cx="1577723" cy="893906"/>
            <a:chOff x="3467026" y="90021"/>
            <a:chExt cx="2493241" cy="1412619"/>
          </a:xfrm>
        </p:grpSpPr>
        <p:grpSp>
          <p:nvGrpSpPr>
            <p:cNvPr id="2658" name="Google Shape;2658;p176"/>
            <p:cNvGrpSpPr/>
            <p:nvPr/>
          </p:nvGrpSpPr>
          <p:grpSpPr>
            <a:xfrm>
              <a:off x="3467026" y="259199"/>
              <a:ext cx="835891" cy="835891"/>
              <a:chOff x="3796125" y="-35750"/>
              <a:chExt cx="773400" cy="773400"/>
            </a:xfrm>
          </p:grpSpPr>
          <p:sp>
            <p:nvSpPr>
              <p:cNvPr id="2659" name="Google Shape;2659;p17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7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61" name="Google Shape;2661;p176"/>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662" name="Google Shape;2662;p176"/>
            <p:cNvGrpSpPr/>
            <p:nvPr/>
          </p:nvGrpSpPr>
          <p:grpSpPr>
            <a:xfrm>
              <a:off x="4724445" y="90021"/>
              <a:ext cx="576724" cy="576724"/>
              <a:chOff x="3796125" y="-35750"/>
              <a:chExt cx="773400" cy="773400"/>
            </a:xfrm>
          </p:grpSpPr>
          <p:sp>
            <p:nvSpPr>
              <p:cNvPr id="2663" name="Google Shape;2663;p17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17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65" name="Google Shape;2665;p176"/>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666" name="Google Shape;2666;p176"/>
            <p:cNvGrpSpPr/>
            <p:nvPr/>
          </p:nvGrpSpPr>
          <p:grpSpPr>
            <a:xfrm>
              <a:off x="5124376" y="666749"/>
              <a:ext cx="835891" cy="835891"/>
              <a:chOff x="3796125" y="-35750"/>
              <a:chExt cx="773400" cy="773400"/>
            </a:xfrm>
          </p:grpSpPr>
          <p:sp>
            <p:nvSpPr>
              <p:cNvPr id="2667" name="Google Shape;2667;p17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176"/>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69" name="Google Shape;2669;p176"/>
          <p:cNvGrpSpPr/>
          <p:nvPr/>
        </p:nvGrpSpPr>
        <p:grpSpPr>
          <a:xfrm flipH="1" rot="10800000">
            <a:off x="7944681" y="1412600"/>
            <a:ext cx="1413169" cy="800673"/>
            <a:chOff x="3467026" y="90021"/>
            <a:chExt cx="2493241" cy="1412619"/>
          </a:xfrm>
        </p:grpSpPr>
        <p:grpSp>
          <p:nvGrpSpPr>
            <p:cNvPr id="2670" name="Google Shape;2670;p176"/>
            <p:cNvGrpSpPr/>
            <p:nvPr/>
          </p:nvGrpSpPr>
          <p:grpSpPr>
            <a:xfrm>
              <a:off x="3467026" y="259199"/>
              <a:ext cx="835891" cy="835891"/>
              <a:chOff x="3796125" y="-35750"/>
              <a:chExt cx="773400" cy="773400"/>
            </a:xfrm>
          </p:grpSpPr>
          <p:sp>
            <p:nvSpPr>
              <p:cNvPr id="2671" name="Google Shape;2671;p17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176"/>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73" name="Google Shape;2673;p176"/>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674" name="Google Shape;2674;p176"/>
            <p:cNvGrpSpPr/>
            <p:nvPr/>
          </p:nvGrpSpPr>
          <p:grpSpPr>
            <a:xfrm>
              <a:off x="4724445" y="90021"/>
              <a:ext cx="576724" cy="576724"/>
              <a:chOff x="3796125" y="-35750"/>
              <a:chExt cx="773400" cy="773400"/>
            </a:xfrm>
          </p:grpSpPr>
          <p:sp>
            <p:nvSpPr>
              <p:cNvPr id="2675" name="Google Shape;2675;p176"/>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76"/>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77" name="Google Shape;2677;p176"/>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678" name="Google Shape;2678;p176"/>
            <p:cNvGrpSpPr/>
            <p:nvPr/>
          </p:nvGrpSpPr>
          <p:grpSpPr>
            <a:xfrm>
              <a:off x="5124376" y="666749"/>
              <a:ext cx="835891" cy="835891"/>
              <a:chOff x="3796125" y="-35750"/>
              <a:chExt cx="773400" cy="773400"/>
            </a:xfrm>
          </p:grpSpPr>
          <p:sp>
            <p:nvSpPr>
              <p:cNvPr id="2679" name="Google Shape;2679;p176"/>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176"/>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1" name="Google Shape;2681;p176"/>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IG_NUMBER_1">
    <p:spTree>
      <p:nvGrpSpPr>
        <p:cNvPr id="2682" name="Shape 2682"/>
        <p:cNvGrpSpPr/>
        <p:nvPr/>
      </p:nvGrpSpPr>
      <p:grpSpPr>
        <a:xfrm>
          <a:off x="0" y="0"/>
          <a:ext cx="0" cy="0"/>
          <a:chOff x="0" y="0"/>
          <a:chExt cx="0" cy="0"/>
        </a:xfrm>
      </p:grpSpPr>
      <p:sp>
        <p:nvSpPr>
          <p:cNvPr id="2683" name="Google Shape;2683;p177"/>
          <p:cNvSpPr txBox="1"/>
          <p:nvPr>
            <p:ph hasCustomPrompt="1" type="title"/>
          </p:nvPr>
        </p:nvSpPr>
        <p:spPr>
          <a:xfrm>
            <a:off x="3541350" y="279233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2684" name="Google Shape;2684;p177"/>
          <p:cNvSpPr txBox="1"/>
          <p:nvPr>
            <p:ph idx="1" type="subTitle"/>
          </p:nvPr>
        </p:nvSpPr>
        <p:spPr>
          <a:xfrm>
            <a:off x="3542850" y="3302623"/>
            <a:ext cx="20583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685" name="Google Shape;2685;p177"/>
          <p:cNvSpPr txBox="1"/>
          <p:nvPr>
            <p:ph hasCustomPrompt="1" idx="2" type="title"/>
          </p:nvPr>
        </p:nvSpPr>
        <p:spPr>
          <a:xfrm>
            <a:off x="1329450" y="1310986"/>
            <a:ext cx="20613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2686" name="Google Shape;2686;p177"/>
          <p:cNvSpPr txBox="1"/>
          <p:nvPr>
            <p:ph idx="3" type="subTitle"/>
          </p:nvPr>
        </p:nvSpPr>
        <p:spPr>
          <a:xfrm>
            <a:off x="1332569" y="1821272"/>
            <a:ext cx="2058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687" name="Google Shape;2687;p177"/>
          <p:cNvSpPr txBox="1"/>
          <p:nvPr>
            <p:ph hasCustomPrompt="1" idx="4" type="title"/>
          </p:nvPr>
        </p:nvSpPr>
        <p:spPr>
          <a:xfrm>
            <a:off x="5754900" y="1310986"/>
            <a:ext cx="2058000" cy="646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3000"/>
            </a:lvl1pPr>
            <a:lvl2pPr lvl="1" rtl="0" algn="ctr">
              <a:spcBef>
                <a:spcPts val="0"/>
              </a:spcBef>
              <a:spcAft>
                <a:spcPts val="0"/>
              </a:spcAft>
              <a:buSzPts val="2800"/>
              <a:buNone/>
              <a:defRPr sz="2800"/>
            </a:lvl2pPr>
            <a:lvl3pPr lvl="2" rtl="0" algn="ctr">
              <a:spcBef>
                <a:spcPts val="0"/>
              </a:spcBef>
              <a:spcAft>
                <a:spcPts val="0"/>
              </a:spcAft>
              <a:buSzPts val="2800"/>
              <a:buNone/>
              <a:defRPr sz="2800"/>
            </a:lvl3pPr>
            <a:lvl4pPr lvl="3" rtl="0" algn="ctr">
              <a:spcBef>
                <a:spcPts val="0"/>
              </a:spcBef>
              <a:spcAft>
                <a:spcPts val="0"/>
              </a:spcAft>
              <a:buSzPts val="2800"/>
              <a:buNone/>
              <a:defRPr sz="2800"/>
            </a:lvl4pPr>
            <a:lvl5pPr lvl="4" rtl="0" algn="ctr">
              <a:spcBef>
                <a:spcPts val="0"/>
              </a:spcBef>
              <a:spcAft>
                <a:spcPts val="0"/>
              </a:spcAft>
              <a:buSzPts val="2800"/>
              <a:buNone/>
              <a:defRPr sz="2800"/>
            </a:lvl5pPr>
            <a:lvl6pPr lvl="5" rtl="0" algn="ctr">
              <a:spcBef>
                <a:spcPts val="0"/>
              </a:spcBef>
              <a:spcAft>
                <a:spcPts val="0"/>
              </a:spcAft>
              <a:buSzPts val="2800"/>
              <a:buNone/>
              <a:defRPr sz="2800"/>
            </a:lvl6pPr>
            <a:lvl7pPr lvl="6" rtl="0" algn="ctr">
              <a:spcBef>
                <a:spcPts val="0"/>
              </a:spcBef>
              <a:spcAft>
                <a:spcPts val="0"/>
              </a:spcAft>
              <a:buSzPts val="2800"/>
              <a:buNone/>
              <a:defRPr sz="2800"/>
            </a:lvl7pPr>
            <a:lvl8pPr lvl="7" rtl="0" algn="ctr">
              <a:spcBef>
                <a:spcPts val="0"/>
              </a:spcBef>
              <a:spcAft>
                <a:spcPts val="0"/>
              </a:spcAft>
              <a:buSzPts val="2800"/>
              <a:buNone/>
              <a:defRPr sz="2800"/>
            </a:lvl8pPr>
            <a:lvl9pPr lvl="8" rtl="0" algn="ctr">
              <a:spcBef>
                <a:spcPts val="0"/>
              </a:spcBef>
              <a:spcAft>
                <a:spcPts val="0"/>
              </a:spcAft>
              <a:buSzPts val="2800"/>
              <a:buNone/>
              <a:defRPr sz="2800"/>
            </a:lvl9pPr>
          </a:lstStyle>
          <a:p>
            <a:r>
              <a:t>xx%</a:t>
            </a:r>
          </a:p>
        </p:txBody>
      </p:sp>
      <p:sp>
        <p:nvSpPr>
          <p:cNvPr id="2688" name="Google Shape;2688;p177"/>
          <p:cNvSpPr txBox="1"/>
          <p:nvPr>
            <p:ph idx="5" type="subTitle"/>
          </p:nvPr>
        </p:nvSpPr>
        <p:spPr>
          <a:xfrm>
            <a:off x="5756400" y="1821273"/>
            <a:ext cx="20550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689" name="Google Shape;2689;p177"/>
          <p:cNvSpPr/>
          <p:nvPr/>
        </p:nvSpPr>
        <p:spPr>
          <a:xfrm>
            <a:off x="241120" y="3438825"/>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177"/>
          <p:cNvSpPr/>
          <p:nvPr/>
        </p:nvSpPr>
        <p:spPr>
          <a:xfrm>
            <a:off x="7021495" y="-223000"/>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BIG_NUMBER_1_1">
    <p:spTree>
      <p:nvGrpSpPr>
        <p:cNvPr id="2691" name="Shape 2691"/>
        <p:cNvGrpSpPr/>
        <p:nvPr/>
      </p:nvGrpSpPr>
      <p:grpSpPr>
        <a:xfrm>
          <a:off x="0" y="0"/>
          <a:ext cx="0" cy="0"/>
          <a:chOff x="0" y="0"/>
          <a:chExt cx="0" cy="0"/>
        </a:xfrm>
      </p:grpSpPr>
      <p:sp>
        <p:nvSpPr>
          <p:cNvPr id="2692" name="Google Shape;2692;p178"/>
          <p:cNvSpPr txBox="1"/>
          <p:nvPr>
            <p:ph idx="1" type="subTitle"/>
          </p:nvPr>
        </p:nvSpPr>
        <p:spPr>
          <a:xfrm>
            <a:off x="16801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693" name="Google Shape;2693;p178"/>
          <p:cNvSpPr txBox="1"/>
          <p:nvPr>
            <p:ph idx="2" type="subTitle"/>
          </p:nvPr>
        </p:nvSpPr>
        <p:spPr>
          <a:xfrm>
            <a:off x="4932881" y="3927298"/>
            <a:ext cx="25329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694" name="Google Shape;2694;p178"/>
          <p:cNvSpPr txBox="1"/>
          <p:nvPr>
            <p:ph type="title"/>
          </p:nvPr>
        </p:nvSpPr>
        <p:spPr>
          <a:xfrm>
            <a:off x="16840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695" name="Google Shape;2695;p178"/>
          <p:cNvSpPr txBox="1"/>
          <p:nvPr>
            <p:ph idx="3" type="title"/>
          </p:nvPr>
        </p:nvSpPr>
        <p:spPr>
          <a:xfrm>
            <a:off x="4932875" y="3488300"/>
            <a:ext cx="25329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696" name="Google Shape;2696;p178"/>
          <p:cNvSpPr txBox="1"/>
          <p:nvPr>
            <p:ph hasCustomPrompt="1" idx="4" type="title"/>
          </p:nvPr>
        </p:nvSpPr>
        <p:spPr>
          <a:xfrm>
            <a:off x="2345137"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697" name="Google Shape;2697;p178"/>
          <p:cNvSpPr txBox="1"/>
          <p:nvPr>
            <p:ph hasCustomPrompt="1" idx="5" type="title"/>
          </p:nvPr>
        </p:nvSpPr>
        <p:spPr>
          <a:xfrm>
            <a:off x="5595856" y="2179002"/>
            <a:ext cx="1206900" cy="594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accent5"/>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a:r>
              <a:t>xx%</a:t>
            </a:r>
          </a:p>
        </p:txBody>
      </p:sp>
      <p:sp>
        <p:nvSpPr>
          <p:cNvPr id="2698" name="Google Shape;2698;p178"/>
          <p:cNvSpPr txBox="1"/>
          <p:nvPr>
            <p:ph idx="6"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2699" name="Google Shape;2699;p178"/>
          <p:cNvSpPr/>
          <p:nvPr/>
        </p:nvSpPr>
        <p:spPr>
          <a:xfrm flipH="1">
            <a:off x="7083841" y="3757799"/>
            <a:ext cx="2877559" cy="1385750"/>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178"/>
          <p:cNvSpPr/>
          <p:nvPr/>
        </p:nvSpPr>
        <p:spPr>
          <a:xfrm flipH="1" rot="10800000">
            <a:off x="-658577" y="49"/>
            <a:ext cx="2388018" cy="115000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178"/>
          <p:cNvSpPr/>
          <p:nvPr/>
        </p:nvSpPr>
        <p:spPr>
          <a:xfrm flipH="1">
            <a:off x="8542839" y="720329"/>
            <a:ext cx="839970" cy="304695"/>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BIG_NUMBER_1_1_1">
    <p:spTree>
      <p:nvGrpSpPr>
        <p:cNvPr id="2702" name="Shape 2702"/>
        <p:cNvGrpSpPr/>
        <p:nvPr/>
      </p:nvGrpSpPr>
      <p:grpSpPr>
        <a:xfrm>
          <a:off x="0" y="0"/>
          <a:ext cx="0" cy="0"/>
          <a:chOff x="0" y="0"/>
          <a:chExt cx="0" cy="0"/>
        </a:xfrm>
      </p:grpSpPr>
      <p:sp>
        <p:nvSpPr>
          <p:cNvPr id="2703" name="Google Shape;2703;p179"/>
          <p:cNvSpPr txBox="1"/>
          <p:nvPr>
            <p:ph idx="1" type="subTitle"/>
          </p:nvPr>
        </p:nvSpPr>
        <p:spPr>
          <a:xfrm>
            <a:off x="713100" y="3927299"/>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704" name="Google Shape;2704;p179"/>
          <p:cNvSpPr txBox="1"/>
          <p:nvPr>
            <p:ph type="title"/>
          </p:nvPr>
        </p:nvSpPr>
        <p:spPr>
          <a:xfrm>
            <a:off x="713100" y="3475343"/>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705" name="Google Shape;2705;p179"/>
          <p:cNvSpPr txBox="1"/>
          <p:nvPr>
            <p:ph hasCustomPrompt="1" idx="2" type="title"/>
          </p:nvPr>
        </p:nvSpPr>
        <p:spPr>
          <a:xfrm>
            <a:off x="1325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2706" name="Google Shape;2706;p179"/>
          <p:cNvSpPr txBox="1"/>
          <p:nvPr>
            <p:ph idx="3" type="subTitle"/>
          </p:nvPr>
        </p:nvSpPr>
        <p:spPr>
          <a:xfrm>
            <a:off x="33696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707" name="Google Shape;2707;p179"/>
          <p:cNvSpPr txBox="1"/>
          <p:nvPr>
            <p:ph idx="4" type="title"/>
          </p:nvPr>
        </p:nvSpPr>
        <p:spPr>
          <a:xfrm>
            <a:off x="33696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708" name="Google Shape;2708;p179"/>
          <p:cNvSpPr txBox="1"/>
          <p:nvPr>
            <p:ph idx="5" type="subTitle"/>
          </p:nvPr>
        </p:nvSpPr>
        <p:spPr>
          <a:xfrm>
            <a:off x="6026100" y="3927300"/>
            <a:ext cx="2404800" cy="61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709" name="Google Shape;2709;p179"/>
          <p:cNvSpPr txBox="1"/>
          <p:nvPr>
            <p:ph idx="6" type="title"/>
          </p:nvPr>
        </p:nvSpPr>
        <p:spPr>
          <a:xfrm>
            <a:off x="6026100" y="3475349"/>
            <a:ext cx="2404800" cy="554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710" name="Google Shape;2710;p179"/>
          <p:cNvSpPr txBox="1"/>
          <p:nvPr>
            <p:ph hasCustomPrompt="1" idx="7" type="title"/>
          </p:nvPr>
        </p:nvSpPr>
        <p:spPr>
          <a:xfrm>
            <a:off x="39819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2711" name="Google Shape;2711;p179"/>
          <p:cNvSpPr txBox="1"/>
          <p:nvPr>
            <p:ph hasCustomPrompt="1" idx="8" type="title"/>
          </p:nvPr>
        </p:nvSpPr>
        <p:spPr>
          <a:xfrm>
            <a:off x="6638400" y="1913348"/>
            <a:ext cx="11802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accent5"/>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a:r>
              <a:t>xx%</a:t>
            </a:r>
          </a:p>
        </p:txBody>
      </p:sp>
      <p:sp>
        <p:nvSpPr>
          <p:cNvPr id="2712" name="Google Shape;2712;p179"/>
          <p:cNvSpPr txBox="1"/>
          <p:nvPr>
            <p:ph idx="9" type="title"/>
          </p:nvPr>
        </p:nvSpPr>
        <p:spPr>
          <a:xfrm>
            <a:off x="720300" y="452325"/>
            <a:ext cx="7703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2713" name="Google Shape;2713;p179"/>
          <p:cNvGrpSpPr/>
          <p:nvPr/>
        </p:nvGrpSpPr>
        <p:grpSpPr>
          <a:xfrm rot="1458948">
            <a:off x="8750200" y="3780263"/>
            <a:ext cx="563060" cy="1364873"/>
            <a:chOff x="2541375" y="3220475"/>
            <a:chExt cx="427450" cy="1036150"/>
          </a:xfrm>
        </p:grpSpPr>
        <p:sp>
          <p:nvSpPr>
            <p:cNvPr id="2714" name="Google Shape;2714;p179"/>
            <p:cNvSpPr/>
            <p:nvPr/>
          </p:nvSpPr>
          <p:spPr>
            <a:xfrm>
              <a:off x="2541375" y="3220475"/>
              <a:ext cx="427450" cy="1035850"/>
            </a:xfrm>
            <a:custGeom>
              <a:rect b="b" l="l" r="r" t="t"/>
              <a:pathLst>
                <a:path extrusionOk="0" h="41434" w="17098">
                  <a:moveTo>
                    <a:pt x="2715" y="0"/>
                  </a:moveTo>
                  <a:cubicBezTo>
                    <a:pt x="1215" y="0"/>
                    <a:pt x="1" y="1215"/>
                    <a:pt x="1" y="2727"/>
                  </a:cubicBezTo>
                  <a:lnTo>
                    <a:pt x="1" y="38707"/>
                  </a:lnTo>
                  <a:cubicBezTo>
                    <a:pt x="1" y="40219"/>
                    <a:pt x="1215" y="41434"/>
                    <a:pt x="2715" y="41434"/>
                  </a:cubicBezTo>
                  <a:lnTo>
                    <a:pt x="14371" y="41434"/>
                  </a:lnTo>
                  <a:cubicBezTo>
                    <a:pt x="15860" y="41434"/>
                    <a:pt x="17086" y="40219"/>
                    <a:pt x="17098" y="38731"/>
                  </a:cubicBezTo>
                  <a:lnTo>
                    <a:pt x="17098" y="2727"/>
                  </a:lnTo>
                  <a:cubicBezTo>
                    <a:pt x="17098" y="1226"/>
                    <a:pt x="15872" y="0"/>
                    <a:pt x="143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79"/>
            <p:cNvSpPr/>
            <p:nvPr/>
          </p:nvSpPr>
          <p:spPr>
            <a:xfrm>
              <a:off x="2541375" y="3636600"/>
              <a:ext cx="427450" cy="620025"/>
            </a:xfrm>
            <a:custGeom>
              <a:rect b="b" l="l" r="r" t="t"/>
              <a:pathLst>
                <a:path extrusionOk="0" h="24801" w="17098">
                  <a:moveTo>
                    <a:pt x="17098" y="0"/>
                  </a:moveTo>
                  <a:cubicBezTo>
                    <a:pt x="11371" y="2322"/>
                    <a:pt x="5620" y="4584"/>
                    <a:pt x="1" y="7060"/>
                  </a:cubicBezTo>
                  <a:lnTo>
                    <a:pt x="1" y="22086"/>
                  </a:lnTo>
                  <a:cubicBezTo>
                    <a:pt x="1" y="23586"/>
                    <a:pt x="1215" y="24801"/>
                    <a:pt x="2715" y="24801"/>
                  </a:cubicBezTo>
                  <a:lnTo>
                    <a:pt x="14371" y="24801"/>
                  </a:lnTo>
                  <a:cubicBezTo>
                    <a:pt x="15872" y="24801"/>
                    <a:pt x="17098" y="23586"/>
                    <a:pt x="17098" y="22086"/>
                  </a:cubicBezTo>
                  <a:lnTo>
                    <a:pt x="170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79"/>
            <p:cNvSpPr/>
            <p:nvPr/>
          </p:nvSpPr>
          <p:spPr>
            <a:xfrm>
              <a:off x="2664300" y="3334775"/>
              <a:ext cx="181000" cy="796850"/>
            </a:xfrm>
            <a:custGeom>
              <a:rect b="b" l="l" r="r" t="t"/>
              <a:pathLst>
                <a:path extrusionOk="0" h="31874" w="7240">
                  <a:moveTo>
                    <a:pt x="2465" y="0"/>
                  </a:moveTo>
                  <a:lnTo>
                    <a:pt x="2465" y="24837"/>
                  </a:lnTo>
                  <a:cubicBezTo>
                    <a:pt x="1037" y="25313"/>
                    <a:pt x="1" y="26670"/>
                    <a:pt x="1" y="28266"/>
                  </a:cubicBezTo>
                  <a:cubicBezTo>
                    <a:pt x="1" y="30254"/>
                    <a:pt x="1632" y="31873"/>
                    <a:pt x="3620" y="31873"/>
                  </a:cubicBezTo>
                  <a:cubicBezTo>
                    <a:pt x="5621" y="31873"/>
                    <a:pt x="7240" y="30254"/>
                    <a:pt x="7240" y="28266"/>
                  </a:cubicBezTo>
                  <a:cubicBezTo>
                    <a:pt x="7240" y="26670"/>
                    <a:pt x="6216" y="25325"/>
                    <a:pt x="4763" y="24837"/>
                  </a:cubicBezTo>
                  <a:lnTo>
                    <a:pt x="476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79"/>
            <p:cNvSpPr/>
            <p:nvPr/>
          </p:nvSpPr>
          <p:spPr>
            <a:xfrm>
              <a:off x="2693175" y="3987250"/>
              <a:ext cx="70875" cy="6147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179"/>
            <p:cNvSpPr/>
            <p:nvPr/>
          </p:nvSpPr>
          <p:spPr>
            <a:xfrm>
              <a:off x="2726225" y="3334775"/>
              <a:ext cx="57775" cy="278925"/>
            </a:xfrm>
            <a:custGeom>
              <a:rect b="b" l="l" r="r" t="t"/>
              <a:pathLst>
                <a:path extrusionOk="0" h="11157" w="2311">
                  <a:moveTo>
                    <a:pt x="0" y="0"/>
                  </a:moveTo>
                  <a:lnTo>
                    <a:pt x="0" y="11156"/>
                  </a:lnTo>
                  <a:lnTo>
                    <a:pt x="2310" y="11156"/>
                  </a:lnTo>
                  <a:lnTo>
                    <a:pt x="23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9" name="Google Shape;2719;p179"/>
          <p:cNvGrpSpPr/>
          <p:nvPr/>
        </p:nvGrpSpPr>
        <p:grpSpPr>
          <a:xfrm flipH="1" rot="10800000">
            <a:off x="-550526" y="-768747"/>
            <a:ext cx="2257861" cy="2337108"/>
            <a:chOff x="5556925" y="2802275"/>
            <a:chExt cx="757875" cy="784475"/>
          </a:xfrm>
        </p:grpSpPr>
        <p:sp>
          <p:nvSpPr>
            <p:cNvPr id="2720" name="Google Shape;2720;p179"/>
            <p:cNvSpPr/>
            <p:nvPr/>
          </p:nvSpPr>
          <p:spPr>
            <a:xfrm>
              <a:off x="5878400" y="2851075"/>
              <a:ext cx="92900" cy="225350"/>
            </a:xfrm>
            <a:custGeom>
              <a:rect b="b" l="l" r="r" t="t"/>
              <a:pathLst>
                <a:path extrusionOk="0" h="9014" w="3716">
                  <a:moveTo>
                    <a:pt x="3310" y="1"/>
                  </a:moveTo>
                  <a:lnTo>
                    <a:pt x="1" y="8871"/>
                  </a:lnTo>
                  <a:lnTo>
                    <a:pt x="405" y="9014"/>
                  </a:lnTo>
                  <a:lnTo>
                    <a:pt x="3715" y="143"/>
                  </a:lnTo>
                  <a:lnTo>
                    <a:pt x="33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179"/>
            <p:cNvSpPr/>
            <p:nvPr/>
          </p:nvSpPr>
          <p:spPr>
            <a:xfrm>
              <a:off x="5637000" y="3063900"/>
              <a:ext cx="214350" cy="51825"/>
            </a:xfrm>
            <a:custGeom>
              <a:rect b="b" l="l" r="r" t="t"/>
              <a:pathLst>
                <a:path extrusionOk="0" h="2073" w="8574">
                  <a:moveTo>
                    <a:pt x="84" y="0"/>
                  </a:moveTo>
                  <a:lnTo>
                    <a:pt x="1" y="417"/>
                  </a:lnTo>
                  <a:lnTo>
                    <a:pt x="8490" y="2072"/>
                  </a:lnTo>
                  <a:lnTo>
                    <a:pt x="8573" y="1655"/>
                  </a:lnTo>
                  <a:lnTo>
                    <a:pt x="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179"/>
            <p:cNvSpPr/>
            <p:nvPr/>
          </p:nvSpPr>
          <p:spPr>
            <a:xfrm>
              <a:off x="5753675" y="3146650"/>
              <a:ext cx="117600" cy="339950"/>
            </a:xfrm>
            <a:custGeom>
              <a:rect b="b" l="l" r="r" t="t"/>
              <a:pathLst>
                <a:path extrusionOk="0" h="13598" w="4704">
                  <a:moveTo>
                    <a:pt x="4287" y="0"/>
                  </a:moveTo>
                  <a:lnTo>
                    <a:pt x="1" y="13466"/>
                  </a:lnTo>
                  <a:lnTo>
                    <a:pt x="406" y="13597"/>
                  </a:lnTo>
                  <a:lnTo>
                    <a:pt x="4704" y="131"/>
                  </a:lnTo>
                  <a:lnTo>
                    <a:pt x="42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179"/>
            <p:cNvSpPr/>
            <p:nvPr/>
          </p:nvSpPr>
          <p:spPr>
            <a:xfrm>
              <a:off x="5664675" y="3415775"/>
              <a:ext cx="195600" cy="170975"/>
            </a:xfrm>
            <a:custGeom>
              <a:rect b="b" l="l" r="r" t="t"/>
              <a:pathLst>
                <a:path extrusionOk="0" h="6839" w="7824">
                  <a:moveTo>
                    <a:pt x="3899" y="0"/>
                  </a:moveTo>
                  <a:cubicBezTo>
                    <a:pt x="3396" y="0"/>
                    <a:pt x="2886" y="111"/>
                    <a:pt x="2406" y="344"/>
                  </a:cubicBezTo>
                  <a:cubicBezTo>
                    <a:pt x="703" y="1177"/>
                    <a:pt x="1" y="3237"/>
                    <a:pt x="834" y="4928"/>
                  </a:cubicBezTo>
                  <a:cubicBezTo>
                    <a:pt x="1429" y="6135"/>
                    <a:pt x="2650" y="6839"/>
                    <a:pt x="3915" y="6839"/>
                  </a:cubicBezTo>
                  <a:cubicBezTo>
                    <a:pt x="4421" y="6839"/>
                    <a:pt x="4935" y="6726"/>
                    <a:pt x="5418" y="6488"/>
                  </a:cubicBezTo>
                  <a:cubicBezTo>
                    <a:pt x="7121" y="5654"/>
                    <a:pt x="7823" y="3606"/>
                    <a:pt x="6990" y="1904"/>
                  </a:cubicBezTo>
                  <a:cubicBezTo>
                    <a:pt x="6393" y="702"/>
                    <a:pt x="5168" y="0"/>
                    <a:pt x="38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179"/>
            <p:cNvSpPr/>
            <p:nvPr/>
          </p:nvSpPr>
          <p:spPr>
            <a:xfrm>
              <a:off x="5756350" y="3001250"/>
              <a:ext cx="240850" cy="211000"/>
            </a:xfrm>
            <a:custGeom>
              <a:rect b="b" l="l" r="r" t="t"/>
              <a:pathLst>
                <a:path extrusionOk="0" h="8440" w="9634">
                  <a:moveTo>
                    <a:pt x="4818" y="0"/>
                  </a:moveTo>
                  <a:cubicBezTo>
                    <a:pt x="4188" y="0"/>
                    <a:pt x="3548" y="140"/>
                    <a:pt x="2942" y="435"/>
                  </a:cubicBezTo>
                  <a:cubicBezTo>
                    <a:pt x="858" y="1483"/>
                    <a:pt x="1" y="4007"/>
                    <a:pt x="1025" y="6090"/>
                  </a:cubicBezTo>
                  <a:cubicBezTo>
                    <a:pt x="1773" y="7577"/>
                    <a:pt x="3272" y="8439"/>
                    <a:pt x="4827" y="8439"/>
                  </a:cubicBezTo>
                  <a:cubicBezTo>
                    <a:pt x="5451" y="8439"/>
                    <a:pt x="6084" y="8300"/>
                    <a:pt x="6680" y="8007"/>
                  </a:cubicBezTo>
                  <a:cubicBezTo>
                    <a:pt x="8764" y="6971"/>
                    <a:pt x="9633" y="4435"/>
                    <a:pt x="8597" y="2352"/>
                  </a:cubicBezTo>
                  <a:cubicBezTo>
                    <a:pt x="7868" y="859"/>
                    <a:pt x="6377" y="0"/>
                    <a:pt x="48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179"/>
            <p:cNvSpPr/>
            <p:nvPr/>
          </p:nvSpPr>
          <p:spPr>
            <a:xfrm>
              <a:off x="5893875" y="3126400"/>
              <a:ext cx="177725" cy="172675"/>
            </a:xfrm>
            <a:custGeom>
              <a:rect b="b" l="l" r="r" t="t"/>
              <a:pathLst>
                <a:path extrusionOk="0" h="6907" w="7109">
                  <a:moveTo>
                    <a:pt x="298" y="1"/>
                  </a:moveTo>
                  <a:lnTo>
                    <a:pt x="1" y="310"/>
                  </a:lnTo>
                  <a:lnTo>
                    <a:pt x="6811" y="6906"/>
                  </a:lnTo>
                  <a:lnTo>
                    <a:pt x="7109" y="6597"/>
                  </a:lnTo>
                  <a:lnTo>
                    <a:pt x="2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179"/>
            <p:cNvSpPr/>
            <p:nvPr/>
          </p:nvSpPr>
          <p:spPr>
            <a:xfrm>
              <a:off x="6001025" y="3244325"/>
              <a:ext cx="142025" cy="124000"/>
            </a:xfrm>
            <a:custGeom>
              <a:rect b="b" l="l" r="r" t="t"/>
              <a:pathLst>
                <a:path extrusionOk="0" h="4960" w="5681">
                  <a:moveTo>
                    <a:pt x="2831" y="0"/>
                  </a:moveTo>
                  <a:cubicBezTo>
                    <a:pt x="2468" y="0"/>
                    <a:pt x="2099" y="80"/>
                    <a:pt x="1751" y="249"/>
                  </a:cubicBezTo>
                  <a:cubicBezTo>
                    <a:pt x="513" y="856"/>
                    <a:pt x="1" y="2356"/>
                    <a:pt x="620" y="3571"/>
                  </a:cubicBezTo>
                  <a:cubicBezTo>
                    <a:pt x="1052" y="4452"/>
                    <a:pt x="1931" y="4960"/>
                    <a:pt x="2840" y="4960"/>
                  </a:cubicBezTo>
                  <a:cubicBezTo>
                    <a:pt x="3208" y="4960"/>
                    <a:pt x="3580" y="4876"/>
                    <a:pt x="3930" y="4702"/>
                  </a:cubicBezTo>
                  <a:cubicBezTo>
                    <a:pt x="5168" y="4094"/>
                    <a:pt x="5680" y="2606"/>
                    <a:pt x="5061" y="1380"/>
                  </a:cubicBezTo>
                  <a:cubicBezTo>
                    <a:pt x="4635" y="510"/>
                    <a:pt x="3750" y="0"/>
                    <a:pt x="28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179"/>
            <p:cNvSpPr/>
            <p:nvPr/>
          </p:nvSpPr>
          <p:spPr>
            <a:xfrm>
              <a:off x="5616475" y="2837375"/>
              <a:ext cx="347675" cy="225950"/>
            </a:xfrm>
            <a:custGeom>
              <a:rect b="b" l="l" r="r" t="t"/>
              <a:pathLst>
                <a:path extrusionOk="0" h="9038" w="13907">
                  <a:moveTo>
                    <a:pt x="13668" y="1"/>
                  </a:moveTo>
                  <a:lnTo>
                    <a:pt x="0" y="8680"/>
                  </a:lnTo>
                  <a:lnTo>
                    <a:pt x="226" y="9038"/>
                  </a:lnTo>
                  <a:lnTo>
                    <a:pt x="13907" y="358"/>
                  </a:lnTo>
                  <a:lnTo>
                    <a:pt x="136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179"/>
            <p:cNvSpPr/>
            <p:nvPr/>
          </p:nvSpPr>
          <p:spPr>
            <a:xfrm>
              <a:off x="5917700" y="2802275"/>
              <a:ext cx="104200" cy="90975"/>
            </a:xfrm>
            <a:custGeom>
              <a:rect b="b" l="l" r="r" t="t"/>
              <a:pathLst>
                <a:path extrusionOk="0" h="3639" w="4168">
                  <a:moveTo>
                    <a:pt x="2081" y="0"/>
                  </a:moveTo>
                  <a:cubicBezTo>
                    <a:pt x="1813" y="0"/>
                    <a:pt x="1542" y="57"/>
                    <a:pt x="1286" y="178"/>
                  </a:cubicBezTo>
                  <a:cubicBezTo>
                    <a:pt x="381" y="619"/>
                    <a:pt x="0" y="1714"/>
                    <a:pt x="453" y="2619"/>
                  </a:cubicBezTo>
                  <a:cubicBezTo>
                    <a:pt x="767" y="3265"/>
                    <a:pt x="1416" y="3638"/>
                    <a:pt x="2090" y="3638"/>
                  </a:cubicBezTo>
                  <a:cubicBezTo>
                    <a:pt x="2360" y="3638"/>
                    <a:pt x="2635" y="3579"/>
                    <a:pt x="2893" y="3453"/>
                  </a:cubicBezTo>
                  <a:cubicBezTo>
                    <a:pt x="3798" y="3000"/>
                    <a:pt x="4167" y="1917"/>
                    <a:pt x="3727" y="1012"/>
                  </a:cubicBezTo>
                  <a:cubicBezTo>
                    <a:pt x="3419" y="371"/>
                    <a:pt x="2762" y="0"/>
                    <a:pt x="20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179"/>
            <p:cNvSpPr/>
            <p:nvPr/>
          </p:nvSpPr>
          <p:spPr>
            <a:xfrm>
              <a:off x="5977825" y="2857925"/>
              <a:ext cx="148250" cy="125325"/>
            </a:xfrm>
            <a:custGeom>
              <a:rect b="b" l="l" r="r" t="t"/>
              <a:pathLst>
                <a:path extrusionOk="0" h="5013" w="5930">
                  <a:moveTo>
                    <a:pt x="274" y="0"/>
                  </a:moveTo>
                  <a:lnTo>
                    <a:pt x="0" y="334"/>
                  </a:lnTo>
                  <a:lnTo>
                    <a:pt x="5656" y="5013"/>
                  </a:lnTo>
                  <a:lnTo>
                    <a:pt x="5930" y="4680"/>
                  </a:ln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179"/>
            <p:cNvSpPr/>
            <p:nvPr/>
          </p:nvSpPr>
          <p:spPr>
            <a:xfrm>
              <a:off x="6060875" y="3230000"/>
              <a:ext cx="174150" cy="69975"/>
            </a:xfrm>
            <a:custGeom>
              <a:rect b="b" l="l" r="r" t="t"/>
              <a:pathLst>
                <a:path extrusionOk="0" h="2799" w="6966">
                  <a:moveTo>
                    <a:pt x="6822" y="0"/>
                  </a:moveTo>
                  <a:lnTo>
                    <a:pt x="0" y="2393"/>
                  </a:lnTo>
                  <a:lnTo>
                    <a:pt x="143" y="2798"/>
                  </a:lnTo>
                  <a:lnTo>
                    <a:pt x="6965" y="405"/>
                  </a:lnTo>
                  <a:lnTo>
                    <a:pt x="682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79"/>
            <p:cNvSpPr/>
            <p:nvPr/>
          </p:nvSpPr>
          <p:spPr>
            <a:xfrm>
              <a:off x="6082000" y="2947025"/>
              <a:ext cx="85750" cy="74950"/>
            </a:xfrm>
            <a:custGeom>
              <a:rect b="b" l="l" r="r" t="t"/>
              <a:pathLst>
                <a:path extrusionOk="0" h="2998" w="3430">
                  <a:moveTo>
                    <a:pt x="1711" y="0"/>
                  </a:moveTo>
                  <a:cubicBezTo>
                    <a:pt x="1489" y="0"/>
                    <a:pt x="1263" y="49"/>
                    <a:pt x="1048" y="151"/>
                  </a:cubicBezTo>
                  <a:cubicBezTo>
                    <a:pt x="310" y="508"/>
                    <a:pt x="0" y="1413"/>
                    <a:pt x="370" y="2163"/>
                  </a:cubicBezTo>
                  <a:cubicBezTo>
                    <a:pt x="624" y="2689"/>
                    <a:pt x="1157" y="2998"/>
                    <a:pt x="1714" y="2998"/>
                  </a:cubicBezTo>
                  <a:cubicBezTo>
                    <a:pt x="1938" y="2998"/>
                    <a:pt x="2166" y="2948"/>
                    <a:pt x="2382" y="2842"/>
                  </a:cubicBezTo>
                  <a:cubicBezTo>
                    <a:pt x="3120" y="2485"/>
                    <a:pt x="3429" y="1580"/>
                    <a:pt x="3060" y="830"/>
                  </a:cubicBezTo>
                  <a:cubicBezTo>
                    <a:pt x="2797" y="303"/>
                    <a:pt x="2266" y="0"/>
                    <a:pt x="171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179"/>
            <p:cNvSpPr/>
            <p:nvPr/>
          </p:nvSpPr>
          <p:spPr>
            <a:xfrm>
              <a:off x="6195700" y="3176125"/>
              <a:ext cx="119100" cy="104400"/>
            </a:xfrm>
            <a:custGeom>
              <a:rect b="b" l="l" r="r" t="t"/>
              <a:pathLst>
                <a:path extrusionOk="0" h="4176" w="4764">
                  <a:moveTo>
                    <a:pt x="2379" y="0"/>
                  </a:moveTo>
                  <a:cubicBezTo>
                    <a:pt x="2072" y="0"/>
                    <a:pt x="1760" y="69"/>
                    <a:pt x="1465" y="214"/>
                  </a:cubicBezTo>
                  <a:cubicBezTo>
                    <a:pt x="417" y="738"/>
                    <a:pt x="1" y="1988"/>
                    <a:pt x="513" y="3012"/>
                  </a:cubicBezTo>
                  <a:cubicBezTo>
                    <a:pt x="878" y="3752"/>
                    <a:pt x="1620" y="4176"/>
                    <a:pt x="2391" y="4176"/>
                  </a:cubicBezTo>
                  <a:cubicBezTo>
                    <a:pt x="2700" y="4176"/>
                    <a:pt x="3014" y="4108"/>
                    <a:pt x="3311" y="3965"/>
                  </a:cubicBezTo>
                  <a:cubicBezTo>
                    <a:pt x="4346" y="3441"/>
                    <a:pt x="4763" y="2191"/>
                    <a:pt x="4263" y="1167"/>
                  </a:cubicBezTo>
                  <a:cubicBezTo>
                    <a:pt x="3897" y="434"/>
                    <a:pt x="3152" y="0"/>
                    <a:pt x="23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179"/>
            <p:cNvSpPr/>
            <p:nvPr/>
          </p:nvSpPr>
          <p:spPr>
            <a:xfrm>
              <a:off x="5556925" y="3001650"/>
              <a:ext cx="140225" cy="127325"/>
            </a:xfrm>
            <a:custGeom>
              <a:rect b="b" l="l" r="r" t="t"/>
              <a:pathLst>
                <a:path extrusionOk="0" h="5093" w="5609">
                  <a:moveTo>
                    <a:pt x="2808" y="0"/>
                  </a:moveTo>
                  <a:cubicBezTo>
                    <a:pt x="2608" y="0"/>
                    <a:pt x="2405" y="24"/>
                    <a:pt x="2203" y="74"/>
                  </a:cubicBezTo>
                  <a:cubicBezTo>
                    <a:pt x="834" y="419"/>
                    <a:pt x="1" y="1788"/>
                    <a:pt x="334" y="3157"/>
                  </a:cubicBezTo>
                  <a:cubicBezTo>
                    <a:pt x="617" y="4317"/>
                    <a:pt x="1651" y="5093"/>
                    <a:pt x="2793" y="5093"/>
                  </a:cubicBezTo>
                  <a:cubicBezTo>
                    <a:pt x="2999" y="5093"/>
                    <a:pt x="3209" y="5067"/>
                    <a:pt x="3418" y="5015"/>
                  </a:cubicBezTo>
                  <a:cubicBezTo>
                    <a:pt x="4775" y="4681"/>
                    <a:pt x="5609" y="3300"/>
                    <a:pt x="5275" y="1943"/>
                  </a:cubicBezTo>
                  <a:cubicBezTo>
                    <a:pt x="4992" y="777"/>
                    <a:pt x="3949" y="0"/>
                    <a:pt x="2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179"/>
            <p:cNvSpPr/>
            <p:nvPr/>
          </p:nvSpPr>
          <p:spPr>
            <a:xfrm>
              <a:off x="5785225" y="3026075"/>
              <a:ext cx="90525" cy="133400"/>
            </a:xfrm>
            <a:custGeom>
              <a:rect b="b" l="l" r="r" t="t"/>
              <a:pathLst>
                <a:path extrusionOk="0" h="5336" w="3621">
                  <a:moveTo>
                    <a:pt x="3533" y="0"/>
                  </a:moveTo>
                  <a:cubicBezTo>
                    <a:pt x="2324" y="0"/>
                    <a:pt x="1119" y="718"/>
                    <a:pt x="572" y="1811"/>
                  </a:cubicBezTo>
                  <a:cubicBezTo>
                    <a:pt x="1" y="2930"/>
                    <a:pt x="168" y="4371"/>
                    <a:pt x="941" y="5335"/>
                  </a:cubicBezTo>
                  <a:lnTo>
                    <a:pt x="1168" y="5157"/>
                  </a:lnTo>
                  <a:cubicBezTo>
                    <a:pt x="453" y="4276"/>
                    <a:pt x="322" y="2954"/>
                    <a:pt x="822" y="1942"/>
                  </a:cubicBezTo>
                  <a:cubicBezTo>
                    <a:pt x="1321" y="956"/>
                    <a:pt x="2419" y="298"/>
                    <a:pt x="3522" y="298"/>
                  </a:cubicBezTo>
                  <a:cubicBezTo>
                    <a:pt x="3551" y="298"/>
                    <a:pt x="3580" y="298"/>
                    <a:pt x="3608" y="299"/>
                  </a:cubicBezTo>
                  <a:lnTo>
                    <a:pt x="3620" y="1"/>
                  </a:lnTo>
                  <a:cubicBezTo>
                    <a:pt x="3591" y="1"/>
                    <a:pt x="3562" y="0"/>
                    <a:pt x="353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179"/>
            <p:cNvSpPr/>
            <p:nvPr/>
          </p:nvSpPr>
          <p:spPr>
            <a:xfrm>
              <a:off x="5943600" y="2818925"/>
              <a:ext cx="25025" cy="32175"/>
            </a:xfrm>
            <a:custGeom>
              <a:rect b="b" l="l" r="r" t="t"/>
              <a:pathLst>
                <a:path extrusionOk="0" h="1287" w="1001">
                  <a:moveTo>
                    <a:pt x="929" y="1"/>
                  </a:moveTo>
                  <a:cubicBezTo>
                    <a:pt x="381" y="167"/>
                    <a:pt x="0" y="715"/>
                    <a:pt x="24" y="1287"/>
                  </a:cubicBezTo>
                  <a:lnTo>
                    <a:pt x="321" y="1275"/>
                  </a:lnTo>
                  <a:cubicBezTo>
                    <a:pt x="298" y="834"/>
                    <a:pt x="607" y="405"/>
                    <a:pt x="1000" y="286"/>
                  </a:cubicBezTo>
                  <a:lnTo>
                    <a:pt x="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79"/>
            <p:cNvSpPr/>
            <p:nvPr/>
          </p:nvSpPr>
          <p:spPr>
            <a:xfrm>
              <a:off x="5575100" y="3016500"/>
              <a:ext cx="59250" cy="51600"/>
            </a:xfrm>
            <a:custGeom>
              <a:rect b="b" l="l" r="r" t="t"/>
              <a:pathLst>
                <a:path extrusionOk="0" h="2064" w="2370">
                  <a:moveTo>
                    <a:pt x="2268" y="1"/>
                  </a:moveTo>
                  <a:cubicBezTo>
                    <a:pt x="1173" y="1"/>
                    <a:pt x="116" y="930"/>
                    <a:pt x="0" y="2027"/>
                  </a:cubicBezTo>
                  <a:lnTo>
                    <a:pt x="286" y="2063"/>
                  </a:lnTo>
                  <a:cubicBezTo>
                    <a:pt x="389" y="1097"/>
                    <a:pt x="1292" y="298"/>
                    <a:pt x="2255" y="298"/>
                  </a:cubicBezTo>
                  <a:cubicBezTo>
                    <a:pt x="2289" y="298"/>
                    <a:pt x="2323" y="299"/>
                    <a:pt x="2358" y="301"/>
                  </a:cubicBezTo>
                  <a:lnTo>
                    <a:pt x="2369" y="3"/>
                  </a:lnTo>
                  <a:cubicBezTo>
                    <a:pt x="2336" y="2"/>
                    <a:pt x="2302" y="1"/>
                    <a:pt x="226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179"/>
            <p:cNvSpPr/>
            <p:nvPr/>
          </p:nvSpPr>
          <p:spPr>
            <a:xfrm>
              <a:off x="6127550" y="2964175"/>
              <a:ext cx="21450" cy="23550"/>
            </a:xfrm>
            <a:custGeom>
              <a:rect b="b" l="l" r="r" t="t"/>
              <a:pathLst>
                <a:path extrusionOk="0" h="942" w="858">
                  <a:moveTo>
                    <a:pt x="155" y="1"/>
                  </a:moveTo>
                  <a:lnTo>
                    <a:pt x="0" y="251"/>
                  </a:lnTo>
                  <a:cubicBezTo>
                    <a:pt x="274" y="406"/>
                    <a:pt x="476" y="656"/>
                    <a:pt x="583" y="941"/>
                  </a:cubicBezTo>
                  <a:lnTo>
                    <a:pt x="857" y="834"/>
                  </a:lnTo>
                  <a:cubicBezTo>
                    <a:pt x="714" y="489"/>
                    <a:pt x="464" y="191"/>
                    <a:pt x="15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179"/>
            <p:cNvSpPr/>
            <p:nvPr/>
          </p:nvSpPr>
          <p:spPr>
            <a:xfrm>
              <a:off x="6225175" y="3191750"/>
              <a:ext cx="34850" cy="24575"/>
            </a:xfrm>
            <a:custGeom>
              <a:rect b="b" l="l" r="r" t="t"/>
              <a:pathLst>
                <a:path extrusionOk="0" h="983" w="1394">
                  <a:moveTo>
                    <a:pt x="1196" y="1"/>
                  </a:moveTo>
                  <a:cubicBezTo>
                    <a:pt x="655" y="1"/>
                    <a:pt x="138" y="380"/>
                    <a:pt x="0" y="911"/>
                  </a:cubicBezTo>
                  <a:lnTo>
                    <a:pt x="286" y="982"/>
                  </a:lnTo>
                  <a:cubicBezTo>
                    <a:pt x="392" y="589"/>
                    <a:pt x="793" y="291"/>
                    <a:pt x="1208" y="291"/>
                  </a:cubicBezTo>
                  <a:cubicBezTo>
                    <a:pt x="1258" y="291"/>
                    <a:pt x="1308" y="295"/>
                    <a:pt x="1358" y="304"/>
                  </a:cubicBezTo>
                  <a:lnTo>
                    <a:pt x="1393" y="18"/>
                  </a:lnTo>
                  <a:cubicBezTo>
                    <a:pt x="1328" y="6"/>
                    <a:pt x="1262" y="1"/>
                    <a:pt x="119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79"/>
            <p:cNvSpPr/>
            <p:nvPr/>
          </p:nvSpPr>
          <p:spPr>
            <a:xfrm>
              <a:off x="6023950" y="3281475"/>
              <a:ext cx="48250" cy="69725"/>
            </a:xfrm>
            <a:custGeom>
              <a:rect b="b" l="l" r="r" t="t"/>
              <a:pathLst>
                <a:path extrusionOk="0" h="2789" w="1930">
                  <a:moveTo>
                    <a:pt x="394" y="1"/>
                  </a:moveTo>
                  <a:cubicBezTo>
                    <a:pt x="25" y="537"/>
                    <a:pt x="1" y="1287"/>
                    <a:pt x="310" y="1858"/>
                  </a:cubicBezTo>
                  <a:cubicBezTo>
                    <a:pt x="610" y="2424"/>
                    <a:pt x="1235" y="2788"/>
                    <a:pt x="1870" y="2788"/>
                  </a:cubicBezTo>
                  <a:cubicBezTo>
                    <a:pt x="1890" y="2788"/>
                    <a:pt x="1910" y="2788"/>
                    <a:pt x="1930" y="2787"/>
                  </a:cubicBezTo>
                  <a:lnTo>
                    <a:pt x="1918" y="2489"/>
                  </a:lnTo>
                  <a:cubicBezTo>
                    <a:pt x="1898" y="2490"/>
                    <a:pt x="1879" y="2491"/>
                    <a:pt x="1860" y="2491"/>
                  </a:cubicBezTo>
                  <a:cubicBezTo>
                    <a:pt x="1342" y="2491"/>
                    <a:pt x="813" y="2186"/>
                    <a:pt x="560" y="1727"/>
                  </a:cubicBezTo>
                  <a:cubicBezTo>
                    <a:pt x="286" y="1239"/>
                    <a:pt x="322" y="608"/>
                    <a:pt x="632" y="168"/>
                  </a:cubicBezTo>
                  <a:lnTo>
                    <a:pt x="39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79"/>
            <p:cNvSpPr/>
            <p:nvPr/>
          </p:nvSpPr>
          <p:spPr>
            <a:xfrm>
              <a:off x="5706950" y="3441025"/>
              <a:ext cx="102725" cy="36950"/>
            </a:xfrm>
            <a:custGeom>
              <a:rect b="b" l="l" r="r" t="t"/>
              <a:pathLst>
                <a:path extrusionOk="0" h="1478" w="4109">
                  <a:moveTo>
                    <a:pt x="2055" y="0"/>
                  </a:moveTo>
                  <a:cubicBezTo>
                    <a:pt x="2045" y="0"/>
                    <a:pt x="2035" y="1"/>
                    <a:pt x="2025" y="1"/>
                  </a:cubicBezTo>
                  <a:cubicBezTo>
                    <a:pt x="1155" y="36"/>
                    <a:pt x="334" y="572"/>
                    <a:pt x="1" y="1358"/>
                  </a:cubicBezTo>
                  <a:lnTo>
                    <a:pt x="262" y="1477"/>
                  </a:lnTo>
                  <a:cubicBezTo>
                    <a:pt x="560" y="810"/>
                    <a:pt x="1275" y="322"/>
                    <a:pt x="2025" y="298"/>
                  </a:cubicBezTo>
                  <a:cubicBezTo>
                    <a:pt x="2034" y="298"/>
                    <a:pt x="2043" y="298"/>
                    <a:pt x="2053" y="298"/>
                  </a:cubicBezTo>
                  <a:cubicBezTo>
                    <a:pt x="2770" y="298"/>
                    <a:pt x="3517" y="747"/>
                    <a:pt x="3834" y="1394"/>
                  </a:cubicBezTo>
                  <a:lnTo>
                    <a:pt x="4108" y="1251"/>
                  </a:lnTo>
                  <a:cubicBezTo>
                    <a:pt x="3720" y="486"/>
                    <a:pt x="2902" y="0"/>
                    <a:pt x="20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741" name="Shape 2741"/>
        <p:cNvGrpSpPr/>
        <p:nvPr/>
      </p:nvGrpSpPr>
      <p:grpSpPr>
        <a:xfrm>
          <a:off x="0" y="0"/>
          <a:ext cx="0" cy="0"/>
          <a:chOff x="0" y="0"/>
          <a:chExt cx="0" cy="0"/>
        </a:xfrm>
      </p:grpSpPr>
      <p:sp>
        <p:nvSpPr>
          <p:cNvPr id="2742" name="Google Shape;2742;p180"/>
          <p:cNvSpPr/>
          <p:nvPr/>
        </p:nvSpPr>
        <p:spPr>
          <a:xfrm>
            <a:off x="8281945" y="1110763"/>
            <a:ext cx="2560200" cy="25602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80"/>
          <p:cNvSpPr txBox="1"/>
          <p:nvPr>
            <p:ph type="title"/>
          </p:nvPr>
        </p:nvSpPr>
        <p:spPr>
          <a:xfrm>
            <a:off x="1454315" y="1168215"/>
            <a:ext cx="2945400" cy="17238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sz="5000">
                <a:solidFill>
                  <a:schemeClr val="accent5"/>
                </a:solidFill>
              </a:defRPr>
            </a:lvl1pPr>
            <a:lvl2pPr lvl="1" rtl="0" algn="ctr">
              <a:spcBef>
                <a:spcPts val="0"/>
              </a:spcBef>
              <a:spcAft>
                <a:spcPts val="0"/>
              </a:spcAft>
              <a:buNone/>
              <a:defRPr sz="5000">
                <a:solidFill>
                  <a:schemeClr val="accent5"/>
                </a:solidFill>
              </a:defRPr>
            </a:lvl2pPr>
            <a:lvl3pPr lvl="2" rtl="0" algn="ctr">
              <a:spcBef>
                <a:spcPts val="0"/>
              </a:spcBef>
              <a:spcAft>
                <a:spcPts val="0"/>
              </a:spcAft>
              <a:buNone/>
              <a:defRPr sz="5000">
                <a:solidFill>
                  <a:schemeClr val="accent5"/>
                </a:solidFill>
              </a:defRPr>
            </a:lvl3pPr>
            <a:lvl4pPr lvl="3" rtl="0" algn="ctr">
              <a:spcBef>
                <a:spcPts val="0"/>
              </a:spcBef>
              <a:spcAft>
                <a:spcPts val="0"/>
              </a:spcAft>
              <a:buNone/>
              <a:defRPr sz="5000">
                <a:solidFill>
                  <a:schemeClr val="accent5"/>
                </a:solidFill>
              </a:defRPr>
            </a:lvl4pPr>
            <a:lvl5pPr lvl="4" rtl="0" algn="ctr">
              <a:spcBef>
                <a:spcPts val="0"/>
              </a:spcBef>
              <a:spcAft>
                <a:spcPts val="0"/>
              </a:spcAft>
              <a:buNone/>
              <a:defRPr sz="5000">
                <a:solidFill>
                  <a:schemeClr val="accent5"/>
                </a:solidFill>
              </a:defRPr>
            </a:lvl5pPr>
            <a:lvl6pPr lvl="5" rtl="0" algn="ctr">
              <a:spcBef>
                <a:spcPts val="0"/>
              </a:spcBef>
              <a:spcAft>
                <a:spcPts val="0"/>
              </a:spcAft>
              <a:buNone/>
              <a:defRPr sz="5000">
                <a:solidFill>
                  <a:schemeClr val="accent5"/>
                </a:solidFill>
              </a:defRPr>
            </a:lvl6pPr>
            <a:lvl7pPr lvl="6" rtl="0" algn="ctr">
              <a:spcBef>
                <a:spcPts val="0"/>
              </a:spcBef>
              <a:spcAft>
                <a:spcPts val="0"/>
              </a:spcAft>
              <a:buNone/>
              <a:defRPr sz="5000">
                <a:solidFill>
                  <a:schemeClr val="accent5"/>
                </a:solidFill>
              </a:defRPr>
            </a:lvl7pPr>
            <a:lvl8pPr lvl="7" rtl="0" algn="ctr">
              <a:spcBef>
                <a:spcPts val="0"/>
              </a:spcBef>
              <a:spcAft>
                <a:spcPts val="0"/>
              </a:spcAft>
              <a:buNone/>
              <a:defRPr sz="5000">
                <a:solidFill>
                  <a:schemeClr val="accent5"/>
                </a:solidFill>
              </a:defRPr>
            </a:lvl8pPr>
            <a:lvl9pPr lvl="8" rtl="0" algn="ctr">
              <a:spcBef>
                <a:spcPts val="0"/>
              </a:spcBef>
              <a:spcAft>
                <a:spcPts val="0"/>
              </a:spcAft>
              <a:buNone/>
              <a:defRPr sz="5000">
                <a:solidFill>
                  <a:schemeClr val="accent5"/>
                </a:solidFill>
              </a:defRPr>
            </a:lvl9pPr>
          </a:lstStyle>
          <a:p/>
        </p:txBody>
      </p:sp>
      <p:sp>
        <p:nvSpPr>
          <p:cNvPr id="2744" name="Google Shape;2744;p180"/>
          <p:cNvSpPr txBox="1"/>
          <p:nvPr>
            <p:ph idx="2" type="title"/>
          </p:nvPr>
        </p:nvSpPr>
        <p:spPr>
          <a:xfrm>
            <a:off x="5349650" y="539400"/>
            <a:ext cx="3069600" cy="193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400"/>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grpSp>
        <p:nvGrpSpPr>
          <p:cNvPr id="2745" name="Google Shape;2745;p180"/>
          <p:cNvGrpSpPr/>
          <p:nvPr/>
        </p:nvGrpSpPr>
        <p:grpSpPr>
          <a:xfrm>
            <a:off x="8035041" y="1935420"/>
            <a:ext cx="582138" cy="582138"/>
            <a:chOff x="3796125" y="-35750"/>
            <a:chExt cx="773400" cy="773400"/>
          </a:xfrm>
        </p:grpSpPr>
        <p:sp>
          <p:nvSpPr>
            <p:cNvPr id="2746" name="Google Shape;2746;p18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18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8" name="Google Shape;2748;p180"/>
          <p:cNvSpPr txBox="1"/>
          <p:nvPr/>
        </p:nvSpPr>
        <p:spPr>
          <a:xfrm>
            <a:off x="5349650" y="3295213"/>
            <a:ext cx="2850300" cy="9234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lang="en" sz="1200">
                <a:solidFill>
                  <a:schemeClr val="dk1"/>
                </a:solidFill>
                <a:latin typeface="Roboto"/>
                <a:ea typeface="Roboto"/>
                <a:cs typeface="Roboto"/>
                <a:sym typeface="Roboto"/>
              </a:rPr>
              <a:t>CREDITS: This presentation template was created by </a:t>
            </a:r>
            <a:r>
              <a:rPr b="1" lang="en" sz="1200">
                <a:solidFill>
                  <a:schemeClr val="dk1"/>
                </a:solidFill>
                <a:uFill>
                  <a:noFill/>
                </a:uFill>
                <a:latin typeface="Roboto"/>
                <a:ea typeface="Roboto"/>
                <a:cs typeface="Roboto"/>
                <a:sym typeface="Roboto"/>
                <a:hlinkClick r:id="rId2">
                  <a:extLst>
                    <a:ext uri="{A12FA001-AC4F-418D-AE19-62706E023703}">
                      <ahyp:hlinkClr val="tx"/>
                    </a:ext>
                  </a:extLst>
                </a:hlinkClick>
              </a:rPr>
              <a:t>Slidesgo</a:t>
            </a:r>
            <a:r>
              <a:rPr lang="en" sz="1200">
                <a:solidFill>
                  <a:schemeClr val="dk1"/>
                </a:solidFill>
                <a:latin typeface="Roboto"/>
                <a:ea typeface="Roboto"/>
                <a:cs typeface="Roboto"/>
                <a:sym typeface="Roboto"/>
              </a:rPr>
              <a:t>, including icons by </a:t>
            </a:r>
            <a:r>
              <a:rPr b="1" lang="en" sz="1200">
                <a:solidFill>
                  <a:schemeClr val="dk1"/>
                </a:solidFill>
                <a:uFill>
                  <a:noFill/>
                </a:uFill>
                <a:latin typeface="Roboto"/>
                <a:ea typeface="Roboto"/>
                <a:cs typeface="Roboto"/>
                <a:sym typeface="Roboto"/>
                <a:hlinkClick r:id="rId3">
                  <a:extLst>
                    <a:ext uri="{A12FA001-AC4F-418D-AE19-62706E023703}">
                      <ahyp:hlinkClr val="tx"/>
                    </a:ext>
                  </a:extLst>
                </a:hlinkClick>
              </a:rPr>
              <a:t>Flaticon</a:t>
            </a:r>
            <a:r>
              <a:rPr lang="en" sz="1200">
                <a:solidFill>
                  <a:schemeClr val="dk1"/>
                </a:solidFill>
                <a:latin typeface="Roboto"/>
                <a:ea typeface="Roboto"/>
                <a:cs typeface="Roboto"/>
                <a:sym typeface="Roboto"/>
              </a:rPr>
              <a:t>, and infographics &amp; images by </a:t>
            </a:r>
            <a:r>
              <a:rPr b="1" lang="en" sz="1200">
                <a:solidFill>
                  <a:schemeClr val="dk1"/>
                </a:solidFill>
                <a:uFill>
                  <a:noFill/>
                </a:uFill>
                <a:latin typeface="Roboto"/>
                <a:ea typeface="Roboto"/>
                <a:cs typeface="Roboto"/>
                <a:sym typeface="Roboto"/>
                <a:hlinkClick r:id="rId4">
                  <a:extLst>
                    <a:ext uri="{A12FA001-AC4F-418D-AE19-62706E023703}">
                      <ahyp:hlinkClr val="tx"/>
                    </a:ext>
                  </a:extLst>
                </a:hlinkClick>
              </a:rPr>
              <a:t>Freepik</a:t>
            </a:r>
            <a:r>
              <a:rPr b="1" lang="en" sz="1200">
                <a:solidFill>
                  <a:schemeClr val="dk1"/>
                </a:solidFill>
                <a:latin typeface="Roboto"/>
                <a:ea typeface="Roboto"/>
                <a:cs typeface="Roboto"/>
                <a:sym typeface="Roboto"/>
              </a:rPr>
              <a:t> </a:t>
            </a:r>
            <a:endParaRPr b="1" sz="1200">
              <a:solidFill>
                <a:schemeClr val="dk1"/>
              </a:solidFill>
              <a:latin typeface="Roboto"/>
              <a:ea typeface="Roboto"/>
              <a:cs typeface="Roboto"/>
              <a:sym typeface="Roboto"/>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2">
    <p:spTree>
      <p:nvGrpSpPr>
        <p:cNvPr id="2749" name="Shape 2749"/>
        <p:cNvGrpSpPr/>
        <p:nvPr/>
      </p:nvGrpSpPr>
      <p:grpSpPr>
        <a:xfrm>
          <a:off x="0" y="0"/>
          <a:ext cx="0" cy="0"/>
          <a:chOff x="0" y="0"/>
          <a:chExt cx="0" cy="0"/>
        </a:xfrm>
      </p:grpSpPr>
      <p:sp>
        <p:nvSpPr>
          <p:cNvPr id="2750" name="Google Shape;2750;p181"/>
          <p:cNvSpPr/>
          <p:nvPr/>
        </p:nvSpPr>
        <p:spPr>
          <a:xfrm rot="10800000">
            <a:off x="4719476" y="-16512"/>
            <a:ext cx="4569674" cy="2200624"/>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1" name="Google Shape;2751;p181"/>
          <p:cNvGrpSpPr/>
          <p:nvPr/>
        </p:nvGrpSpPr>
        <p:grpSpPr>
          <a:xfrm rot="544898">
            <a:off x="7445424" y="2480334"/>
            <a:ext cx="1480057" cy="2886420"/>
            <a:chOff x="6945350" y="145425"/>
            <a:chExt cx="317325" cy="618850"/>
          </a:xfrm>
        </p:grpSpPr>
        <p:sp>
          <p:nvSpPr>
            <p:cNvPr id="2752" name="Google Shape;2752;p181"/>
            <p:cNvSpPr/>
            <p:nvPr/>
          </p:nvSpPr>
          <p:spPr>
            <a:xfrm>
              <a:off x="6945350" y="145425"/>
              <a:ext cx="317325" cy="618850"/>
            </a:xfrm>
            <a:custGeom>
              <a:rect b="b" l="l" r="r" t="t"/>
              <a:pathLst>
                <a:path extrusionOk="0" h="24754" w="12693">
                  <a:moveTo>
                    <a:pt x="4786" y="1"/>
                  </a:moveTo>
                  <a:cubicBezTo>
                    <a:pt x="4524" y="1"/>
                    <a:pt x="4298" y="227"/>
                    <a:pt x="4298" y="489"/>
                  </a:cubicBezTo>
                  <a:cubicBezTo>
                    <a:pt x="4298" y="763"/>
                    <a:pt x="4524" y="977"/>
                    <a:pt x="4786" y="977"/>
                  </a:cubicBezTo>
                  <a:lnTo>
                    <a:pt x="5084" y="977"/>
                  </a:lnTo>
                  <a:lnTo>
                    <a:pt x="5084" y="14657"/>
                  </a:lnTo>
                  <a:lnTo>
                    <a:pt x="583" y="22468"/>
                  </a:lnTo>
                  <a:cubicBezTo>
                    <a:pt x="0" y="23492"/>
                    <a:pt x="726" y="24754"/>
                    <a:pt x="1905" y="24754"/>
                  </a:cubicBezTo>
                  <a:lnTo>
                    <a:pt x="10799" y="24754"/>
                  </a:lnTo>
                  <a:cubicBezTo>
                    <a:pt x="11966" y="24754"/>
                    <a:pt x="12692" y="23492"/>
                    <a:pt x="12109" y="22468"/>
                  </a:cubicBezTo>
                  <a:lnTo>
                    <a:pt x="7596" y="14657"/>
                  </a:lnTo>
                  <a:lnTo>
                    <a:pt x="7596" y="977"/>
                  </a:lnTo>
                  <a:lnTo>
                    <a:pt x="7894" y="977"/>
                  </a:lnTo>
                  <a:cubicBezTo>
                    <a:pt x="8168" y="977"/>
                    <a:pt x="8394" y="763"/>
                    <a:pt x="8394" y="489"/>
                  </a:cubicBezTo>
                  <a:cubicBezTo>
                    <a:pt x="8394" y="227"/>
                    <a:pt x="8168" y="1"/>
                    <a:pt x="78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181"/>
            <p:cNvSpPr/>
            <p:nvPr/>
          </p:nvSpPr>
          <p:spPr>
            <a:xfrm>
              <a:off x="6978075" y="577025"/>
              <a:ext cx="252150" cy="162550"/>
            </a:xfrm>
            <a:custGeom>
              <a:rect b="b" l="l" r="r" t="t"/>
              <a:pathLst>
                <a:path extrusionOk="0" h="6502" w="10086">
                  <a:moveTo>
                    <a:pt x="3418" y="1"/>
                  </a:moveTo>
                  <a:lnTo>
                    <a:pt x="132" y="5704"/>
                  </a:lnTo>
                  <a:cubicBezTo>
                    <a:pt x="1" y="5942"/>
                    <a:pt x="84" y="6168"/>
                    <a:pt x="132" y="6240"/>
                  </a:cubicBezTo>
                  <a:cubicBezTo>
                    <a:pt x="179" y="6323"/>
                    <a:pt x="310" y="6502"/>
                    <a:pt x="596" y="6502"/>
                  </a:cubicBezTo>
                  <a:lnTo>
                    <a:pt x="9490" y="6502"/>
                  </a:lnTo>
                  <a:cubicBezTo>
                    <a:pt x="9776" y="6502"/>
                    <a:pt x="9907" y="6311"/>
                    <a:pt x="9954" y="6240"/>
                  </a:cubicBezTo>
                  <a:cubicBezTo>
                    <a:pt x="10002" y="6144"/>
                    <a:pt x="10085" y="5942"/>
                    <a:pt x="9954" y="5704"/>
                  </a:cubicBezTo>
                  <a:lnTo>
                    <a:pt x="666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181"/>
            <p:cNvSpPr/>
            <p:nvPr/>
          </p:nvSpPr>
          <p:spPr>
            <a:xfrm>
              <a:off x="7107550" y="577025"/>
              <a:ext cx="51225" cy="162250"/>
            </a:xfrm>
            <a:custGeom>
              <a:rect b="b" l="l" r="r" t="t"/>
              <a:pathLst>
                <a:path extrusionOk="0" h="6490" w="2049">
                  <a:moveTo>
                    <a:pt x="1" y="1"/>
                  </a:moveTo>
                  <a:lnTo>
                    <a:pt x="1025" y="6490"/>
                  </a:lnTo>
                  <a:lnTo>
                    <a:pt x="2049" y="6490"/>
                  </a:lnTo>
                  <a:lnTo>
                    <a:pt x="2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81"/>
            <p:cNvSpPr/>
            <p:nvPr/>
          </p:nvSpPr>
          <p:spPr>
            <a:xfrm>
              <a:off x="7125425" y="577025"/>
              <a:ext cx="104800" cy="162250"/>
            </a:xfrm>
            <a:custGeom>
              <a:rect b="b" l="l" r="r" t="t"/>
              <a:pathLst>
                <a:path extrusionOk="0" h="6490" w="4192">
                  <a:moveTo>
                    <a:pt x="0" y="1"/>
                  </a:moveTo>
                  <a:lnTo>
                    <a:pt x="2382" y="6490"/>
                  </a:lnTo>
                  <a:lnTo>
                    <a:pt x="3596" y="6490"/>
                  </a:lnTo>
                  <a:cubicBezTo>
                    <a:pt x="3882" y="6490"/>
                    <a:pt x="4013" y="6311"/>
                    <a:pt x="4060" y="6228"/>
                  </a:cubicBezTo>
                  <a:cubicBezTo>
                    <a:pt x="4108" y="6144"/>
                    <a:pt x="4191" y="5942"/>
                    <a:pt x="4060" y="5704"/>
                  </a:cubicBezTo>
                  <a:lnTo>
                    <a:pt x="7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6" name="Google Shape;2756;p181"/>
          <p:cNvGrpSpPr/>
          <p:nvPr/>
        </p:nvGrpSpPr>
        <p:grpSpPr>
          <a:xfrm rot="-2019428">
            <a:off x="173931" y="276323"/>
            <a:ext cx="1078938" cy="1614954"/>
            <a:chOff x="7166500" y="-57275"/>
            <a:chExt cx="414050" cy="619750"/>
          </a:xfrm>
        </p:grpSpPr>
        <p:sp>
          <p:nvSpPr>
            <p:cNvPr id="2757" name="Google Shape;2757;p181"/>
            <p:cNvSpPr/>
            <p:nvPr/>
          </p:nvSpPr>
          <p:spPr>
            <a:xfrm>
              <a:off x="7166500" y="-57275"/>
              <a:ext cx="414050" cy="619750"/>
            </a:xfrm>
            <a:custGeom>
              <a:rect b="b" l="l" r="r" t="t"/>
              <a:pathLst>
                <a:path extrusionOk="0" h="24790" w="16562">
                  <a:moveTo>
                    <a:pt x="6716" y="1"/>
                  </a:moveTo>
                  <a:cubicBezTo>
                    <a:pt x="6454" y="1"/>
                    <a:pt x="6227" y="227"/>
                    <a:pt x="6227" y="489"/>
                  </a:cubicBezTo>
                  <a:cubicBezTo>
                    <a:pt x="6227" y="763"/>
                    <a:pt x="6454" y="977"/>
                    <a:pt x="6716" y="977"/>
                  </a:cubicBezTo>
                  <a:lnTo>
                    <a:pt x="7013" y="977"/>
                  </a:lnTo>
                  <a:lnTo>
                    <a:pt x="7013" y="8335"/>
                  </a:lnTo>
                  <a:cubicBezTo>
                    <a:pt x="3048" y="8930"/>
                    <a:pt x="0" y="12371"/>
                    <a:pt x="12" y="16514"/>
                  </a:cubicBezTo>
                  <a:cubicBezTo>
                    <a:pt x="12" y="21086"/>
                    <a:pt x="3715" y="24789"/>
                    <a:pt x="8287" y="24789"/>
                  </a:cubicBezTo>
                  <a:cubicBezTo>
                    <a:pt x="12847" y="24789"/>
                    <a:pt x="16562" y="21086"/>
                    <a:pt x="16562" y="16514"/>
                  </a:cubicBezTo>
                  <a:cubicBezTo>
                    <a:pt x="16562" y="12371"/>
                    <a:pt x="13502" y="8942"/>
                    <a:pt x="9537" y="8335"/>
                  </a:cubicBezTo>
                  <a:lnTo>
                    <a:pt x="9537" y="977"/>
                  </a:lnTo>
                  <a:lnTo>
                    <a:pt x="9835" y="977"/>
                  </a:lnTo>
                  <a:cubicBezTo>
                    <a:pt x="10097" y="977"/>
                    <a:pt x="10323" y="763"/>
                    <a:pt x="10323" y="489"/>
                  </a:cubicBezTo>
                  <a:cubicBezTo>
                    <a:pt x="10323" y="227"/>
                    <a:pt x="10097" y="1"/>
                    <a:pt x="983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81"/>
            <p:cNvSpPr/>
            <p:nvPr/>
          </p:nvSpPr>
          <p:spPr>
            <a:xfrm>
              <a:off x="7190900" y="241575"/>
              <a:ext cx="364650" cy="296500"/>
            </a:xfrm>
            <a:custGeom>
              <a:rect b="b" l="l" r="r" t="t"/>
              <a:pathLst>
                <a:path extrusionOk="0" h="11860" w="14586">
                  <a:moveTo>
                    <a:pt x="1620" y="0"/>
                  </a:moveTo>
                  <a:cubicBezTo>
                    <a:pt x="608" y="1262"/>
                    <a:pt x="1" y="2846"/>
                    <a:pt x="1" y="4560"/>
                  </a:cubicBezTo>
                  <a:cubicBezTo>
                    <a:pt x="1" y="8585"/>
                    <a:pt x="3275" y="11859"/>
                    <a:pt x="7287" y="11859"/>
                  </a:cubicBezTo>
                  <a:cubicBezTo>
                    <a:pt x="11312" y="11859"/>
                    <a:pt x="14586" y="8585"/>
                    <a:pt x="14586" y="4560"/>
                  </a:cubicBezTo>
                  <a:cubicBezTo>
                    <a:pt x="14586" y="2846"/>
                    <a:pt x="13979" y="1262"/>
                    <a:pt x="12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81"/>
            <p:cNvSpPr/>
            <p:nvPr/>
          </p:nvSpPr>
          <p:spPr>
            <a:xfrm>
              <a:off x="7231675" y="254700"/>
              <a:ext cx="66700" cy="68150"/>
            </a:xfrm>
            <a:custGeom>
              <a:rect b="b" l="l" r="r" t="t"/>
              <a:pathLst>
                <a:path extrusionOk="0" h="2726" w="2668">
                  <a:moveTo>
                    <a:pt x="1277" y="1"/>
                  </a:moveTo>
                  <a:cubicBezTo>
                    <a:pt x="1114" y="1"/>
                    <a:pt x="954" y="26"/>
                    <a:pt x="810" y="95"/>
                  </a:cubicBezTo>
                  <a:cubicBezTo>
                    <a:pt x="560" y="214"/>
                    <a:pt x="370" y="440"/>
                    <a:pt x="263" y="678"/>
                  </a:cubicBezTo>
                  <a:cubicBezTo>
                    <a:pt x="108" y="976"/>
                    <a:pt x="25" y="1297"/>
                    <a:pt x="1" y="1630"/>
                  </a:cubicBezTo>
                  <a:cubicBezTo>
                    <a:pt x="1" y="1928"/>
                    <a:pt x="60" y="2238"/>
                    <a:pt x="263" y="2452"/>
                  </a:cubicBezTo>
                  <a:cubicBezTo>
                    <a:pt x="431" y="2630"/>
                    <a:pt x="673" y="2726"/>
                    <a:pt x="921" y="2726"/>
                  </a:cubicBezTo>
                  <a:cubicBezTo>
                    <a:pt x="971" y="2726"/>
                    <a:pt x="1022" y="2722"/>
                    <a:pt x="1072" y="2714"/>
                  </a:cubicBezTo>
                  <a:cubicBezTo>
                    <a:pt x="1370" y="2690"/>
                    <a:pt x="1656" y="2535"/>
                    <a:pt x="1894" y="2345"/>
                  </a:cubicBezTo>
                  <a:cubicBezTo>
                    <a:pt x="2239" y="2071"/>
                    <a:pt x="2525" y="1714"/>
                    <a:pt x="2596" y="1297"/>
                  </a:cubicBezTo>
                  <a:cubicBezTo>
                    <a:pt x="2668" y="880"/>
                    <a:pt x="2501" y="392"/>
                    <a:pt x="2132" y="190"/>
                  </a:cubicBezTo>
                  <a:cubicBezTo>
                    <a:pt x="1989" y="106"/>
                    <a:pt x="1823" y="71"/>
                    <a:pt x="1644" y="35"/>
                  </a:cubicBezTo>
                  <a:cubicBezTo>
                    <a:pt x="1522" y="15"/>
                    <a:pt x="1399" y="1"/>
                    <a:pt x="127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81"/>
            <p:cNvSpPr/>
            <p:nvPr/>
          </p:nvSpPr>
          <p:spPr>
            <a:xfrm>
              <a:off x="7249250" y="241575"/>
              <a:ext cx="306300" cy="296500"/>
            </a:xfrm>
            <a:custGeom>
              <a:rect b="b" l="l" r="r" t="t"/>
              <a:pathLst>
                <a:path extrusionOk="0" h="11860" w="12252">
                  <a:moveTo>
                    <a:pt x="7489" y="0"/>
                  </a:moveTo>
                  <a:cubicBezTo>
                    <a:pt x="8930" y="1524"/>
                    <a:pt x="9859" y="3525"/>
                    <a:pt x="9394" y="5775"/>
                  </a:cubicBezTo>
                  <a:cubicBezTo>
                    <a:pt x="9216" y="7573"/>
                    <a:pt x="7954" y="9192"/>
                    <a:pt x="6323" y="10097"/>
                  </a:cubicBezTo>
                  <a:cubicBezTo>
                    <a:pt x="5384" y="10495"/>
                    <a:pt x="4417" y="10675"/>
                    <a:pt x="3460" y="10675"/>
                  </a:cubicBezTo>
                  <a:cubicBezTo>
                    <a:pt x="2268" y="10675"/>
                    <a:pt x="1090" y="10395"/>
                    <a:pt x="0" y="9906"/>
                  </a:cubicBezTo>
                  <a:lnTo>
                    <a:pt x="0" y="9906"/>
                  </a:lnTo>
                  <a:cubicBezTo>
                    <a:pt x="1298" y="11109"/>
                    <a:pt x="3048" y="11859"/>
                    <a:pt x="4953" y="11859"/>
                  </a:cubicBezTo>
                  <a:cubicBezTo>
                    <a:pt x="8978" y="11859"/>
                    <a:pt x="12252" y="8585"/>
                    <a:pt x="12252" y="4560"/>
                  </a:cubicBezTo>
                  <a:cubicBezTo>
                    <a:pt x="12252" y="2858"/>
                    <a:pt x="11645" y="1262"/>
                    <a:pt x="106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1" name="Google Shape;2761;p181"/>
          <p:cNvSpPr/>
          <p:nvPr/>
        </p:nvSpPr>
        <p:spPr>
          <a:xfrm>
            <a:off x="7713080" y="-667727"/>
            <a:ext cx="1734900" cy="17349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2" name="Google Shape;2762;p181"/>
          <p:cNvGrpSpPr/>
          <p:nvPr/>
        </p:nvGrpSpPr>
        <p:grpSpPr>
          <a:xfrm>
            <a:off x="6882210" y="4033046"/>
            <a:ext cx="609207" cy="609207"/>
            <a:chOff x="3796125" y="-35750"/>
            <a:chExt cx="773400" cy="773400"/>
          </a:xfrm>
        </p:grpSpPr>
        <p:sp>
          <p:nvSpPr>
            <p:cNvPr id="2763" name="Google Shape;2763;p181"/>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181"/>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5" name="Google Shape;2765;p181"/>
          <p:cNvSpPr/>
          <p:nvPr/>
        </p:nvSpPr>
        <p:spPr>
          <a:xfrm>
            <a:off x="-259350" y="2819350"/>
            <a:ext cx="4452000" cy="44520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3">
    <p:spTree>
      <p:nvGrpSpPr>
        <p:cNvPr id="2766" name="Shape 2766"/>
        <p:cNvGrpSpPr/>
        <p:nvPr/>
      </p:nvGrpSpPr>
      <p:grpSpPr>
        <a:xfrm>
          <a:off x="0" y="0"/>
          <a:ext cx="0" cy="0"/>
          <a:chOff x="0" y="0"/>
          <a:chExt cx="0" cy="0"/>
        </a:xfrm>
      </p:grpSpPr>
      <p:sp>
        <p:nvSpPr>
          <p:cNvPr id="2767" name="Google Shape;2767;p182"/>
          <p:cNvSpPr/>
          <p:nvPr/>
        </p:nvSpPr>
        <p:spPr>
          <a:xfrm>
            <a:off x="-200000" y="-5365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8" name="Google Shape;2768;p182"/>
          <p:cNvGrpSpPr/>
          <p:nvPr/>
        </p:nvGrpSpPr>
        <p:grpSpPr>
          <a:xfrm>
            <a:off x="278749" y="1353426"/>
            <a:ext cx="331557" cy="331557"/>
            <a:chOff x="3796125" y="-35750"/>
            <a:chExt cx="773400" cy="773400"/>
          </a:xfrm>
        </p:grpSpPr>
        <p:sp>
          <p:nvSpPr>
            <p:cNvPr id="2769" name="Google Shape;2769;p18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18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1" name="Google Shape;2771;p182"/>
          <p:cNvSpPr/>
          <p:nvPr/>
        </p:nvSpPr>
        <p:spPr>
          <a:xfrm>
            <a:off x="-171698" y="4082950"/>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182"/>
          <p:cNvSpPr/>
          <p:nvPr/>
        </p:nvSpPr>
        <p:spPr>
          <a:xfrm rot="10800000">
            <a:off x="7088327" y="-2331"/>
            <a:ext cx="2220466" cy="1069313"/>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182"/>
          <p:cNvSpPr/>
          <p:nvPr/>
        </p:nvSpPr>
        <p:spPr>
          <a:xfrm flipH="1" rot="-301037">
            <a:off x="6397992" y="13357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182"/>
          <p:cNvSpPr/>
          <p:nvPr/>
        </p:nvSpPr>
        <p:spPr>
          <a:xfrm flipH="1" rot="-301037">
            <a:off x="2319892" y="4776120"/>
            <a:ext cx="566797" cy="49161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5" name="Google Shape;2775;p182"/>
          <p:cNvGrpSpPr/>
          <p:nvPr/>
        </p:nvGrpSpPr>
        <p:grpSpPr>
          <a:xfrm>
            <a:off x="-171691" y="2850450"/>
            <a:ext cx="1577723" cy="893906"/>
            <a:chOff x="3467026" y="90021"/>
            <a:chExt cx="2493241" cy="1412619"/>
          </a:xfrm>
        </p:grpSpPr>
        <p:grpSp>
          <p:nvGrpSpPr>
            <p:cNvPr id="2776" name="Google Shape;2776;p182"/>
            <p:cNvGrpSpPr/>
            <p:nvPr/>
          </p:nvGrpSpPr>
          <p:grpSpPr>
            <a:xfrm>
              <a:off x="3467026" y="259199"/>
              <a:ext cx="835891" cy="835891"/>
              <a:chOff x="3796125" y="-35750"/>
              <a:chExt cx="773400" cy="773400"/>
            </a:xfrm>
          </p:grpSpPr>
          <p:sp>
            <p:nvSpPr>
              <p:cNvPr id="2777" name="Google Shape;2777;p18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8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79" name="Google Shape;2779;p182"/>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780" name="Google Shape;2780;p182"/>
            <p:cNvGrpSpPr/>
            <p:nvPr/>
          </p:nvGrpSpPr>
          <p:grpSpPr>
            <a:xfrm>
              <a:off x="4724445" y="90021"/>
              <a:ext cx="576724" cy="576724"/>
              <a:chOff x="3796125" y="-35750"/>
              <a:chExt cx="773400" cy="773400"/>
            </a:xfrm>
          </p:grpSpPr>
          <p:sp>
            <p:nvSpPr>
              <p:cNvPr id="2781" name="Google Shape;2781;p18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18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83" name="Google Shape;2783;p182"/>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784" name="Google Shape;2784;p182"/>
            <p:cNvGrpSpPr/>
            <p:nvPr/>
          </p:nvGrpSpPr>
          <p:grpSpPr>
            <a:xfrm>
              <a:off x="5124376" y="666749"/>
              <a:ext cx="835891" cy="835891"/>
              <a:chOff x="3796125" y="-35750"/>
              <a:chExt cx="773400" cy="773400"/>
            </a:xfrm>
          </p:grpSpPr>
          <p:sp>
            <p:nvSpPr>
              <p:cNvPr id="2785" name="Google Shape;2785;p18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182"/>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87" name="Google Shape;2787;p182"/>
          <p:cNvGrpSpPr/>
          <p:nvPr/>
        </p:nvGrpSpPr>
        <p:grpSpPr>
          <a:xfrm flipH="1" rot="10800000">
            <a:off x="7944681" y="1412600"/>
            <a:ext cx="1413169" cy="800673"/>
            <a:chOff x="3467026" y="90021"/>
            <a:chExt cx="2493241" cy="1412619"/>
          </a:xfrm>
        </p:grpSpPr>
        <p:grpSp>
          <p:nvGrpSpPr>
            <p:cNvPr id="2788" name="Google Shape;2788;p182"/>
            <p:cNvGrpSpPr/>
            <p:nvPr/>
          </p:nvGrpSpPr>
          <p:grpSpPr>
            <a:xfrm>
              <a:off x="3467026" y="259199"/>
              <a:ext cx="835891" cy="835891"/>
              <a:chOff x="3796125" y="-35750"/>
              <a:chExt cx="773400" cy="773400"/>
            </a:xfrm>
          </p:grpSpPr>
          <p:sp>
            <p:nvSpPr>
              <p:cNvPr id="2789" name="Google Shape;2789;p18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182"/>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91" name="Google Shape;2791;p182"/>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792" name="Google Shape;2792;p182"/>
            <p:cNvGrpSpPr/>
            <p:nvPr/>
          </p:nvGrpSpPr>
          <p:grpSpPr>
            <a:xfrm>
              <a:off x="4724445" y="90021"/>
              <a:ext cx="576724" cy="576724"/>
              <a:chOff x="3796125" y="-35750"/>
              <a:chExt cx="773400" cy="773400"/>
            </a:xfrm>
          </p:grpSpPr>
          <p:sp>
            <p:nvSpPr>
              <p:cNvPr id="2793" name="Google Shape;2793;p182"/>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182"/>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95" name="Google Shape;2795;p182"/>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796" name="Google Shape;2796;p182"/>
            <p:cNvGrpSpPr/>
            <p:nvPr/>
          </p:nvGrpSpPr>
          <p:grpSpPr>
            <a:xfrm>
              <a:off x="5124376" y="666749"/>
              <a:ext cx="835891" cy="835891"/>
              <a:chOff x="3796125" y="-35750"/>
              <a:chExt cx="773400" cy="773400"/>
            </a:xfrm>
          </p:grpSpPr>
          <p:sp>
            <p:nvSpPr>
              <p:cNvPr id="2797" name="Google Shape;2797;p182"/>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82"/>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99" name="Google Shape;2799;p182"/>
          <p:cNvSpPr/>
          <p:nvPr/>
        </p:nvSpPr>
        <p:spPr>
          <a:xfrm>
            <a:off x="7973425" y="3612075"/>
            <a:ext cx="2151900" cy="2151900"/>
          </a:xfrm>
          <a:prstGeom prst="ellipse">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7.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34" Type="http://schemas.openxmlformats.org/officeDocument/2006/relationships/theme" Target="../theme/theme4.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4.xml"/><Relationship Id="rId22" Type="http://schemas.openxmlformats.org/officeDocument/2006/relationships/slideLayout" Target="../slideLayouts/slideLayout66.xml"/><Relationship Id="rId21" Type="http://schemas.openxmlformats.org/officeDocument/2006/relationships/slideLayout" Target="../slideLayouts/slideLayout65.xml"/><Relationship Id="rId24" Type="http://schemas.openxmlformats.org/officeDocument/2006/relationships/slideLayout" Target="../slideLayouts/slideLayout68.xml"/><Relationship Id="rId23" Type="http://schemas.openxmlformats.org/officeDocument/2006/relationships/slideLayout" Target="../slideLayouts/slideLayout67.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26" Type="http://schemas.openxmlformats.org/officeDocument/2006/relationships/slideLayout" Target="../slideLayouts/slideLayout70.xml"/><Relationship Id="rId25" Type="http://schemas.openxmlformats.org/officeDocument/2006/relationships/slideLayout" Target="../slideLayouts/slideLayout69.xml"/><Relationship Id="rId28" Type="http://schemas.openxmlformats.org/officeDocument/2006/relationships/slideLayout" Target="../slideLayouts/slideLayout72.xml"/><Relationship Id="rId27" Type="http://schemas.openxmlformats.org/officeDocument/2006/relationships/slideLayout" Target="../slideLayouts/slideLayout71.xml"/><Relationship Id="rId5" Type="http://schemas.openxmlformats.org/officeDocument/2006/relationships/slideLayout" Target="../slideLayouts/slideLayout49.xml"/><Relationship Id="rId6" Type="http://schemas.openxmlformats.org/officeDocument/2006/relationships/slideLayout" Target="../slideLayouts/slideLayout50.xml"/><Relationship Id="rId29" Type="http://schemas.openxmlformats.org/officeDocument/2006/relationships/slideLayout" Target="../slideLayouts/slideLayout73.xml"/><Relationship Id="rId7" Type="http://schemas.openxmlformats.org/officeDocument/2006/relationships/slideLayout" Target="../slideLayouts/slideLayout51.xml"/><Relationship Id="rId8" Type="http://schemas.openxmlformats.org/officeDocument/2006/relationships/slideLayout" Target="../slideLayouts/slideLayout52.xml"/><Relationship Id="rId31" Type="http://schemas.openxmlformats.org/officeDocument/2006/relationships/slideLayout" Target="../slideLayouts/slideLayout75.xml"/><Relationship Id="rId30" Type="http://schemas.openxmlformats.org/officeDocument/2006/relationships/slideLayout" Target="../slideLayouts/slideLayout74.xml"/><Relationship Id="rId11" Type="http://schemas.openxmlformats.org/officeDocument/2006/relationships/slideLayout" Target="../slideLayouts/slideLayout55.xml"/><Relationship Id="rId33" Type="http://schemas.openxmlformats.org/officeDocument/2006/relationships/slideLayout" Target="../slideLayouts/slideLayout77.xml"/><Relationship Id="rId10" Type="http://schemas.openxmlformats.org/officeDocument/2006/relationships/slideLayout" Target="../slideLayouts/slideLayout54.xml"/><Relationship Id="rId32" Type="http://schemas.openxmlformats.org/officeDocument/2006/relationships/slideLayout" Target="../slideLayouts/slideLayout76.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34" Type="http://schemas.openxmlformats.org/officeDocument/2006/relationships/theme" Target="../theme/theme1.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97.xml"/><Relationship Id="rId22" Type="http://schemas.openxmlformats.org/officeDocument/2006/relationships/slideLayout" Target="../slideLayouts/slideLayout99.xml"/><Relationship Id="rId21" Type="http://schemas.openxmlformats.org/officeDocument/2006/relationships/slideLayout" Target="../slideLayouts/slideLayout98.xml"/><Relationship Id="rId24" Type="http://schemas.openxmlformats.org/officeDocument/2006/relationships/slideLayout" Target="../slideLayouts/slideLayout101.xml"/><Relationship Id="rId23" Type="http://schemas.openxmlformats.org/officeDocument/2006/relationships/slideLayout" Target="../slideLayouts/slideLayout100.xml"/><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9" Type="http://schemas.openxmlformats.org/officeDocument/2006/relationships/slideLayout" Target="../slideLayouts/slideLayout86.xml"/><Relationship Id="rId26" Type="http://schemas.openxmlformats.org/officeDocument/2006/relationships/slideLayout" Target="../slideLayouts/slideLayout103.xml"/><Relationship Id="rId25" Type="http://schemas.openxmlformats.org/officeDocument/2006/relationships/slideLayout" Target="../slideLayouts/slideLayout102.xml"/><Relationship Id="rId28" Type="http://schemas.openxmlformats.org/officeDocument/2006/relationships/slideLayout" Target="../slideLayouts/slideLayout105.xml"/><Relationship Id="rId27" Type="http://schemas.openxmlformats.org/officeDocument/2006/relationships/slideLayout" Target="../slideLayouts/slideLayout104.xml"/><Relationship Id="rId5" Type="http://schemas.openxmlformats.org/officeDocument/2006/relationships/slideLayout" Target="../slideLayouts/slideLayout82.xml"/><Relationship Id="rId6" Type="http://schemas.openxmlformats.org/officeDocument/2006/relationships/slideLayout" Target="../slideLayouts/slideLayout83.xml"/><Relationship Id="rId29" Type="http://schemas.openxmlformats.org/officeDocument/2006/relationships/slideLayout" Target="../slideLayouts/slideLayout106.xml"/><Relationship Id="rId7" Type="http://schemas.openxmlformats.org/officeDocument/2006/relationships/slideLayout" Target="../slideLayouts/slideLayout84.xml"/><Relationship Id="rId8" Type="http://schemas.openxmlformats.org/officeDocument/2006/relationships/slideLayout" Target="../slideLayouts/slideLayout85.xml"/><Relationship Id="rId31" Type="http://schemas.openxmlformats.org/officeDocument/2006/relationships/slideLayout" Target="../slideLayouts/slideLayout108.xml"/><Relationship Id="rId30" Type="http://schemas.openxmlformats.org/officeDocument/2006/relationships/slideLayout" Target="../slideLayouts/slideLayout107.xml"/><Relationship Id="rId11" Type="http://schemas.openxmlformats.org/officeDocument/2006/relationships/slideLayout" Target="../slideLayouts/slideLayout88.xml"/><Relationship Id="rId33" Type="http://schemas.openxmlformats.org/officeDocument/2006/relationships/slideLayout" Target="../slideLayouts/slideLayout110.xml"/><Relationship Id="rId10" Type="http://schemas.openxmlformats.org/officeDocument/2006/relationships/slideLayout" Target="../slideLayouts/slideLayout87.xml"/><Relationship Id="rId32" Type="http://schemas.openxmlformats.org/officeDocument/2006/relationships/slideLayout" Target="../slideLayouts/slideLayout109.xml"/><Relationship Id="rId13" Type="http://schemas.openxmlformats.org/officeDocument/2006/relationships/slideLayout" Target="../slideLayouts/slideLayout90.xml"/><Relationship Id="rId12" Type="http://schemas.openxmlformats.org/officeDocument/2006/relationships/slideLayout" Target="../slideLayouts/slideLayout89.xml"/><Relationship Id="rId34" Type="http://schemas.openxmlformats.org/officeDocument/2006/relationships/theme" Target="../theme/theme3.xml"/><Relationship Id="rId15" Type="http://schemas.openxmlformats.org/officeDocument/2006/relationships/slideLayout" Target="../slideLayouts/slideLayout92.xml"/><Relationship Id="rId14" Type="http://schemas.openxmlformats.org/officeDocument/2006/relationships/slideLayout" Target="../slideLayouts/slideLayout91.xml"/><Relationship Id="rId17" Type="http://schemas.openxmlformats.org/officeDocument/2006/relationships/slideLayout" Target="../slideLayouts/slideLayout94.xml"/><Relationship Id="rId16" Type="http://schemas.openxmlformats.org/officeDocument/2006/relationships/slideLayout" Target="../slideLayouts/slideLayout93.xml"/><Relationship Id="rId19" Type="http://schemas.openxmlformats.org/officeDocument/2006/relationships/slideLayout" Target="../slideLayouts/slideLayout96.xml"/><Relationship Id="rId18" Type="http://schemas.openxmlformats.org/officeDocument/2006/relationships/slideLayout" Target="../slideLayouts/slideLayout95.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30.xml"/><Relationship Id="rId22" Type="http://schemas.openxmlformats.org/officeDocument/2006/relationships/slideLayout" Target="../slideLayouts/slideLayout132.xml"/><Relationship Id="rId21" Type="http://schemas.openxmlformats.org/officeDocument/2006/relationships/slideLayout" Target="../slideLayouts/slideLayout131.xml"/><Relationship Id="rId24" Type="http://schemas.openxmlformats.org/officeDocument/2006/relationships/slideLayout" Target="../slideLayouts/slideLayout134.xml"/><Relationship Id="rId23" Type="http://schemas.openxmlformats.org/officeDocument/2006/relationships/slideLayout" Target="../slideLayouts/slideLayout133.xml"/><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26" Type="http://schemas.openxmlformats.org/officeDocument/2006/relationships/slideLayout" Target="../slideLayouts/slideLayout136.xml"/><Relationship Id="rId25" Type="http://schemas.openxmlformats.org/officeDocument/2006/relationships/slideLayout" Target="../slideLayouts/slideLayout135.xml"/><Relationship Id="rId28" Type="http://schemas.openxmlformats.org/officeDocument/2006/relationships/slideLayout" Target="../slideLayouts/slideLayout138.xml"/><Relationship Id="rId27" Type="http://schemas.openxmlformats.org/officeDocument/2006/relationships/slideLayout" Target="../slideLayouts/slideLayout137.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29" Type="http://schemas.openxmlformats.org/officeDocument/2006/relationships/slideLayout" Target="../slideLayouts/slideLayout139.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31" Type="http://schemas.openxmlformats.org/officeDocument/2006/relationships/slideLayout" Target="../slideLayouts/slideLayout141.xml"/><Relationship Id="rId30" Type="http://schemas.openxmlformats.org/officeDocument/2006/relationships/slideLayout" Target="../slideLayouts/slideLayout140.xml"/><Relationship Id="rId11" Type="http://schemas.openxmlformats.org/officeDocument/2006/relationships/slideLayout" Target="../slideLayouts/slideLayout121.xml"/><Relationship Id="rId33" Type="http://schemas.openxmlformats.org/officeDocument/2006/relationships/slideLayout" Target="../slideLayouts/slideLayout143.xml"/><Relationship Id="rId10" Type="http://schemas.openxmlformats.org/officeDocument/2006/relationships/slideLayout" Target="../slideLayouts/slideLayout120.xml"/><Relationship Id="rId32" Type="http://schemas.openxmlformats.org/officeDocument/2006/relationships/slideLayout" Target="../slideLayouts/slideLayout142.xml"/><Relationship Id="rId13" Type="http://schemas.openxmlformats.org/officeDocument/2006/relationships/slideLayout" Target="../slideLayouts/slideLayout123.xml"/><Relationship Id="rId12" Type="http://schemas.openxmlformats.org/officeDocument/2006/relationships/slideLayout" Target="../slideLayouts/slideLayout122.xml"/><Relationship Id="rId34" Type="http://schemas.openxmlformats.org/officeDocument/2006/relationships/theme" Target="../theme/theme2.xml"/><Relationship Id="rId15" Type="http://schemas.openxmlformats.org/officeDocument/2006/relationships/slideLayout" Target="../slideLayouts/slideLayout125.xml"/><Relationship Id="rId14" Type="http://schemas.openxmlformats.org/officeDocument/2006/relationships/slideLayout" Target="../slideLayouts/slideLayout124.xml"/><Relationship Id="rId17" Type="http://schemas.openxmlformats.org/officeDocument/2006/relationships/slideLayout" Target="../slideLayouts/slideLayout127.xml"/><Relationship Id="rId16" Type="http://schemas.openxmlformats.org/officeDocument/2006/relationships/slideLayout" Target="../slideLayouts/slideLayout126.xml"/><Relationship Id="rId19" Type="http://schemas.openxmlformats.org/officeDocument/2006/relationships/slideLayout" Target="../slideLayouts/slideLayout129.xml"/><Relationship Id="rId18" Type="http://schemas.openxmlformats.org/officeDocument/2006/relationships/slideLayout" Target="../slideLayouts/slideLayout128.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63.xml"/><Relationship Id="rId22" Type="http://schemas.openxmlformats.org/officeDocument/2006/relationships/slideLayout" Target="../slideLayouts/slideLayout165.xml"/><Relationship Id="rId21" Type="http://schemas.openxmlformats.org/officeDocument/2006/relationships/slideLayout" Target="../slideLayouts/slideLayout164.xml"/><Relationship Id="rId24" Type="http://schemas.openxmlformats.org/officeDocument/2006/relationships/slideLayout" Target="../slideLayouts/slideLayout167.xml"/><Relationship Id="rId23" Type="http://schemas.openxmlformats.org/officeDocument/2006/relationships/slideLayout" Target="../slideLayouts/slideLayout166.xml"/><Relationship Id="rId1" Type="http://schemas.openxmlformats.org/officeDocument/2006/relationships/slideLayout" Target="../slideLayouts/slideLayout144.xml"/><Relationship Id="rId2" Type="http://schemas.openxmlformats.org/officeDocument/2006/relationships/slideLayout" Target="../slideLayouts/slideLayout145.xml"/><Relationship Id="rId3" Type="http://schemas.openxmlformats.org/officeDocument/2006/relationships/slideLayout" Target="../slideLayouts/slideLayout146.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26" Type="http://schemas.openxmlformats.org/officeDocument/2006/relationships/slideLayout" Target="../slideLayouts/slideLayout169.xml"/><Relationship Id="rId25" Type="http://schemas.openxmlformats.org/officeDocument/2006/relationships/slideLayout" Target="../slideLayouts/slideLayout168.xml"/><Relationship Id="rId28" Type="http://schemas.openxmlformats.org/officeDocument/2006/relationships/slideLayout" Target="../slideLayouts/slideLayout171.xml"/><Relationship Id="rId27" Type="http://schemas.openxmlformats.org/officeDocument/2006/relationships/slideLayout" Target="../slideLayouts/slideLayout170.xml"/><Relationship Id="rId5" Type="http://schemas.openxmlformats.org/officeDocument/2006/relationships/slideLayout" Target="../slideLayouts/slideLayout148.xml"/><Relationship Id="rId6" Type="http://schemas.openxmlformats.org/officeDocument/2006/relationships/slideLayout" Target="../slideLayouts/slideLayout149.xml"/><Relationship Id="rId29" Type="http://schemas.openxmlformats.org/officeDocument/2006/relationships/slideLayout" Target="../slideLayouts/slideLayout172.xml"/><Relationship Id="rId7" Type="http://schemas.openxmlformats.org/officeDocument/2006/relationships/slideLayout" Target="../slideLayouts/slideLayout150.xml"/><Relationship Id="rId8" Type="http://schemas.openxmlformats.org/officeDocument/2006/relationships/slideLayout" Target="../slideLayouts/slideLayout151.xml"/><Relationship Id="rId31" Type="http://schemas.openxmlformats.org/officeDocument/2006/relationships/slideLayout" Target="../slideLayouts/slideLayout174.xml"/><Relationship Id="rId30" Type="http://schemas.openxmlformats.org/officeDocument/2006/relationships/slideLayout" Target="../slideLayouts/slideLayout173.xml"/><Relationship Id="rId11" Type="http://schemas.openxmlformats.org/officeDocument/2006/relationships/slideLayout" Target="../slideLayouts/slideLayout154.xml"/><Relationship Id="rId33" Type="http://schemas.openxmlformats.org/officeDocument/2006/relationships/slideLayout" Target="../slideLayouts/slideLayout176.xml"/><Relationship Id="rId10" Type="http://schemas.openxmlformats.org/officeDocument/2006/relationships/slideLayout" Target="../slideLayouts/slideLayout153.xml"/><Relationship Id="rId32" Type="http://schemas.openxmlformats.org/officeDocument/2006/relationships/slideLayout" Target="../slideLayouts/slideLayout175.xml"/><Relationship Id="rId13" Type="http://schemas.openxmlformats.org/officeDocument/2006/relationships/slideLayout" Target="../slideLayouts/slideLayout156.xml"/><Relationship Id="rId12" Type="http://schemas.openxmlformats.org/officeDocument/2006/relationships/slideLayout" Target="../slideLayouts/slideLayout155.xml"/><Relationship Id="rId34" Type="http://schemas.openxmlformats.org/officeDocument/2006/relationships/theme" Target="../theme/theme6.xml"/><Relationship Id="rId15" Type="http://schemas.openxmlformats.org/officeDocument/2006/relationships/slideLayout" Target="../slideLayouts/slideLayout158.xml"/><Relationship Id="rId14" Type="http://schemas.openxmlformats.org/officeDocument/2006/relationships/slideLayout" Target="../slideLayouts/slideLayout157.xml"/><Relationship Id="rId17" Type="http://schemas.openxmlformats.org/officeDocument/2006/relationships/slideLayout" Target="../slideLayouts/slideLayout160.xml"/><Relationship Id="rId16" Type="http://schemas.openxmlformats.org/officeDocument/2006/relationships/slideLayout" Target="../slideLayouts/slideLayout159.xml"/><Relationship Id="rId19" Type="http://schemas.openxmlformats.org/officeDocument/2006/relationships/slideLayout" Target="../slideLayouts/slideLayout162.xml"/><Relationship Id="rId18" Type="http://schemas.openxmlformats.org/officeDocument/2006/relationships/slideLayout" Target="../slideLayouts/slideLayout16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20300" y="452325"/>
            <a:ext cx="77034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1pPr>
            <a:lvl2pPr lvl="1"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2pPr>
            <a:lvl3pPr lvl="2"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3pPr>
            <a:lvl4pPr lvl="3"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4pPr>
            <a:lvl5pPr lvl="4"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5pPr>
            <a:lvl6pPr lvl="5"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6pPr>
            <a:lvl7pPr lvl="6"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7pPr>
            <a:lvl8pPr lvl="7"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8pPr>
            <a:lvl9pPr lvl="8"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9pPr>
          </a:lstStyle>
          <a:p/>
        </p:txBody>
      </p:sp>
      <p:sp>
        <p:nvSpPr>
          <p:cNvPr id="52" name="Google Shape;52;p13"/>
          <p:cNvSpPr txBox="1"/>
          <p:nvPr>
            <p:ph idx="1" type="body"/>
          </p:nvPr>
        </p:nvSpPr>
        <p:spPr>
          <a:xfrm>
            <a:off x="720300" y="1152475"/>
            <a:ext cx="77034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600" name="Shape 600"/>
        <p:cNvGrpSpPr/>
        <p:nvPr/>
      </p:nvGrpSpPr>
      <p:grpSpPr>
        <a:xfrm>
          <a:off x="0" y="0"/>
          <a:ext cx="0" cy="0"/>
          <a:chOff x="0" y="0"/>
          <a:chExt cx="0" cy="0"/>
        </a:xfrm>
      </p:grpSpPr>
      <p:sp>
        <p:nvSpPr>
          <p:cNvPr id="601" name="Google Shape;601;p47"/>
          <p:cNvSpPr txBox="1"/>
          <p:nvPr>
            <p:ph type="title"/>
          </p:nvPr>
        </p:nvSpPr>
        <p:spPr>
          <a:xfrm>
            <a:off x="720300" y="452325"/>
            <a:ext cx="77034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1pPr>
            <a:lvl2pPr lvl="1"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2pPr>
            <a:lvl3pPr lvl="2"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3pPr>
            <a:lvl4pPr lvl="3"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4pPr>
            <a:lvl5pPr lvl="4"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5pPr>
            <a:lvl6pPr lvl="5"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6pPr>
            <a:lvl7pPr lvl="6"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7pPr>
            <a:lvl8pPr lvl="7"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8pPr>
            <a:lvl9pPr lvl="8"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9pPr>
          </a:lstStyle>
          <a:p/>
        </p:txBody>
      </p:sp>
      <p:sp>
        <p:nvSpPr>
          <p:cNvPr id="602" name="Google Shape;602;p47"/>
          <p:cNvSpPr txBox="1"/>
          <p:nvPr>
            <p:ph idx="1" type="body"/>
          </p:nvPr>
        </p:nvSpPr>
        <p:spPr>
          <a:xfrm>
            <a:off x="720300" y="1152475"/>
            <a:ext cx="77034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1150" name="Shape 1150"/>
        <p:cNvGrpSpPr/>
        <p:nvPr/>
      </p:nvGrpSpPr>
      <p:grpSpPr>
        <a:xfrm>
          <a:off x="0" y="0"/>
          <a:ext cx="0" cy="0"/>
          <a:chOff x="0" y="0"/>
          <a:chExt cx="0" cy="0"/>
        </a:xfrm>
      </p:grpSpPr>
      <p:sp>
        <p:nvSpPr>
          <p:cNvPr id="1151" name="Google Shape;1151;p81"/>
          <p:cNvSpPr txBox="1"/>
          <p:nvPr>
            <p:ph type="title"/>
          </p:nvPr>
        </p:nvSpPr>
        <p:spPr>
          <a:xfrm>
            <a:off x="720300" y="452325"/>
            <a:ext cx="77034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1pPr>
            <a:lvl2pPr lvl="1"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2pPr>
            <a:lvl3pPr lvl="2"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3pPr>
            <a:lvl4pPr lvl="3"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4pPr>
            <a:lvl5pPr lvl="4"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5pPr>
            <a:lvl6pPr lvl="5"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6pPr>
            <a:lvl7pPr lvl="6"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7pPr>
            <a:lvl8pPr lvl="7"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8pPr>
            <a:lvl9pPr lvl="8"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9pPr>
          </a:lstStyle>
          <a:p/>
        </p:txBody>
      </p:sp>
      <p:sp>
        <p:nvSpPr>
          <p:cNvPr id="1152" name="Google Shape;1152;p81"/>
          <p:cNvSpPr txBox="1"/>
          <p:nvPr>
            <p:ph idx="1" type="body"/>
          </p:nvPr>
        </p:nvSpPr>
        <p:spPr>
          <a:xfrm>
            <a:off x="720300" y="1152475"/>
            <a:ext cx="77034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 id="2147483744" r:id="rId20"/>
    <p:sldLayoutId id="2147483745" r:id="rId21"/>
    <p:sldLayoutId id="2147483746" r:id="rId22"/>
    <p:sldLayoutId id="2147483747" r:id="rId23"/>
    <p:sldLayoutId id="2147483748" r:id="rId24"/>
    <p:sldLayoutId id="2147483749" r:id="rId25"/>
    <p:sldLayoutId id="2147483750" r:id="rId26"/>
    <p:sldLayoutId id="2147483751" r:id="rId27"/>
    <p:sldLayoutId id="2147483752" r:id="rId28"/>
    <p:sldLayoutId id="2147483753" r:id="rId29"/>
    <p:sldLayoutId id="2147483754" r:id="rId30"/>
    <p:sldLayoutId id="2147483755" r:id="rId31"/>
    <p:sldLayoutId id="2147483756" r:id="rId32"/>
    <p:sldLayoutId id="2147483757"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1700" name="Shape 1700"/>
        <p:cNvGrpSpPr/>
        <p:nvPr/>
      </p:nvGrpSpPr>
      <p:grpSpPr>
        <a:xfrm>
          <a:off x="0" y="0"/>
          <a:ext cx="0" cy="0"/>
          <a:chOff x="0" y="0"/>
          <a:chExt cx="0" cy="0"/>
        </a:xfrm>
      </p:grpSpPr>
      <p:sp>
        <p:nvSpPr>
          <p:cNvPr id="1701" name="Google Shape;1701;p115"/>
          <p:cNvSpPr txBox="1"/>
          <p:nvPr>
            <p:ph type="title"/>
          </p:nvPr>
        </p:nvSpPr>
        <p:spPr>
          <a:xfrm>
            <a:off x="720300" y="452325"/>
            <a:ext cx="77034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1pPr>
            <a:lvl2pPr lvl="1"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2pPr>
            <a:lvl3pPr lvl="2"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3pPr>
            <a:lvl4pPr lvl="3"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4pPr>
            <a:lvl5pPr lvl="4"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5pPr>
            <a:lvl6pPr lvl="5"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6pPr>
            <a:lvl7pPr lvl="6"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7pPr>
            <a:lvl8pPr lvl="7"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8pPr>
            <a:lvl9pPr lvl="8"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9pPr>
          </a:lstStyle>
          <a:p/>
        </p:txBody>
      </p:sp>
      <p:sp>
        <p:nvSpPr>
          <p:cNvPr id="1702" name="Google Shape;1702;p115"/>
          <p:cNvSpPr txBox="1"/>
          <p:nvPr>
            <p:ph idx="1" type="body"/>
          </p:nvPr>
        </p:nvSpPr>
        <p:spPr>
          <a:xfrm>
            <a:off x="720300" y="1152475"/>
            <a:ext cx="77034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89" r:id="rId32"/>
    <p:sldLayoutId id="2147483790"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2250" name="Shape 2250"/>
        <p:cNvGrpSpPr/>
        <p:nvPr/>
      </p:nvGrpSpPr>
      <p:grpSpPr>
        <a:xfrm>
          <a:off x="0" y="0"/>
          <a:ext cx="0" cy="0"/>
          <a:chOff x="0" y="0"/>
          <a:chExt cx="0" cy="0"/>
        </a:xfrm>
      </p:grpSpPr>
      <p:sp>
        <p:nvSpPr>
          <p:cNvPr id="2251" name="Google Shape;2251;p149"/>
          <p:cNvSpPr txBox="1"/>
          <p:nvPr>
            <p:ph type="title"/>
          </p:nvPr>
        </p:nvSpPr>
        <p:spPr>
          <a:xfrm>
            <a:off x="720300" y="452325"/>
            <a:ext cx="77034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1pPr>
            <a:lvl2pPr lvl="1"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2pPr>
            <a:lvl3pPr lvl="2"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3pPr>
            <a:lvl4pPr lvl="3"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4pPr>
            <a:lvl5pPr lvl="4"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5pPr>
            <a:lvl6pPr lvl="5"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6pPr>
            <a:lvl7pPr lvl="6"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7pPr>
            <a:lvl8pPr lvl="7"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8pPr>
            <a:lvl9pPr lvl="8" rtl="0">
              <a:spcBef>
                <a:spcPts val="0"/>
              </a:spcBef>
              <a:spcAft>
                <a:spcPts val="0"/>
              </a:spcAft>
              <a:buClr>
                <a:schemeClr val="dk1"/>
              </a:buClr>
              <a:buSzPts val="3400"/>
              <a:buFont typeface="Lexend Deca"/>
              <a:buNone/>
              <a:defRPr b="1" sz="3400">
                <a:solidFill>
                  <a:schemeClr val="dk1"/>
                </a:solidFill>
                <a:latin typeface="Lexend Deca"/>
                <a:ea typeface="Lexend Deca"/>
                <a:cs typeface="Lexend Deca"/>
                <a:sym typeface="Lexend Deca"/>
              </a:defRPr>
            </a:lvl9pPr>
          </a:lstStyle>
          <a:p/>
        </p:txBody>
      </p:sp>
      <p:sp>
        <p:nvSpPr>
          <p:cNvPr id="2252" name="Google Shape;2252;p149"/>
          <p:cNvSpPr txBox="1"/>
          <p:nvPr>
            <p:ph idx="1" type="body"/>
          </p:nvPr>
        </p:nvSpPr>
        <p:spPr>
          <a:xfrm>
            <a:off x="720300" y="1152475"/>
            <a:ext cx="77034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rtl="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19" r:id="rId29"/>
    <p:sldLayoutId id="2147483820" r:id="rId30"/>
    <p:sldLayoutId id="2147483821" r:id="rId31"/>
    <p:sldLayoutId id="2147483822" r:id="rId32"/>
    <p:sldLayoutId id="2147483823"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7.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3" name="Shape 2803"/>
        <p:cNvGrpSpPr/>
        <p:nvPr/>
      </p:nvGrpSpPr>
      <p:grpSpPr>
        <a:xfrm>
          <a:off x="0" y="0"/>
          <a:ext cx="0" cy="0"/>
          <a:chOff x="0" y="0"/>
          <a:chExt cx="0" cy="0"/>
        </a:xfrm>
      </p:grpSpPr>
      <p:sp>
        <p:nvSpPr>
          <p:cNvPr id="2804" name="Google Shape;2804;p183"/>
          <p:cNvSpPr txBox="1"/>
          <p:nvPr>
            <p:ph type="ctrTitle"/>
          </p:nvPr>
        </p:nvSpPr>
        <p:spPr>
          <a:xfrm>
            <a:off x="4135975" y="1035775"/>
            <a:ext cx="4293300" cy="240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Biology Class Basics</a:t>
            </a:r>
            <a:endParaRPr/>
          </a:p>
        </p:txBody>
      </p:sp>
      <p:sp>
        <p:nvSpPr>
          <p:cNvPr id="2805" name="Google Shape;2805;p183"/>
          <p:cNvSpPr txBox="1"/>
          <p:nvPr>
            <p:ph idx="1" type="subTitle"/>
          </p:nvPr>
        </p:nvSpPr>
        <p:spPr>
          <a:xfrm>
            <a:off x="4135975" y="3436975"/>
            <a:ext cx="2644500" cy="6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Mr.Hajjarian and Mr.Jones</a:t>
            </a:r>
            <a:endParaRPr/>
          </a:p>
        </p:txBody>
      </p:sp>
      <p:sp>
        <p:nvSpPr>
          <p:cNvPr id="2806" name="Google Shape;2806;p183"/>
          <p:cNvSpPr/>
          <p:nvPr/>
        </p:nvSpPr>
        <p:spPr>
          <a:xfrm>
            <a:off x="2883888" y="-268094"/>
            <a:ext cx="1215300" cy="12153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83"/>
          <p:cNvSpPr/>
          <p:nvPr/>
        </p:nvSpPr>
        <p:spPr>
          <a:xfrm>
            <a:off x="-881150" y="-431337"/>
            <a:ext cx="2281500" cy="22815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08" name="Google Shape;2808;p183"/>
          <p:cNvGrpSpPr/>
          <p:nvPr/>
        </p:nvGrpSpPr>
        <p:grpSpPr>
          <a:xfrm>
            <a:off x="-1037150" y="1085800"/>
            <a:ext cx="4452000" cy="4452000"/>
            <a:chOff x="-1037150" y="1085800"/>
            <a:chExt cx="4452000" cy="4452000"/>
          </a:xfrm>
        </p:grpSpPr>
        <p:sp>
          <p:nvSpPr>
            <p:cNvPr id="2809" name="Google Shape;2809;p183"/>
            <p:cNvSpPr/>
            <p:nvPr/>
          </p:nvSpPr>
          <p:spPr>
            <a:xfrm>
              <a:off x="-1037150" y="1085800"/>
              <a:ext cx="4452000" cy="4452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183"/>
            <p:cNvSpPr/>
            <p:nvPr/>
          </p:nvSpPr>
          <p:spPr>
            <a:xfrm>
              <a:off x="-881150" y="1241800"/>
              <a:ext cx="4140000" cy="41400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1" name="Google Shape;2811;p183"/>
          <p:cNvGrpSpPr/>
          <p:nvPr/>
        </p:nvGrpSpPr>
        <p:grpSpPr>
          <a:xfrm rot="1315341">
            <a:off x="280580" y="1793108"/>
            <a:ext cx="2880247" cy="2060933"/>
            <a:chOff x="3698375" y="764675"/>
            <a:chExt cx="1508825" cy="1079625"/>
          </a:xfrm>
        </p:grpSpPr>
        <p:sp>
          <p:nvSpPr>
            <p:cNvPr id="2812" name="Google Shape;2812;p183"/>
            <p:cNvSpPr/>
            <p:nvPr/>
          </p:nvSpPr>
          <p:spPr>
            <a:xfrm>
              <a:off x="4393700" y="1763775"/>
              <a:ext cx="111350" cy="80525"/>
            </a:xfrm>
            <a:custGeom>
              <a:rect b="b" l="l" r="r" t="t"/>
              <a:pathLst>
                <a:path extrusionOk="0" h="3221" w="4454">
                  <a:moveTo>
                    <a:pt x="2922" y="0"/>
                  </a:moveTo>
                  <a:cubicBezTo>
                    <a:pt x="1905" y="0"/>
                    <a:pt x="876" y="599"/>
                    <a:pt x="322" y="1606"/>
                  </a:cubicBezTo>
                  <a:cubicBezTo>
                    <a:pt x="143" y="1952"/>
                    <a:pt x="0" y="2416"/>
                    <a:pt x="214" y="2738"/>
                  </a:cubicBezTo>
                  <a:cubicBezTo>
                    <a:pt x="322" y="2904"/>
                    <a:pt x="500" y="2999"/>
                    <a:pt x="679" y="3059"/>
                  </a:cubicBezTo>
                  <a:cubicBezTo>
                    <a:pt x="993" y="3161"/>
                    <a:pt x="1324" y="3220"/>
                    <a:pt x="1657" y="3220"/>
                  </a:cubicBezTo>
                  <a:cubicBezTo>
                    <a:pt x="1792" y="3220"/>
                    <a:pt x="1926" y="3211"/>
                    <a:pt x="2060" y="3190"/>
                  </a:cubicBezTo>
                  <a:cubicBezTo>
                    <a:pt x="3001" y="3059"/>
                    <a:pt x="3858" y="2345"/>
                    <a:pt x="4310" y="1368"/>
                  </a:cubicBezTo>
                  <a:cubicBezTo>
                    <a:pt x="4394" y="1214"/>
                    <a:pt x="4453" y="1011"/>
                    <a:pt x="4429" y="809"/>
                  </a:cubicBezTo>
                  <a:cubicBezTo>
                    <a:pt x="4382" y="463"/>
                    <a:pt x="4072" y="249"/>
                    <a:pt x="3786" y="154"/>
                  </a:cubicBezTo>
                  <a:cubicBezTo>
                    <a:pt x="3507" y="50"/>
                    <a:pt x="3215" y="0"/>
                    <a:pt x="29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183"/>
            <p:cNvSpPr/>
            <p:nvPr/>
          </p:nvSpPr>
          <p:spPr>
            <a:xfrm>
              <a:off x="3698375" y="963450"/>
              <a:ext cx="711125" cy="872650"/>
            </a:xfrm>
            <a:custGeom>
              <a:rect b="b" l="l" r="r" t="t"/>
              <a:pathLst>
                <a:path extrusionOk="0" h="34906" w="28445">
                  <a:moveTo>
                    <a:pt x="10311" y="1"/>
                  </a:moveTo>
                  <a:cubicBezTo>
                    <a:pt x="6847" y="1"/>
                    <a:pt x="3385" y="574"/>
                    <a:pt x="12" y="1532"/>
                  </a:cubicBezTo>
                  <a:lnTo>
                    <a:pt x="0" y="33477"/>
                  </a:lnTo>
                  <a:cubicBezTo>
                    <a:pt x="4306" y="32454"/>
                    <a:pt x="8702" y="31938"/>
                    <a:pt x="13097" y="31938"/>
                  </a:cubicBezTo>
                  <a:cubicBezTo>
                    <a:pt x="15507" y="31938"/>
                    <a:pt x="17917" y="32093"/>
                    <a:pt x="20312" y="32405"/>
                  </a:cubicBezTo>
                  <a:cubicBezTo>
                    <a:pt x="23110" y="32762"/>
                    <a:pt x="25980" y="33381"/>
                    <a:pt x="28432" y="34905"/>
                  </a:cubicBezTo>
                  <a:lnTo>
                    <a:pt x="28444" y="6771"/>
                  </a:lnTo>
                  <a:cubicBezTo>
                    <a:pt x="24110" y="2770"/>
                    <a:pt x="18622" y="627"/>
                    <a:pt x="13085" y="127"/>
                  </a:cubicBezTo>
                  <a:cubicBezTo>
                    <a:pt x="12161" y="42"/>
                    <a:pt x="11236" y="1"/>
                    <a:pt x="103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83"/>
            <p:cNvSpPr/>
            <p:nvPr/>
          </p:nvSpPr>
          <p:spPr>
            <a:xfrm>
              <a:off x="3726650" y="928050"/>
              <a:ext cx="772425" cy="894350"/>
            </a:xfrm>
            <a:custGeom>
              <a:rect b="b" l="l" r="r" t="t"/>
              <a:pathLst>
                <a:path extrusionOk="0" h="35774" w="30897">
                  <a:moveTo>
                    <a:pt x="12477" y="0"/>
                  </a:moveTo>
                  <a:cubicBezTo>
                    <a:pt x="9021" y="0"/>
                    <a:pt x="5565" y="575"/>
                    <a:pt x="2191" y="1543"/>
                  </a:cubicBezTo>
                  <a:lnTo>
                    <a:pt x="2191" y="1758"/>
                  </a:lnTo>
                  <a:cubicBezTo>
                    <a:pt x="1465" y="1936"/>
                    <a:pt x="750" y="2115"/>
                    <a:pt x="36" y="2329"/>
                  </a:cubicBezTo>
                  <a:lnTo>
                    <a:pt x="0" y="34262"/>
                  </a:lnTo>
                  <a:cubicBezTo>
                    <a:pt x="4315" y="33245"/>
                    <a:pt x="8724" y="32736"/>
                    <a:pt x="13127" y="32736"/>
                  </a:cubicBezTo>
                  <a:cubicBezTo>
                    <a:pt x="15529" y="32736"/>
                    <a:pt x="17930" y="32887"/>
                    <a:pt x="20312" y="33190"/>
                  </a:cubicBezTo>
                  <a:cubicBezTo>
                    <a:pt x="23098" y="33547"/>
                    <a:pt x="25670" y="34250"/>
                    <a:pt x="28135" y="35774"/>
                  </a:cubicBezTo>
                  <a:cubicBezTo>
                    <a:pt x="28135" y="35774"/>
                    <a:pt x="30016" y="34678"/>
                    <a:pt x="30897" y="34583"/>
                  </a:cubicBezTo>
                  <a:lnTo>
                    <a:pt x="30576" y="6782"/>
                  </a:lnTo>
                  <a:cubicBezTo>
                    <a:pt x="26242" y="2770"/>
                    <a:pt x="20777" y="626"/>
                    <a:pt x="15240" y="126"/>
                  </a:cubicBezTo>
                  <a:cubicBezTo>
                    <a:pt x="14320" y="41"/>
                    <a:pt x="13399" y="0"/>
                    <a:pt x="124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83"/>
            <p:cNvSpPr/>
            <p:nvPr/>
          </p:nvSpPr>
          <p:spPr>
            <a:xfrm>
              <a:off x="4498775" y="919275"/>
              <a:ext cx="708425" cy="872175"/>
            </a:xfrm>
            <a:custGeom>
              <a:rect b="b" l="l" r="r" t="t"/>
              <a:pathLst>
                <a:path extrusionOk="0" h="34887" w="28337">
                  <a:moveTo>
                    <a:pt x="17978" y="0"/>
                  </a:moveTo>
                  <a:cubicBezTo>
                    <a:pt x="17073" y="0"/>
                    <a:pt x="16167" y="39"/>
                    <a:pt x="15264" y="120"/>
                  </a:cubicBezTo>
                  <a:cubicBezTo>
                    <a:pt x="9727" y="608"/>
                    <a:pt x="4358" y="2751"/>
                    <a:pt x="24" y="6740"/>
                  </a:cubicBezTo>
                  <a:lnTo>
                    <a:pt x="0" y="34886"/>
                  </a:lnTo>
                  <a:cubicBezTo>
                    <a:pt x="2453" y="33362"/>
                    <a:pt x="5227" y="33005"/>
                    <a:pt x="7989" y="32398"/>
                  </a:cubicBezTo>
                  <a:cubicBezTo>
                    <a:pt x="10346" y="31881"/>
                    <a:pt x="12712" y="31660"/>
                    <a:pt x="15075" y="31660"/>
                  </a:cubicBezTo>
                  <a:cubicBezTo>
                    <a:pt x="19517" y="31660"/>
                    <a:pt x="23949" y="32441"/>
                    <a:pt x="28301" y="33505"/>
                  </a:cubicBezTo>
                  <a:lnTo>
                    <a:pt x="28337" y="1561"/>
                  </a:lnTo>
                  <a:cubicBezTo>
                    <a:pt x="24944" y="578"/>
                    <a:pt x="21461" y="0"/>
                    <a:pt x="179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183"/>
            <p:cNvSpPr/>
            <p:nvPr/>
          </p:nvSpPr>
          <p:spPr>
            <a:xfrm>
              <a:off x="4499050" y="919275"/>
              <a:ext cx="536125" cy="871875"/>
            </a:xfrm>
            <a:custGeom>
              <a:rect b="b" l="l" r="r" t="t"/>
              <a:pathLst>
                <a:path extrusionOk="0" h="34875" w="21445">
                  <a:moveTo>
                    <a:pt x="17950" y="1"/>
                  </a:moveTo>
                  <a:cubicBezTo>
                    <a:pt x="17053" y="1"/>
                    <a:pt x="16154" y="40"/>
                    <a:pt x="15253" y="120"/>
                  </a:cubicBezTo>
                  <a:cubicBezTo>
                    <a:pt x="9716" y="608"/>
                    <a:pt x="4347" y="2751"/>
                    <a:pt x="13" y="6740"/>
                  </a:cubicBezTo>
                  <a:lnTo>
                    <a:pt x="1" y="34874"/>
                  </a:lnTo>
                  <a:cubicBezTo>
                    <a:pt x="2454" y="33350"/>
                    <a:pt x="5228" y="32993"/>
                    <a:pt x="7990" y="32386"/>
                  </a:cubicBezTo>
                  <a:cubicBezTo>
                    <a:pt x="10342" y="31868"/>
                    <a:pt x="12697" y="31648"/>
                    <a:pt x="15048" y="31648"/>
                  </a:cubicBezTo>
                  <a:cubicBezTo>
                    <a:pt x="17185" y="31648"/>
                    <a:pt x="19318" y="31830"/>
                    <a:pt x="21444" y="32136"/>
                  </a:cubicBezTo>
                  <a:cubicBezTo>
                    <a:pt x="21170" y="21480"/>
                    <a:pt x="20968" y="10800"/>
                    <a:pt x="20837" y="132"/>
                  </a:cubicBezTo>
                  <a:cubicBezTo>
                    <a:pt x="19875" y="46"/>
                    <a:pt x="18913" y="1"/>
                    <a:pt x="179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183"/>
            <p:cNvSpPr/>
            <p:nvPr/>
          </p:nvSpPr>
          <p:spPr>
            <a:xfrm>
              <a:off x="4498775" y="764675"/>
              <a:ext cx="459000" cy="1027375"/>
            </a:xfrm>
            <a:custGeom>
              <a:rect b="b" l="l" r="r" t="t"/>
              <a:pathLst>
                <a:path extrusionOk="0" h="41095" w="18360">
                  <a:moveTo>
                    <a:pt x="17924" y="0"/>
                  </a:moveTo>
                  <a:cubicBezTo>
                    <a:pt x="15322" y="0"/>
                    <a:pt x="12651" y="612"/>
                    <a:pt x="9989" y="2089"/>
                  </a:cubicBezTo>
                  <a:cubicBezTo>
                    <a:pt x="6429" y="4066"/>
                    <a:pt x="2810" y="7685"/>
                    <a:pt x="24" y="12841"/>
                  </a:cubicBezTo>
                  <a:lnTo>
                    <a:pt x="0" y="41094"/>
                  </a:lnTo>
                  <a:cubicBezTo>
                    <a:pt x="1560" y="38927"/>
                    <a:pt x="3524" y="37308"/>
                    <a:pt x="5310" y="36201"/>
                  </a:cubicBezTo>
                  <a:cubicBezTo>
                    <a:pt x="9656" y="33522"/>
                    <a:pt x="14061" y="32045"/>
                    <a:pt x="18336" y="31843"/>
                  </a:cubicBezTo>
                  <a:lnTo>
                    <a:pt x="18360" y="6"/>
                  </a:lnTo>
                  <a:cubicBezTo>
                    <a:pt x="18215" y="2"/>
                    <a:pt x="18069" y="0"/>
                    <a:pt x="179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183"/>
            <p:cNvSpPr/>
            <p:nvPr/>
          </p:nvSpPr>
          <p:spPr>
            <a:xfrm>
              <a:off x="3788850" y="919850"/>
              <a:ext cx="710525" cy="872775"/>
            </a:xfrm>
            <a:custGeom>
              <a:rect b="b" l="l" r="r" t="t"/>
              <a:pathLst>
                <a:path extrusionOk="0" h="34911" w="28421">
                  <a:moveTo>
                    <a:pt x="10377" y="1"/>
                  </a:moveTo>
                  <a:cubicBezTo>
                    <a:pt x="6895" y="1"/>
                    <a:pt x="3415" y="575"/>
                    <a:pt x="24" y="1538"/>
                  </a:cubicBezTo>
                  <a:lnTo>
                    <a:pt x="1" y="33482"/>
                  </a:lnTo>
                  <a:cubicBezTo>
                    <a:pt x="4307" y="32460"/>
                    <a:pt x="8697" y="31943"/>
                    <a:pt x="13092" y="31943"/>
                  </a:cubicBezTo>
                  <a:cubicBezTo>
                    <a:pt x="15502" y="31943"/>
                    <a:pt x="17913" y="32099"/>
                    <a:pt x="20313" y="32411"/>
                  </a:cubicBezTo>
                  <a:cubicBezTo>
                    <a:pt x="23111" y="32768"/>
                    <a:pt x="25956" y="33387"/>
                    <a:pt x="28397" y="34911"/>
                  </a:cubicBezTo>
                  <a:lnTo>
                    <a:pt x="28421" y="6777"/>
                  </a:lnTo>
                  <a:cubicBezTo>
                    <a:pt x="24099" y="2776"/>
                    <a:pt x="18634" y="633"/>
                    <a:pt x="13098" y="121"/>
                  </a:cubicBezTo>
                  <a:cubicBezTo>
                    <a:pt x="12192" y="40"/>
                    <a:pt x="11284" y="1"/>
                    <a:pt x="103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83"/>
            <p:cNvSpPr/>
            <p:nvPr/>
          </p:nvSpPr>
          <p:spPr>
            <a:xfrm>
              <a:off x="3932625" y="1036200"/>
              <a:ext cx="453350" cy="78375"/>
            </a:xfrm>
            <a:custGeom>
              <a:rect b="b" l="l" r="r" t="t"/>
              <a:pathLst>
                <a:path extrusionOk="0" h="3135" w="18134">
                  <a:moveTo>
                    <a:pt x="5724" y="0"/>
                  </a:moveTo>
                  <a:cubicBezTo>
                    <a:pt x="3859" y="0"/>
                    <a:pt x="1968" y="158"/>
                    <a:pt x="0" y="468"/>
                  </a:cubicBezTo>
                  <a:cubicBezTo>
                    <a:pt x="0" y="801"/>
                    <a:pt x="24" y="944"/>
                    <a:pt x="24" y="1277"/>
                  </a:cubicBezTo>
                  <a:cubicBezTo>
                    <a:pt x="1988" y="967"/>
                    <a:pt x="3878" y="810"/>
                    <a:pt x="5743" y="810"/>
                  </a:cubicBezTo>
                  <a:cubicBezTo>
                    <a:pt x="9825" y="810"/>
                    <a:pt x="13786" y="1565"/>
                    <a:pt x="18134" y="3135"/>
                  </a:cubicBezTo>
                  <a:cubicBezTo>
                    <a:pt x="18134" y="2813"/>
                    <a:pt x="18134" y="2658"/>
                    <a:pt x="18122" y="2325"/>
                  </a:cubicBezTo>
                  <a:cubicBezTo>
                    <a:pt x="13766" y="756"/>
                    <a:pt x="9808" y="0"/>
                    <a:pt x="57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183"/>
            <p:cNvSpPr/>
            <p:nvPr/>
          </p:nvSpPr>
          <p:spPr>
            <a:xfrm>
              <a:off x="3934400" y="1110475"/>
              <a:ext cx="453075" cy="78525"/>
            </a:xfrm>
            <a:custGeom>
              <a:rect b="b" l="l" r="r" t="t"/>
              <a:pathLst>
                <a:path extrusionOk="0" h="3141" w="18123">
                  <a:moveTo>
                    <a:pt x="5713" y="1"/>
                  </a:moveTo>
                  <a:cubicBezTo>
                    <a:pt x="3851" y="1"/>
                    <a:pt x="1963" y="160"/>
                    <a:pt x="1" y="473"/>
                  </a:cubicBezTo>
                  <a:cubicBezTo>
                    <a:pt x="1" y="807"/>
                    <a:pt x="13" y="949"/>
                    <a:pt x="13" y="1283"/>
                  </a:cubicBezTo>
                  <a:cubicBezTo>
                    <a:pt x="1984" y="972"/>
                    <a:pt x="3881" y="813"/>
                    <a:pt x="5753" y="813"/>
                  </a:cubicBezTo>
                  <a:cubicBezTo>
                    <a:pt x="9827" y="813"/>
                    <a:pt x="13782" y="1566"/>
                    <a:pt x="18122" y="3140"/>
                  </a:cubicBezTo>
                  <a:cubicBezTo>
                    <a:pt x="18122" y="2819"/>
                    <a:pt x="18122" y="2652"/>
                    <a:pt x="18110" y="2342"/>
                  </a:cubicBezTo>
                  <a:cubicBezTo>
                    <a:pt x="13753" y="765"/>
                    <a:pt x="9794" y="1"/>
                    <a:pt x="571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83"/>
            <p:cNvSpPr/>
            <p:nvPr/>
          </p:nvSpPr>
          <p:spPr>
            <a:xfrm>
              <a:off x="3935900" y="1185025"/>
              <a:ext cx="453050" cy="78075"/>
            </a:xfrm>
            <a:custGeom>
              <a:rect b="b" l="l" r="r" t="t"/>
              <a:pathLst>
                <a:path extrusionOk="0" h="3123" w="18122">
                  <a:moveTo>
                    <a:pt x="5710" y="1"/>
                  </a:moveTo>
                  <a:cubicBezTo>
                    <a:pt x="3848" y="1"/>
                    <a:pt x="1962" y="158"/>
                    <a:pt x="0" y="468"/>
                  </a:cubicBezTo>
                  <a:cubicBezTo>
                    <a:pt x="0" y="801"/>
                    <a:pt x="12" y="944"/>
                    <a:pt x="12" y="1277"/>
                  </a:cubicBezTo>
                  <a:cubicBezTo>
                    <a:pt x="1979" y="963"/>
                    <a:pt x="3872" y="804"/>
                    <a:pt x="5740" y="804"/>
                  </a:cubicBezTo>
                  <a:cubicBezTo>
                    <a:pt x="9819" y="804"/>
                    <a:pt x="13777" y="1563"/>
                    <a:pt x="18122" y="3123"/>
                  </a:cubicBezTo>
                  <a:cubicBezTo>
                    <a:pt x="18122" y="2813"/>
                    <a:pt x="18110" y="2647"/>
                    <a:pt x="18110" y="2337"/>
                  </a:cubicBezTo>
                  <a:cubicBezTo>
                    <a:pt x="13751" y="759"/>
                    <a:pt x="9792" y="1"/>
                    <a:pt x="57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83"/>
            <p:cNvSpPr/>
            <p:nvPr/>
          </p:nvSpPr>
          <p:spPr>
            <a:xfrm>
              <a:off x="3937375" y="1259000"/>
              <a:ext cx="453075" cy="78525"/>
            </a:xfrm>
            <a:custGeom>
              <a:rect b="b" l="l" r="r" t="t"/>
              <a:pathLst>
                <a:path extrusionOk="0" h="3141" w="18123">
                  <a:moveTo>
                    <a:pt x="5720" y="1"/>
                  </a:moveTo>
                  <a:cubicBezTo>
                    <a:pt x="3855" y="1"/>
                    <a:pt x="1966" y="160"/>
                    <a:pt x="1" y="473"/>
                  </a:cubicBezTo>
                  <a:cubicBezTo>
                    <a:pt x="1" y="807"/>
                    <a:pt x="13" y="950"/>
                    <a:pt x="13" y="1283"/>
                  </a:cubicBezTo>
                  <a:cubicBezTo>
                    <a:pt x="1984" y="972"/>
                    <a:pt x="3881" y="813"/>
                    <a:pt x="5753" y="813"/>
                  </a:cubicBezTo>
                  <a:cubicBezTo>
                    <a:pt x="9828" y="813"/>
                    <a:pt x="13782" y="1566"/>
                    <a:pt x="18122" y="3140"/>
                  </a:cubicBezTo>
                  <a:cubicBezTo>
                    <a:pt x="18110" y="2831"/>
                    <a:pt x="18110" y="2664"/>
                    <a:pt x="18110" y="2331"/>
                  </a:cubicBezTo>
                  <a:cubicBezTo>
                    <a:pt x="13755" y="762"/>
                    <a:pt x="9798" y="1"/>
                    <a:pt x="572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83"/>
            <p:cNvSpPr/>
            <p:nvPr/>
          </p:nvSpPr>
          <p:spPr>
            <a:xfrm>
              <a:off x="3938875" y="1333425"/>
              <a:ext cx="453050" cy="78500"/>
            </a:xfrm>
            <a:custGeom>
              <a:rect b="b" l="l" r="r" t="t"/>
              <a:pathLst>
                <a:path extrusionOk="0" h="3140" w="18122">
                  <a:moveTo>
                    <a:pt x="5719" y="0"/>
                  </a:moveTo>
                  <a:cubicBezTo>
                    <a:pt x="3855" y="0"/>
                    <a:pt x="1965" y="159"/>
                    <a:pt x="0" y="473"/>
                  </a:cubicBezTo>
                  <a:cubicBezTo>
                    <a:pt x="0" y="806"/>
                    <a:pt x="12" y="949"/>
                    <a:pt x="12" y="1283"/>
                  </a:cubicBezTo>
                  <a:cubicBezTo>
                    <a:pt x="1984" y="971"/>
                    <a:pt x="3881" y="813"/>
                    <a:pt x="5753" y="813"/>
                  </a:cubicBezTo>
                  <a:cubicBezTo>
                    <a:pt x="9827" y="813"/>
                    <a:pt x="13782" y="1565"/>
                    <a:pt x="18122" y="3140"/>
                  </a:cubicBezTo>
                  <a:cubicBezTo>
                    <a:pt x="18110" y="2807"/>
                    <a:pt x="18110" y="2664"/>
                    <a:pt x="18110" y="2330"/>
                  </a:cubicBezTo>
                  <a:cubicBezTo>
                    <a:pt x="13755" y="761"/>
                    <a:pt x="9798" y="0"/>
                    <a:pt x="57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183"/>
            <p:cNvSpPr/>
            <p:nvPr/>
          </p:nvSpPr>
          <p:spPr>
            <a:xfrm>
              <a:off x="3940075" y="1407825"/>
              <a:ext cx="453350" cy="78525"/>
            </a:xfrm>
            <a:custGeom>
              <a:rect b="b" l="l" r="r" t="t"/>
              <a:pathLst>
                <a:path extrusionOk="0" h="3141" w="18134">
                  <a:moveTo>
                    <a:pt x="5727" y="1"/>
                  </a:moveTo>
                  <a:cubicBezTo>
                    <a:pt x="3861" y="1"/>
                    <a:pt x="1968" y="160"/>
                    <a:pt x="0" y="473"/>
                  </a:cubicBezTo>
                  <a:cubicBezTo>
                    <a:pt x="0" y="807"/>
                    <a:pt x="24" y="950"/>
                    <a:pt x="24" y="1283"/>
                  </a:cubicBezTo>
                  <a:cubicBezTo>
                    <a:pt x="1995" y="972"/>
                    <a:pt x="3892" y="813"/>
                    <a:pt x="5764" y="813"/>
                  </a:cubicBezTo>
                  <a:cubicBezTo>
                    <a:pt x="9839" y="813"/>
                    <a:pt x="13793" y="1566"/>
                    <a:pt x="18133" y="3140"/>
                  </a:cubicBezTo>
                  <a:cubicBezTo>
                    <a:pt x="18121" y="2807"/>
                    <a:pt x="18121" y="2664"/>
                    <a:pt x="18121" y="2331"/>
                  </a:cubicBezTo>
                  <a:cubicBezTo>
                    <a:pt x="13766" y="762"/>
                    <a:pt x="9809"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183"/>
            <p:cNvSpPr/>
            <p:nvPr/>
          </p:nvSpPr>
          <p:spPr>
            <a:xfrm>
              <a:off x="3941250" y="1482250"/>
              <a:ext cx="453350" cy="78525"/>
            </a:xfrm>
            <a:custGeom>
              <a:rect b="b" l="l" r="r" t="t"/>
              <a:pathLst>
                <a:path extrusionOk="0" h="3141" w="18134">
                  <a:moveTo>
                    <a:pt x="5722" y="0"/>
                  </a:moveTo>
                  <a:cubicBezTo>
                    <a:pt x="3856" y="0"/>
                    <a:pt x="1965" y="159"/>
                    <a:pt x="1" y="473"/>
                  </a:cubicBezTo>
                  <a:cubicBezTo>
                    <a:pt x="1" y="806"/>
                    <a:pt x="13" y="949"/>
                    <a:pt x="13" y="1283"/>
                  </a:cubicBezTo>
                  <a:cubicBezTo>
                    <a:pt x="1988" y="972"/>
                    <a:pt x="3886" y="813"/>
                    <a:pt x="5759" y="813"/>
                  </a:cubicBezTo>
                  <a:cubicBezTo>
                    <a:pt x="9834" y="813"/>
                    <a:pt x="13786" y="1565"/>
                    <a:pt x="18134" y="3140"/>
                  </a:cubicBezTo>
                  <a:cubicBezTo>
                    <a:pt x="18134" y="2807"/>
                    <a:pt x="18134" y="2652"/>
                    <a:pt x="18110" y="2330"/>
                  </a:cubicBezTo>
                  <a:cubicBezTo>
                    <a:pt x="13763" y="762"/>
                    <a:pt x="9803" y="0"/>
                    <a:pt x="57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83"/>
            <p:cNvSpPr/>
            <p:nvPr/>
          </p:nvSpPr>
          <p:spPr>
            <a:xfrm>
              <a:off x="3942750" y="1556350"/>
              <a:ext cx="453350" cy="78525"/>
            </a:xfrm>
            <a:custGeom>
              <a:rect b="b" l="l" r="r" t="t"/>
              <a:pathLst>
                <a:path extrusionOk="0" h="3141" w="18134">
                  <a:moveTo>
                    <a:pt x="5727" y="1"/>
                  </a:moveTo>
                  <a:cubicBezTo>
                    <a:pt x="3861" y="1"/>
                    <a:pt x="1969" y="160"/>
                    <a:pt x="0" y="474"/>
                  </a:cubicBezTo>
                  <a:cubicBezTo>
                    <a:pt x="0" y="795"/>
                    <a:pt x="24" y="950"/>
                    <a:pt x="24" y="1271"/>
                  </a:cubicBezTo>
                  <a:cubicBezTo>
                    <a:pt x="1984" y="966"/>
                    <a:pt x="3870" y="810"/>
                    <a:pt x="5731" y="810"/>
                  </a:cubicBezTo>
                  <a:cubicBezTo>
                    <a:pt x="9813" y="810"/>
                    <a:pt x="13774" y="1562"/>
                    <a:pt x="18133" y="3141"/>
                  </a:cubicBezTo>
                  <a:cubicBezTo>
                    <a:pt x="18133" y="2819"/>
                    <a:pt x="18133" y="2664"/>
                    <a:pt x="18110" y="2331"/>
                  </a:cubicBezTo>
                  <a:cubicBezTo>
                    <a:pt x="13763" y="762"/>
                    <a:pt x="9808" y="1"/>
                    <a:pt x="57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83"/>
            <p:cNvSpPr/>
            <p:nvPr/>
          </p:nvSpPr>
          <p:spPr>
            <a:xfrm>
              <a:off x="3944225" y="1630775"/>
              <a:ext cx="453350" cy="78525"/>
            </a:xfrm>
            <a:custGeom>
              <a:rect b="b" l="l" r="r" t="t"/>
              <a:pathLst>
                <a:path extrusionOk="0" h="3141" w="18134">
                  <a:moveTo>
                    <a:pt x="5727" y="0"/>
                  </a:moveTo>
                  <a:cubicBezTo>
                    <a:pt x="3861" y="0"/>
                    <a:pt x="1969" y="159"/>
                    <a:pt x="1" y="473"/>
                  </a:cubicBezTo>
                  <a:cubicBezTo>
                    <a:pt x="1" y="795"/>
                    <a:pt x="25" y="949"/>
                    <a:pt x="25" y="1271"/>
                  </a:cubicBezTo>
                  <a:cubicBezTo>
                    <a:pt x="1985" y="965"/>
                    <a:pt x="3871" y="809"/>
                    <a:pt x="5731" y="809"/>
                  </a:cubicBezTo>
                  <a:cubicBezTo>
                    <a:pt x="9814" y="809"/>
                    <a:pt x="13774" y="1562"/>
                    <a:pt x="18134" y="3140"/>
                  </a:cubicBezTo>
                  <a:cubicBezTo>
                    <a:pt x="18134" y="2819"/>
                    <a:pt x="18122" y="2664"/>
                    <a:pt x="18122" y="2331"/>
                  </a:cubicBezTo>
                  <a:cubicBezTo>
                    <a:pt x="13767" y="762"/>
                    <a:pt x="9810" y="0"/>
                    <a:pt x="572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83"/>
            <p:cNvSpPr/>
            <p:nvPr/>
          </p:nvSpPr>
          <p:spPr>
            <a:xfrm>
              <a:off x="4557400" y="881250"/>
              <a:ext cx="347975" cy="229750"/>
            </a:xfrm>
            <a:custGeom>
              <a:rect b="b" l="l" r="r" t="t"/>
              <a:pathLst>
                <a:path extrusionOk="0" h="9190" w="13919">
                  <a:moveTo>
                    <a:pt x="13021" y="0"/>
                  </a:moveTo>
                  <a:cubicBezTo>
                    <a:pt x="6999" y="0"/>
                    <a:pt x="3045" y="4692"/>
                    <a:pt x="1" y="8452"/>
                  </a:cubicBezTo>
                  <a:lnTo>
                    <a:pt x="1" y="9190"/>
                  </a:lnTo>
                  <a:cubicBezTo>
                    <a:pt x="3038" y="5450"/>
                    <a:pt x="6981" y="771"/>
                    <a:pt x="12992" y="771"/>
                  </a:cubicBezTo>
                  <a:cubicBezTo>
                    <a:pt x="13295" y="771"/>
                    <a:pt x="13604" y="783"/>
                    <a:pt x="13919" y="808"/>
                  </a:cubicBezTo>
                  <a:cubicBezTo>
                    <a:pt x="13919" y="498"/>
                    <a:pt x="13907" y="343"/>
                    <a:pt x="13907" y="34"/>
                  </a:cubicBezTo>
                  <a:cubicBezTo>
                    <a:pt x="13607" y="11"/>
                    <a:pt x="13312" y="0"/>
                    <a:pt x="130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83"/>
            <p:cNvSpPr/>
            <p:nvPr/>
          </p:nvSpPr>
          <p:spPr>
            <a:xfrm>
              <a:off x="4558000" y="952875"/>
              <a:ext cx="348875" cy="225700"/>
            </a:xfrm>
            <a:custGeom>
              <a:rect b="b" l="l" r="r" t="t"/>
              <a:pathLst>
                <a:path extrusionOk="0" h="9028" w="13955">
                  <a:moveTo>
                    <a:pt x="12870" y="1"/>
                  </a:moveTo>
                  <a:cubicBezTo>
                    <a:pt x="6929" y="1"/>
                    <a:pt x="3014" y="4602"/>
                    <a:pt x="12" y="8301"/>
                  </a:cubicBezTo>
                  <a:cubicBezTo>
                    <a:pt x="0" y="8599"/>
                    <a:pt x="0" y="8742"/>
                    <a:pt x="12" y="9027"/>
                  </a:cubicBezTo>
                  <a:cubicBezTo>
                    <a:pt x="3015" y="5364"/>
                    <a:pt x="6914" y="793"/>
                    <a:pt x="12821" y="793"/>
                  </a:cubicBezTo>
                  <a:cubicBezTo>
                    <a:pt x="13191" y="793"/>
                    <a:pt x="13569" y="811"/>
                    <a:pt x="13955" y="848"/>
                  </a:cubicBezTo>
                  <a:cubicBezTo>
                    <a:pt x="13955" y="526"/>
                    <a:pt x="13943" y="372"/>
                    <a:pt x="13943" y="50"/>
                  </a:cubicBezTo>
                  <a:cubicBezTo>
                    <a:pt x="13578" y="17"/>
                    <a:pt x="13220" y="1"/>
                    <a:pt x="1287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83"/>
            <p:cNvSpPr/>
            <p:nvPr/>
          </p:nvSpPr>
          <p:spPr>
            <a:xfrm>
              <a:off x="4558600" y="1025050"/>
              <a:ext cx="349775" cy="221675"/>
            </a:xfrm>
            <a:custGeom>
              <a:rect b="b" l="l" r="r" t="t"/>
              <a:pathLst>
                <a:path extrusionOk="0" h="8867" w="13991">
                  <a:moveTo>
                    <a:pt x="12720" y="0"/>
                  </a:moveTo>
                  <a:cubicBezTo>
                    <a:pt x="6871" y="0"/>
                    <a:pt x="2993" y="4501"/>
                    <a:pt x="0" y="8117"/>
                  </a:cubicBezTo>
                  <a:lnTo>
                    <a:pt x="0" y="8867"/>
                  </a:lnTo>
                  <a:cubicBezTo>
                    <a:pt x="2987" y="5259"/>
                    <a:pt x="6863" y="781"/>
                    <a:pt x="12691" y="781"/>
                  </a:cubicBezTo>
                  <a:cubicBezTo>
                    <a:pt x="13114" y="781"/>
                    <a:pt x="13547" y="805"/>
                    <a:pt x="13990" y="854"/>
                  </a:cubicBezTo>
                  <a:cubicBezTo>
                    <a:pt x="13990" y="545"/>
                    <a:pt x="13978" y="378"/>
                    <a:pt x="13978" y="68"/>
                  </a:cubicBezTo>
                  <a:cubicBezTo>
                    <a:pt x="13549" y="22"/>
                    <a:pt x="13130" y="0"/>
                    <a:pt x="127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83"/>
            <p:cNvSpPr/>
            <p:nvPr/>
          </p:nvSpPr>
          <p:spPr>
            <a:xfrm>
              <a:off x="4558600" y="1097725"/>
              <a:ext cx="350950" cy="217475"/>
            </a:xfrm>
            <a:custGeom>
              <a:rect b="b" l="l" r="r" t="t"/>
              <a:pathLst>
                <a:path extrusionOk="0" h="8699" w="14038">
                  <a:moveTo>
                    <a:pt x="12583" y="0"/>
                  </a:moveTo>
                  <a:cubicBezTo>
                    <a:pt x="6813" y="0"/>
                    <a:pt x="2974" y="4404"/>
                    <a:pt x="0" y="7972"/>
                  </a:cubicBezTo>
                  <a:cubicBezTo>
                    <a:pt x="12" y="8270"/>
                    <a:pt x="12" y="8413"/>
                    <a:pt x="12" y="8698"/>
                  </a:cubicBezTo>
                  <a:cubicBezTo>
                    <a:pt x="2972" y="5157"/>
                    <a:pt x="6791" y="788"/>
                    <a:pt x="12518" y="788"/>
                  </a:cubicBezTo>
                  <a:cubicBezTo>
                    <a:pt x="13010" y="788"/>
                    <a:pt x="13517" y="820"/>
                    <a:pt x="14038" y="888"/>
                  </a:cubicBezTo>
                  <a:cubicBezTo>
                    <a:pt x="14038" y="566"/>
                    <a:pt x="14026" y="412"/>
                    <a:pt x="14026" y="90"/>
                  </a:cubicBezTo>
                  <a:cubicBezTo>
                    <a:pt x="13532" y="29"/>
                    <a:pt x="13051" y="0"/>
                    <a:pt x="125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83"/>
            <p:cNvSpPr/>
            <p:nvPr/>
          </p:nvSpPr>
          <p:spPr>
            <a:xfrm>
              <a:off x="4559475" y="1170875"/>
              <a:ext cx="351575" cy="213075"/>
            </a:xfrm>
            <a:custGeom>
              <a:rect b="b" l="l" r="r" t="t"/>
              <a:pathLst>
                <a:path extrusionOk="0" h="8523" w="14063">
                  <a:moveTo>
                    <a:pt x="12412" y="0"/>
                  </a:moveTo>
                  <a:cubicBezTo>
                    <a:pt x="6738" y="0"/>
                    <a:pt x="2941" y="4312"/>
                    <a:pt x="1" y="7796"/>
                  </a:cubicBezTo>
                  <a:lnTo>
                    <a:pt x="1" y="8523"/>
                  </a:lnTo>
                  <a:cubicBezTo>
                    <a:pt x="2945" y="5058"/>
                    <a:pt x="6721" y="780"/>
                    <a:pt x="12378" y="780"/>
                  </a:cubicBezTo>
                  <a:cubicBezTo>
                    <a:pt x="12922" y="780"/>
                    <a:pt x="13483" y="819"/>
                    <a:pt x="14062" y="903"/>
                  </a:cubicBezTo>
                  <a:cubicBezTo>
                    <a:pt x="14062" y="593"/>
                    <a:pt x="14050" y="427"/>
                    <a:pt x="14050" y="117"/>
                  </a:cubicBezTo>
                  <a:cubicBezTo>
                    <a:pt x="13487" y="38"/>
                    <a:pt x="12942" y="0"/>
                    <a:pt x="124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83"/>
            <p:cNvSpPr/>
            <p:nvPr/>
          </p:nvSpPr>
          <p:spPr>
            <a:xfrm>
              <a:off x="4559775" y="1243700"/>
              <a:ext cx="352750" cy="209600"/>
            </a:xfrm>
            <a:custGeom>
              <a:rect b="b" l="l" r="r" t="t"/>
              <a:pathLst>
                <a:path extrusionOk="0" h="8384" w="14110">
                  <a:moveTo>
                    <a:pt x="12276" y="0"/>
                  </a:moveTo>
                  <a:cubicBezTo>
                    <a:pt x="6672" y="0"/>
                    <a:pt x="2922" y="4217"/>
                    <a:pt x="1" y="7634"/>
                  </a:cubicBezTo>
                  <a:lnTo>
                    <a:pt x="1" y="8384"/>
                  </a:lnTo>
                  <a:cubicBezTo>
                    <a:pt x="2911" y="4979"/>
                    <a:pt x="6645" y="800"/>
                    <a:pt x="12225" y="800"/>
                  </a:cubicBezTo>
                  <a:cubicBezTo>
                    <a:pt x="12831" y="800"/>
                    <a:pt x="13459" y="849"/>
                    <a:pt x="14110" y="954"/>
                  </a:cubicBezTo>
                  <a:cubicBezTo>
                    <a:pt x="14110" y="645"/>
                    <a:pt x="14098" y="478"/>
                    <a:pt x="14098" y="145"/>
                  </a:cubicBezTo>
                  <a:cubicBezTo>
                    <a:pt x="13469" y="47"/>
                    <a:pt x="12863" y="0"/>
                    <a:pt x="122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183"/>
            <p:cNvSpPr/>
            <p:nvPr/>
          </p:nvSpPr>
          <p:spPr>
            <a:xfrm>
              <a:off x="4560075" y="1317350"/>
              <a:ext cx="353950" cy="205325"/>
            </a:xfrm>
            <a:custGeom>
              <a:rect b="b" l="l" r="r" t="t"/>
              <a:pathLst>
                <a:path extrusionOk="0" h="8213" w="14158">
                  <a:moveTo>
                    <a:pt x="12147" y="1"/>
                  </a:moveTo>
                  <a:cubicBezTo>
                    <a:pt x="6628" y="1"/>
                    <a:pt x="2914" y="4124"/>
                    <a:pt x="13" y="7474"/>
                  </a:cubicBezTo>
                  <a:cubicBezTo>
                    <a:pt x="1" y="7772"/>
                    <a:pt x="1" y="7914"/>
                    <a:pt x="13" y="8212"/>
                  </a:cubicBezTo>
                  <a:cubicBezTo>
                    <a:pt x="2912" y="4888"/>
                    <a:pt x="6607" y="796"/>
                    <a:pt x="12087" y="796"/>
                  </a:cubicBezTo>
                  <a:cubicBezTo>
                    <a:pt x="12750" y="796"/>
                    <a:pt x="13440" y="856"/>
                    <a:pt x="14157" y="985"/>
                  </a:cubicBezTo>
                  <a:cubicBezTo>
                    <a:pt x="14157" y="652"/>
                    <a:pt x="14145" y="509"/>
                    <a:pt x="14145" y="175"/>
                  </a:cubicBezTo>
                  <a:cubicBezTo>
                    <a:pt x="13454" y="56"/>
                    <a:pt x="12789" y="1"/>
                    <a:pt x="121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83"/>
            <p:cNvSpPr/>
            <p:nvPr/>
          </p:nvSpPr>
          <p:spPr>
            <a:xfrm>
              <a:off x="4560975" y="1391175"/>
              <a:ext cx="354525" cy="201425"/>
            </a:xfrm>
            <a:custGeom>
              <a:rect b="b" l="l" r="r" t="t"/>
              <a:pathLst>
                <a:path extrusionOk="0" h="8057" w="14181">
                  <a:moveTo>
                    <a:pt x="11984" y="0"/>
                  </a:moveTo>
                  <a:cubicBezTo>
                    <a:pt x="6552" y="0"/>
                    <a:pt x="2870" y="4038"/>
                    <a:pt x="0" y="7319"/>
                  </a:cubicBezTo>
                  <a:lnTo>
                    <a:pt x="0" y="8057"/>
                  </a:lnTo>
                  <a:cubicBezTo>
                    <a:pt x="2859" y="4799"/>
                    <a:pt x="6526" y="798"/>
                    <a:pt x="11933" y="798"/>
                  </a:cubicBezTo>
                  <a:cubicBezTo>
                    <a:pt x="12651" y="798"/>
                    <a:pt x="13399" y="868"/>
                    <a:pt x="14181" y="1020"/>
                  </a:cubicBezTo>
                  <a:cubicBezTo>
                    <a:pt x="14181" y="699"/>
                    <a:pt x="14169" y="532"/>
                    <a:pt x="14169" y="211"/>
                  </a:cubicBezTo>
                  <a:cubicBezTo>
                    <a:pt x="13410" y="67"/>
                    <a:pt x="12683" y="0"/>
                    <a:pt x="11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83"/>
            <p:cNvSpPr/>
            <p:nvPr/>
          </p:nvSpPr>
          <p:spPr>
            <a:xfrm>
              <a:off x="4560975" y="1465175"/>
              <a:ext cx="355725" cy="197375"/>
            </a:xfrm>
            <a:custGeom>
              <a:rect b="b" l="l" r="r" t="t"/>
              <a:pathLst>
                <a:path extrusionOk="0" h="7895" w="14229">
                  <a:moveTo>
                    <a:pt x="11824" y="0"/>
                  </a:moveTo>
                  <a:cubicBezTo>
                    <a:pt x="6479" y="0"/>
                    <a:pt x="2847" y="3933"/>
                    <a:pt x="0" y="7145"/>
                  </a:cubicBezTo>
                  <a:cubicBezTo>
                    <a:pt x="12" y="7454"/>
                    <a:pt x="12" y="7597"/>
                    <a:pt x="12" y="7895"/>
                  </a:cubicBezTo>
                  <a:cubicBezTo>
                    <a:pt x="2865" y="4699"/>
                    <a:pt x="6500" y="793"/>
                    <a:pt x="11825" y="793"/>
                  </a:cubicBezTo>
                  <a:cubicBezTo>
                    <a:pt x="12590" y="793"/>
                    <a:pt x="13391" y="874"/>
                    <a:pt x="14228" y="1049"/>
                  </a:cubicBezTo>
                  <a:cubicBezTo>
                    <a:pt x="14228" y="727"/>
                    <a:pt x="14205" y="561"/>
                    <a:pt x="14205" y="251"/>
                  </a:cubicBezTo>
                  <a:cubicBezTo>
                    <a:pt x="13375" y="80"/>
                    <a:pt x="12582" y="0"/>
                    <a:pt x="11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7" name="Google Shape;2837;p183"/>
          <p:cNvGrpSpPr/>
          <p:nvPr/>
        </p:nvGrpSpPr>
        <p:grpSpPr>
          <a:xfrm>
            <a:off x="192892" y="3189510"/>
            <a:ext cx="2915757" cy="2130254"/>
            <a:chOff x="2868800" y="2088975"/>
            <a:chExt cx="1181425" cy="863150"/>
          </a:xfrm>
        </p:grpSpPr>
        <p:sp>
          <p:nvSpPr>
            <p:cNvPr id="2838" name="Google Shape;2838;p183"/>
            <p:cNvSpPr/>
            <p:nvPr/>
          </p:nvSpPr>
          <p:spPr>
            <a:xfrm>
              <a:off x="3482575" y="2133900"/>
              <a:ext cx="526875" cy="564500"/>
            </a:xfrm>
            <a:custGeom>
              <a:rect b="b" l="l" r="r" t="t"/>
              <a:pathLst>
                <a:path extrusionOk="0" h="22580" w="21075">
                  <a:moveTo>
                    <a:pt x="9900" y="0"/>
                  </a:moveTo>
                  <a:cubicBezTo>
                    <a:pt x="9501" y="0"/>
                    <a:pt x="9101" y="25"/>
                    <a:pt x="8704" y="77"/>
                  </a:cubicBezTo>
                  <a:cubicBezTo>
                    <a:pt x="6227" y="410"/>
                    <a:pt x="3882" y="1768"/>
                    <a:pt x="2441" y="3804"/>
                  </a:cubicBezTo>
                  <a:cubicBezTo>
                    <a:pt x="0" y="7256"/>
                    <a:pt x="405" y="12102"/>
                    <a:pt x="2322" y="15888"/>
                  </a:cubicBezTo>
                  <a:cubicBezTo>
                    <a:pt x="4145" y="19487"/>
                    <a:pt x="7640" y="22580"/>
                    <a:pt x="11670" y="22580"/>
                  </a:cubicBezTo>
                  <a:cubicBezTo>
                    <a:pt x="11693" y="22580"/>
                    <a:pt x="11717" y="22580"/>
                    <a:pt x="11740" y="22580"/>
                  </a:cubicBezTo>
                  <a:cubicBezTo>
                    <a:pt x="14990" y="22556"/>
                    <a:pt x="18026" y="20425"/>
                    <a:pt x="19514" y="17555"/>
                  </a:cubicBezTo>
                  <a:cubicBezTo>
                    <a:pt x="21015" y="14686"/>
                    <a:pt x="21074" y="11185"/>
                    <a:pt x="20062" y="8102"/>
                  </a:cubicBezTo>
                  <a:cubicBezTo>
                    <a:pt x="19276" y="5697"/>
                    <a:pt x="17836" y="3446"/>
                    <a:pt x="15788" y="1958"/>
                  </a:cubicBezTo>
                  <a:cubicBezTo>
                    <a:pt x="14087" y="698"/>
                    <a:pt x="12000" y="0"/>
                    <a:pt x="990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83"/>
            <p:cNvSpPr/>
            <p:nvPr/>
          </p:nvSpPr>
          <p:spPr>
            <a:xfrm>
              <a:off x="3804025" y="2297725"/>
              <a:ext cx="173875" cy="397700"/>
            </a:xfrm>
            <a:custGeom>
              <a:rect b="b" l="l" r="r" t="t"/>
              <a:pathLst>
                <a:path extrusionOk="0" h="15908" w="6955">
                  <a:moveTo>
                    <a:pt x="6609" y="1"/>
                  </a:moveTo>
                  <a:cubicBezTo>
                    <a:pt x="4561" y="5371"/>
                    <a:pt x="2382" y="10705"/>
                    <a:pt x="1" y="15908"/>
                  </a:cubicBezTo>
                  <a:cubicBezTo>
                    <a:pt x="501" y="15824"/>
                    <a:pt x="1013" y="15705"/>
                    <a:pt x="1501" y="15527"/>
                  </a:cubicBezTo>
                  <a:cubicBezTo>
                    <a:pt x="3406" y="10645"/>
                    <a:pt x="5204" y="5728"/>
                    <a:pt x="6954" y="787"/>
                  </a:cubicBezTo>
                  <a:cubicBezTo>
                    <a:pt x="6847" y="525"/>
                    <a:pt x="6728" y="275"/>
                    <a:pt x="660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183"/>
            <p:cNvSpPr/>
            <p:nvPr/>
          </p:nvSpPr>
          <p:spPr>
            <a:xfrm>
              <a:off x="3543575" y="2133775"/>
              <a:ext cx="306925" cy="523550"/>
            </a:xfrm>
            <a:custGeom>
              <a:rect b="b" l="l" r="r" t="t"/>
              <a:pathLst>
                <a:path extrusionOk="0" h="20942" w="12277">
                  <a:moveTo>
                    <a:pt x="7425" y="0"/>
                  </a:moveTo>
                  <a:cubicBezTo>
                    <a:pt x="7209" y="0"/>
                    <a:pt x="6992" y="7"/>
                    <a:pt x="6776" y="22"/>
                  </a:cubicBezTo>
                  <a:cubicBezTo>
                    <a:pt x="4632" y="5440"/>
                    <a:pt x="2394" y="10797"/>
                    <a:pt x="1" y="16120"/>
                  </a:cubicBezTo>
                  <a:cubicBezTo>
                    <a:pt x="1001" y="18001"/>
                    <a:pt x="2454" y="19727"/>
                    <a:pt x="4216" y="20942"/>
                  </a:cubicBezTo>
                  <a:cubicBezTo>
                    <a:pt x="4918" y="19418"/>
                    <a:pt x="5597" y="17905"/>
                    <a:pt x="6264" y="16381"/>
                  </a:cubicBezTo>
                  <a:cubicBezTo>
                    <a:pt x="6287" y="16334"/>
                    <a:pt x="6311" y="16274"/>
                    <a:pt x="6347" y="16203"/>
                  </a:cubicBezTo>
                  <a:cubicBezTo>
                    <a:pt x="6478" y="15905"/>
                    <a:pt x="6597" y="15596"/>
                    <a:pt x="6728" y="15298"/>
                  </a:cubicBezTo>
                  <a:cubicBezTo>
                    <a:pt x="6942" y="14786"/>
                    <a:pt x="7157" y="14286"/>
                    <a:pt x="7371" y="13774"/>
                  </a:cubicBezTo>
                  <a:cubicBezTo>
                    <a:pt x="7835" y="12679"/>
                    <a:pt x="8288" y="11559"/>
                    <a:pt x="8740" y="10440"/>
                  </a:cubicBezTo>
                  <a:cubicBezTo>
                    <a:pt x="9955" y="7392"/>
                    <a:pt x="11133" y="4344"/>
                    <a:pt x="12276" y="1261"/>
                  </a:cubicBezTo>
                  <a:cubicBezTo>
                    <a:pt x="10799" y="448"/>
                    <a:pt x="9115" y="0"/>
                    <a:pt x="742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183"/>
            <p:cNvSpPr/>
            <p:nvPr/>
          </p:nvSpPr>
          <p:spPr>
            <a:xfrm>
              <a:off x="3417975" y="2099875"/>
              <a:ext cx="610225" cy="653600"/>
            </a:xfrm>
            <a:custGeom>
              <a:rect b="b" l="l" r="r" t="t"/>
              <a:pathLst>
                <a:path extrusionOk="0" h="26144" w="24409">
                  <a:moveTo>
                    <a:pt x="12539" y="1905"/>
                  </a:moveTo>
                  <a:cubicBezTo>
                    <a:pt x="14569" y="1905"/>
                    <a:pt x="16590" y="2573"/>
                    <a:pt x="18229" y="3760"/>
                  </a:cubicBezTo>
                  <a:cubicBezTo>
                    <a:pt x="20193" y="5212"/>
                    <a:pt x="21575" y="7355"/>
                    <a:pt x="22325" y="9653"/>
                  </a:cubicBezTo>
                  <a:cubicBezTo>
                    <a:pt x="23289" y="12618"/>
                    <a:pt x="23230" y="15963"/>
                    <a:pt x="21789" y="18726"/>
                  </a:cubicBezTo>
                  <a:cubicBezTo>
                    <a:pt x="20360" y="21476"/>
                    <a:pt x="17443" y="23512"/>
                    <a:pt x="14324" y="23548"/>
                  </a:cubicBezTo>
                  <a:cubicBezTo>
                    <a:pt x="14308" y="23548"/>
                    <a:pt x="14293" y="23548"/>
                    <a:pt x="14277" y="23548"/>
                  </a:cubicBezTo>
                  <a:cubicBezTo>
                    <a:pt x="10415" y="23548"/>
                    <a:pt x="7054" y="20581"/>
                    <a:pt x="5299" y="17130"/>
                  </a:cubicBezTo>
                  <a:cubicBezTo>
                    <a:pt x="3453" y="13511"/>
                    <a:pt x="3060" y="8855"/>
                    <a:pt x="5406" y="5546"/>
                  </a:cubicBezTo>
                  <a:cubicBezTo>
                    <a:pt x="6799" y="3581"/>
                    <a:pt x="9037" y="2295"/>
                    <a:pt x="11419" y="1974"/>
                  </a:cubicBezTo>
                  <a:cubicBezTo>
                    <a:pt x="11791" y="1927"/>
                    <a:pt x="12165" y="1905"/>
                    <a:pt x="12539" y="1905"/>
                  </a:cubicBezTo>
                  <a:close/>
                  <a:moveTo>
                    <a:pt x="11485" y="1"/>
                  </a:moveTo>
                  <a:cubicBezTo>
                    <a:pt x="11017" y="1"/>
                    <a:pt x="10549" y="31"/>
                    <a:pt x="10085" y="92"/>
                  </a:cubicBezTo>
                  <a:cubicBezTo>
                    <a:pt x="7216" y="462"/>
                    <a:pt x="4501" y="2033"/>
                    <a:pt x="2822" y="4403"/>
                  </a:cubicBezTo>
                  <a:cubicBezTo>
                    <a:pt x="0" y="8403"/>
                    <a:pt x="453" y="14023"/>
                    <a:pt x="2691" y="18392"/>
                  </a:cubicBezTo>
                  <a:cubicBezTo>
                    <a:pt x="4809" y="22568"/>
                    <a:pt x="8841" y="26144"/>
                    <a:pt x="13505" y="26144"/>
                  </a:cubicBezTo>
                  <a:cubicBezTo>
                    <a:pt x="13536" y="26144"/>
                    <a:pt x="13567" y="26144"/>
                    <a:pt x="13597" y="26143"/>
                  </a:cubicBezTo>
                  <a:cubicBezTo>
                    <a:pt x="17348" y="26119"/>
                    <a:pt x="20860" y="23643"/>
                    <a:pt x="22599" y="20333"/>
                  </a:cubicBezTo>
                  <a:cubicBezTo>
                    <a:pt x="24325" y="16999"/>
                    <a:pt x="24408" y="12939"/>
                    <a:pt x="23241" y="9367"/>
                  </a:cubicBezTo>
                  <a:cubicBezTo>
                    <a:pt x="22337" y="6569"/>
                    <a:pt x="20670" y="3986"/>
                    <a:pt x="18288" y="2247"/>
                  </a:cubicBezTo>
                  <a:cubicBezTo>
                    <a:pt x="16332" y="810"/>
                    <a:pt x="13908" y="1"/>
                    <a:pt x="114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83"/>
            <p:cNvSpPr/>
            <p:nvPr/>
          </p:nvSpPr>
          <p:spPr>
            <a:xfrm>
              <a:off x="3440300" y="2088975"/>
              <a:ext cx="609925" cy="653800"/>
            </a:xfrm>
            <a:custGeom>
              <a:rect b="b" l="l" r="r" t="t"/>
              <a:pathLst>
                <a:path extrusionOk="0" h="26152" w="24397">
                  <a:moveTo>
                    <a:pt x="12573" y="1918"/>
                  </a:moveTo>
                  <a:cubicBezTo>
                    <a:pt x="14594" y="1918"/>
                    <a:pt x="16590" y="2581"/>
                    <a:pt x="18217" y="3779"/>
                  </a:cubicBezTo>
                  <a:cubicBezTo>
                    <a:pt x="20182" y="5231"/>
                    <a:pt x="21563" y="7375"/>
                    <a:pt x="22301" y="9672"/>
                  </a:cubicBezTo>
                  <a:cubicBezTo>
                    <a:pt x="23277" y="12637"/>
                    <a:pt x="23218" y="15983"/>
                    <a:pt x="21765" y="18745"/>
                  </a:cubicBezTo>
                  <a:cubicBezTo>
                    <a:pt x="20336" y="21495"/>
                    <a:pt x="17419" y="23531"/>
                    <a:pt x="14312" y="23567"/>
                  </a:cubicBezTo>
                  <a:cubicBezTo>
                    <a:pt x="14296" y="23567"/>
                    <a:pt x="14281" y="23567"/>
                    <a:pt x="14265" y="23567"/>
                  </a:cubicBezTo>
                  <a:cubicBezTo>
                    <a:pt x="10403" y="23567"/>
                    <a:pt x="7042" y="20600"/>
                    <a:pt x="5275" y="17150"/>
                  </a:cubicBezTo>
                  <a:cubicBezTo>
                    <a:pt x="3429" y="13530"/>
                    <a:pt x="3048" y="8875"/>
                    <a:pt x="5394" y="5565"/>
                  </a:cubicBezTo>
                  <a:cubicBezTo>
                    <a:pt x="6775" y="3600"/>
                    <a:pt x="9025" y="2314"/>
                    <a:pt x="11407" y="1993"/>
                  </a:cubicBezTo>
                  <a:cubicBezTo>
                    <a:pt x="11795" y="1943"/>
                    <a:pt x="12185" y="1918"/>
                    <a:pt x="12573" y="1918"/>
                  </a:cubicBezTo>
                  <a:close/>
                  <a:moveTo>
                    <a:pt x="11453" y="1"/>
                  </a:moveTo>
                  <a:cubicBezTo>
                    <a:pt x="10996" y="1"/>
                    <a:pt x="10539" y="30"/>
                    <a:pt x="10085" y="88"/>
                  </a:cubicBezTo>
                  <a:cubicBezTo>
                    <a:pt x="7216" y="469"/>
                    <a:pt x="4501" y="2041"/>
                    <a:pt x="2822" y="4410"/>
                  </a:cubicBezTo>
                  <a:cubicBezTo>
                    <a:pt x="0" y="8410"/>
                    <a:pt x="453" y="14018"/>
                    <a:pt x="2691" y="18400"/>
                  </a:cubicBezTo>
                  <a:cubicBezTo>
                    <a:pt x="4809" y="22563"/>
                    <a:pt x="8841" y="26151"/>
                    <a:pt x="13505" y="26151"/>
                  </a:cubicBezTo>
                  <a:cubicBezTo>
                    <a:pt x="13536" y="26151"/>
                    <a:pt x="13567" y="26151"/>
                    <a:pt x="13597" y="26151"/>
                  </a:cubicBezTo>
                  <a:cubicBezTo>
                    <a:pt x="17348" y="26127"/>
                    <a:pt x="20860" y="23650"/>
                    <a:pt x="22599" y="20329"/>
                  </a:cubicBezTo>
                  <a:cubicBezTo>
                    <a:pt x="24325" y="16995"/>
                    <a:pt x="24396" y="12947"/>
                    <a:pt x="23241" y="9375"/>
                  </a:cubicBezTo>
                  <a:cubicBezTo>
                    <a:pt x="22337" y="6577"/>
                    <a:pt x="20670" y="3993"/>
                    <a:pt x="18288" y="2255"/>
                  </a:cubicBezTo>
                  <a:cubicBezTo>
                    <a:pt x="16324" y="811"/>
                    <a:pt x="13887" y="1"/>
                    <a:pt x="114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183"/>
            <p:cNvSpPr/>
            <p:nvPr/>
          </p:nvSpPr>
          <p:spPr>
            <a:xfrm>
              <a:off x="3403975" y="2527825"/>
              <a:ext cx="117600" cy="86650"/>
            </a:xfrm>
            <a:custGeom>
              <a:rect b="b" l="l" r="r" t="t"/>
              <a:pathLst>
                <a:path extrusionOk="0" h="3466" w="4704">
                  <a:moveTo>
                    <a:pt x="2894" y="0"/>
                  </a:moveTo>
                  <a:lnTo>
                    <a:pt x="1" y="1453"/>
                  </a:lnTo>
                  <a:lnTo>
                    <a:pt x="1477" y="3465"/>
                  </a:lnTo>
                  <a:lnTo>
                    <a:pt x="1573" y="3417"/>
                  </a:lnTo>
                  <a:lnTo>
                    <a:pt x="3966" y="1858"/>
                  </a:lnTo>
                  <a:cubicBezTo>
                    <a:pt x="3966" y="1858"/>
                    <a:pt x="4704" y="393"/>
                    <a:pt x="28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183"/>
            <p:cNvSpPr/>
            <p:nvPr/>
          </p:nvSpPr>
          <p:spPr>
            <a:xfrm>
              <a:off x="2869100" y="2543250"/>
              <a:ext cx="601000" cy="408875"/>
            </a:xfrm>
            <a:custGeom>
              <a:rect b="b" l="l" r="r" t="t"/>
              <a:pathLst>
                <a:path extrusionOk="0" h="16355" w="24040">
                  <a:moveTo>
                    <a:pt x="21467" y="1"/>
                  </a:moveTo>
                  <a:cubicBezTo>
                    <a:pt x="21314" y="1"/>
                    <a:pt x="21163" y="13"/>
                    <a:pt x="21015" y="38"/>
                  </a:cubicBezTo>
                  <a:cubicBezTo>
                    <a:pt x="19753" y="241"/>
                    <a:pt x="18693" y="1062"/>
                    <a:pt x="17645" y="1788"/>
                  </a:cubicBezTo>
                  <a:cubicBezTo>
                    <a:pt x="13954" y="4336"/>
                    <a:pt x="9740" y="5991"/>
                    <a:pt x="5596" y="7634"/>
                  </a:cubicBezTo>
                  <a:cubicBezTo>
                    <a:pt x="4239" y="8170"/>
                    <a:pt x="2870" y="8742"/>
                    <a:pt x="1786" y="9718"/>
                  </a:cubicBezTo>
                  <a:cubicBezTo>
                    <a:pt x="715" y="10706"/>
                    <a:pt x="0" y="12206"/>
                    <a:pt x="334" y="13623"/>
                  </a:cubicBezTo>
                  <a:cubicBezTo>
                    <a:pt x="758" y="15331"/>
                    <a:pt x="2605" y="16354"/>
                    <a:pt x="4356" y="16354"/>
                  </a:cubicBezTo>
                  <a:cubicBezTo>
                    <a:pt x="4425" y="16354"/>
                    <a:pt x="4493" y="16353"/>
                    <a:pt x="4560" y="16350"/>
                  </a:cubicBezTo>
                  <a:cubicBezTo>
                    <a:pt x="6382" y="16254"/>
                    <a:pt x="8037" y="15302"/>
                    <a:pt x="9525" y="14266"/>
                  </a:cubicBezTo>
                  <a:cubicBezTo>
                    <a:pt x="13633" y="11373"/>
                    <a:pt x="17086" y="7599"/>
                    <a:pt x="21384" y="5003"/>
                  </a:cubicBezTo>
                  <a:cubicBezTo>
                    <a:pt x="22003" y="4634"/>
                    <a:pt x="22646" y="4277"/>
                    <a:pt x="23158" y="3765"/>
                  </a:cubicBezTo>
                  <a:cubicBezTo>
                    <a:pt x="23658" y="3229"/>
                    <a:pt x="24039" y="2515"/>
                    <a:pt x="23944" y="1800"/>
                  </a:cubicBezTo>
                  <a:cubicBezTo>
                    <a:pt x="23797" y="688"/>
                    <a:pt x="22604" y="1"/>
                    <a:pt x="214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83"/>
            <p:cNvSpPr/>
            <p:nvPr/>
          </p:nvSpPr>
          <p:spPr>
            <a:xfrm>
              <a:off x="2868800" y="2543175"/>
              <a:ext cx="569150" cy="383825"/>
            </a:xfrm>
            <a:custGeom>
              <a:rect b="b" l="l" r="r" t="t"/>
              <a:pathLst>
                <a:path extrusionOk="0" h="15353" w="22766">
                  <a:moveTo>
                    <a:pt x="21471" y="0"/>
                  </a:moveTo>
                  <a:cubicBezTo>
                    <a:pt x="21316" y="0"/>
                    <a:pt x="21163" y="13"/>
                    <a:pt x="21015" y="41"/>
                  </a:cubicBezTo>
                  <a:cubicBezTo>
                    <a:pt x="19741" y="244"/>
                    <a:pt x="18693" y="1065"/>
                    <a:pt x="17646" y="1791"/>
                  </a:cubicBezTo>
                  <a:cubicBezTo>
                    <a:pt x="13955" y="4339"/>
                    <a:pt x="9740" y="5994"/>
                    <a:pt x="5596" y="7637"/>
                  </a:cubicBezTo>
                  <a:cubicBezTo>
                    <a:pt x="4239" y="8173"/>
                    <a:pt x="2870" y="8745"/>
                    <a:pt x="1786" y="9721"/>
                  </a:cubicBezTo>
                  <a:cubicBezTo>
                    <a:pt x="715" y="10709"/>
                    <a:pt x="0" y="12209"/>
                    <a:pt x="334" y="13626"/>
                  </a:cubicBezTo>
                  <a:cubicBezTo>
                    <a:pt x="501" y="14329"/>
                    <a:pt x="917" y="14900"/>
                    <a:pt x="1465" y="15353"/>
                  </a:cubicBezTo>
                  <a:cubicBezTo>
                    <a:pt x="1227" y="13471"/>
                    <a:pt x="1548" y="11185"/>
                    <a:pt x="3358" y="10662"/>
                  </a:cubicBezTo>
                  <a:cubicBezTo>
                    <a:pt x="10061" y="7983"/>
                    <a:pt x="15431" y="4232"/>
                    <a:pt x="21586" y="732"/>
                  </a:cubicBezTo>
                  <a:cubicBezTo>
                    <a:pt x="21884" y="529"/>
                    <a:pt x="22301" y="363"/>
                    <a:pt x="22765" y="303"/>
                  </a:cubicBezTo>
                  <a:cubicBezTo>
                    <a:pt x="22368" y="109"/>
                    <a:pt x="21913" y="0"/>
                    <a:pt x="21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6" name="Google Shape;2846;p183"/>
          <p:cNvGrpSpPr/>
          <p:nvPr/>
        </p:nvGrpSpPr>
        <p:grpSpPr>
          <a:xfrm rot="1458948">
            <a:off x="43650" y="372788"/>
            <a:ext cx="563060" cy="1364873"/>
            <a:chOff x="2541375" y="3220475"/>
            <a:chExt cx="427450" cy="1036150"/>
          </a:xfrm>
        </p:grpSpPr>
        <p:sp>
          <p:nvSpPr>
            <p:cNvPr id="2847" name="Google Shape;2847;p183"/>
            <p:cNvSpPr/>
            <p:nvPr/>
          </p:nvSpPr>
          <p:spPr>
            <a:xfrm>
              <a:off x="2541375" y="3220475"/>
              <a:ext cx="427450" cy="1035850"/>
            </a:xfrm>
            <a:custGeom>
              <a:rect b="b" l="l" r="r" t="t"/>
              <a:pathLst>
                <a:path extrusionOk="0" h="41434" w="17098">
                  <a:moveTo>
                    <a:pt x="2715" y="0"/>
                  </a:moveTo>
                  <a:cubicBezTo>
                    <a:pt x="1215" y="0"/>
                    <a:pt x="1" y="1215"/>
                    <a:pt x="1" y="2727"/>
                  </a:cubicBezTo>
                  <a:lnTo>
                    <a:pt x="1" y="38707"/>
                  </a:lnTo>
                  <a:cubicBezTo>
                    <a:pt x="1" y="40219"/>
                    <a:pt x="1215" y="41434"/>
                    <a:pt x="2715" y="41434"/>
                  </a:cubicBezTo>
                  <a:lnTo>
                    <a:pt x="14371" y="41434"/>
                  </a:lnTo>
                  <a:cubicBezTo>
                    <a:pt x="15860" y="41434"/>
                    <a:pt x="17086" y="40219"/>
                    <a:pt x="17098" y="38731"/>
                  </a:cubicBezTo>
                  <a:lnTo>
                    <a:pt x="17098" y="2727"/>
                  </a:lnTo>
                  <a:cubicBezTo>
                    <a:pt x="17098" y="1226"/>
                    <a:pt x="15872" y="0"/>
                    <a:pt x="143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83"/>
            <p:cNvSpPr/>
            <p:nvPr/>
          </p:nvSpPr>
          <p:spPr>
            <a:xfrm>
              <a:off x="2541375" y="3636600"/>
              <a:ext cx="427450" cy="620025"/>
            </a:xfrm>
            <a:custGeom>
              <a:rect b="b" l="l" r="r" t="t"/>
              <a:pathLst>
                <a:path extrusionOk="0" h="24801" w="17098">
                  <a:moveTo>
                    <a:pt x="17098" y="0"/>
                  </a:moveTo>
                  <a:cubicBezTo>
                    <a:pt x="11371" y="2322"/>
                    <a:pt x="5620" y="4584"/>
                    <a:pt x="1" y="7060"/>
                  </a:cubicBezTo>
                  <a:lnTo>
                    <a:pt x="1" y="22086"/>
                  </a:lnTo>
                  <a:cubicBezTo>
                    <a:pt x="1" y="23586"/>
                    <a:pt x="1215" y="24801"/>
                    <a:pt x="2715" y="24801"/>
                  </a:cubicBezTo>
                  <a:lnTo>
                    <a:pt x="14371" y="24801"/>
                  </a:lnTo>
                  <a:cubicBezTo>
                    <a:pt x="15872" y="24801"/>
                    <a:pt x="17098" y="23586"/>
                    <a:pt x="17098" y="22086"/>
                  </a:cubicBezTo>
                  <a:lnTo>
                    <a:pt x="1709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83"/>
            <p:cNvSpPr/>
            <p:nvPr/>
          </p:nvSpPr>
          <p:spPr>
            <a:xfrm>
              <a:off x="2664300" y="3334775"/>
              <a:ext cx="181000" cy="796850"/>
            </a:xfrm>
            <a:custGeom>
              <a:rect b="b" l="l" r="r" t="t"/>
              <a:pathLst>
                <a:path extrusionOk="0" h="31874" w="7240">
                  <a:moveTo>
                    <a:pt x="2465" y="0"/>
                  </a:moveTo>
                  <a:lnTo>
                    <a:pt x="2465" y="24837"/>
                  </a:lnTo>
                  <a:cubicBezTo>
                    <a:pt x="1037" y="25313"/>
                    <a:pt x="1" y="26670"/>
                    <a:pt x="1" y="28266"/>
                  </a:cubicBezTo>
                  <a:cubicBezTo>
                    <a:pt x="1" y="30254"/>
                    <a:pt x="1632" y="31873"/>
                    <a:pt x="3620" y="31873"/>
                  </a:cubicBezTo>
                  <a:cubicBezTo>
                    <a:pt x="5621" y="31873"/>
                    <a:pt x="7240" y="30254"/>
                    <a:pt x="7240" y="28266"/>
                  </a:cubicBezTo>
                  <a:cubicBezTo>
                    <a:pt x="7240" y="26670"/>
                    <a:pt x="6216" y="25325"/>
                    <a:pt x="4763" y="24837"/>
                  </a:cubicBezTo>
                  <a:lnTo>
                    <a:pt x="476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183"/>
            <p:cNvSpPr/>
            <p:nvPr/>
          </p:nvSpPr>
          <p:spPr>
            <a:xfrm>
              <a:off x="2693175" y="3987250"/>
              <a:ext cx="70875" cy="61475"/>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183"/>
            <p:cNvSpPr/>
            <p:nvPr/>
          </p:nvSpPr>
          <p:spPr>
            <a:xfrm>
              <a:off x="2726225" y="3334775"/>
              <a:ext cx="57775" cy="278925"/>
            </a:xfrm>
            <a:custGeom>
              <a:rect b="b" l="l" r="r" t="t"/>
              <a:pathLst>
                <a:path extrusionOk="0" h="11157" w="2311">
                  <a:moveTo>
                    <a:pt x="0" y="0"/>
                  </a:moveTo>
                  <a:lnTo>
                    <a:pt x="0" y="11156"/>
                  </a:lnTo>
                  <a:lnTo>
                    <a:pt x="2310" y="11156"/>
                  </a:lnTo>
                  <a:lnTo>
                    <a:pt x="23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5" name="Shape 2855"/>
        <p:cNvGrpSpPr/>
        <p:nvPr/>
      </p:nvGrpSpPr>
      <p:grpSpPr>
        <a:xfrm>
          <a:off x="0" y="0"/>
          <a:ext cx="0" cy="0"/>
          <a:chOff x="0" y="0"/>
          <a:chExt cx="0" cy="0"/>
        </a:xfrm>
      </p:grpSpPr>
      <p:sp>
        <p:nvSpPr>
          <p:cNvPr id="2856" name="Google Shape;2856;p184"/>
          <p:cNvSpPr/>
          <p:nvPr/>
        </p:nvSpPr>
        <p:spPr>
          <a:xfrm rot="-275237">
            <a:off x="2111323" y="695380"/>
            <a:ext cx="4921365" cy="3752735"/>
          </a:xfrm>
          <a:prstGeom prst="roundRect">
            <a:avLst>
              <a:gd fmla="val 2931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184"/>
          <p:cNvSpPr txBox="1"/>
          <p:nvPr>
            <p:ph type="title"/>
          </p:nvPr>
        </p:nvSpPr>
        <p:spPr>
          <a:xfrm>
            <a:off x="2485100" y="1401607"/>
            <a:ext cx="4103100" cy="2019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200"/>
              <a:t>How do I know what to do?</a:t>
            </a:r>
            <a:endParaRPr sz="4200"/>
          </a:p>
        </p:txBody>
      </p:sp>
      <p:sp>
        <p:nvSpPr>
          <p:cNvPr id="2858" name="Google Shape;2858;p184"/>
          <p:cNvSpPr/>
          <p:nvPr/>
        </p:nvSpPr>
        <p:spPr>
          <a:xfrm>
            <a:off x="-491825" y="3172450"/>
            <a:ext cx="4311387" cy="207624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9" name="Google Shape;2859;p184"/>
          <p:cNvGrpSpPr/>
          <p:nvPr/>
        </p:nvGrpSpPr>
        <p:grpSpPr>
          <a:xfrm>
            <a:off x="1767124" y="970724"/>
            <a:ext cx="756849" cy="756849"/>
            <a:chOff x="3796125" y="-35750"/>
            <a:chExt cx="773400" cy="773400"/>
          </a:xfrm>
        </p:grpSpPr>
        <p:sp>
          <p:nvSpPr>
            <p:cNvPr id="2860" name="Google Shape;2860;p18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8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2" name="Google Shape;2862;p184"/>
          <p:cNvGrpSpPr/>
          <p:nvPr/>
        </p:nvGrpSpPr>
        <p:grpSpPr>
          <a:xfrm>
            <a:off x="6682024" y="4225674"/>
            <a:ext cx="756849" cy="756849"/>
            <a:chOff x="3796125" y="-35750"/>
            <a:chExt cx="773400" cy="773400"/>
          </a:xfrm>
        </p:grpSpPr>
        <p:sp>
          <p:nvSpPr>
            <p:cNvPr id="2863" name="Google Shape;2863;p184"/>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184"/>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8" name="Shape 2868"/>
        <p:cNvGrpSpPr/>
        <p:nvPr/>
      </p:nvGrpSpPr>
      <p:grpSpPr>
        <a:xfrm>
          <a:off x="0" y="0"/>
          <a:ext cx="0" cy="0"/>
          <a:chOff x="0" y="0"/>
          <a:chExt cx="0" cy="0"/>
        </a:xfrm>
      </p:grpSpPr>
      <p:sp>
        <p:nvSpPr>
          <p:cNvPr id="2869" name="Google Shape;2869;p185"/>
          <p:cNvSpPr/>
          <p:nvPr/>
        </p:nvSpPr>
        <p:spPr>
          <a:xfrm rot="1155888">
            <a:off x="579541" y="598051"/>
            <a:ext cx="1239549" cy="85572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185"/>
          <p:cNvSpPr txBox="1"/>
          <p:nvPr>
            <p:ph idx="1" type="subTitle"/>
          </p:nvPr>
        </p:nvSpPr>
        <p:spPr>
          <a:xfrm>
            <a:off x="1852813" y="1156230"/>
            <a:ext cx="3612900" cy="8313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KUDOS (know, understand and do)</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1 page general overview of main topics in the unit</a:t>
            </a:r>
            <a:endParaRPr/>
          </a:p>
          <a:p>
            <a:pPr indent="0" lvl="0" marL="0" rtl="0" algn="l">
              <a:spcBef>
                <a:spcPts val="0"/>
              </a:spcBef>
              <a:spcAft>
                <a:spcPts val="0"/>
              </a:spcAft>
              <a:buNone/>
            </a:pPr>
            <a:r>
              <a:t/>
            </a:r>
            <a:endParaRPr/>
          </a:p>
        </p:txBody>
      </p:sp>
      <p:sp>
        <p:nvSpPr>
          <p:cNvPr id="2871" name="Google Shape;2871;p185"/>
          <p:cNvSpPr txBox="1"/>
          <p:nvPr>
            <p:ph idx="4" type="title"/>
          </p:nvPr>
        </p:nvSpPr>
        <p:spPr>
          <a:xfrm>
            <a:off x="1852813" y="710129"/>
            <a:ext cx="3609300" cy="5541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Kudos</a:t>
            </a:r>
            <a:endParaRPr/>
          </a:p>
        </p:txBody>
      </p:sp>
      <p:sp>
        <p:nvSpPr>
          <p:cNvPr id="2872" name="Google Shape;2872;p185"/>
          <p:cNvSpPr txBox="1"/>
          <p:nvPr>
            <p:ph type="title"/>
          </p:nvPr>
        </p:nvSpPr>
        <p:spPr>
          <a:xfrm>
            <a:off x="494413" y="701904"/>
            <a:ext cx="1397100" cy="60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873" name="Google Shape;2873;p185"/>
          <p:cNvSpPr/>
          <p:nvPr/>
        </p:nvSpPr>
        <p:spPr>
          <a:xfrm rot="1155888">
            <a:off x="503341" y="2198251"/>
            <a:ext cx="1239549" cy="85572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85"/>
          <p:cNvSpPr txBox="1"/>
          <p:nvPr>
            <p:ph type="title"/>
          </p:nvPr>
        </p:nvSpPr>
        <p:spPr>
          <a:xfrm>
            <a:off x="390763" y="2278054"/>
            <a:ext cx="1397100" cy="60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pic>
        <p:nvPicPr>
          <p:cNvPr id="2875" name="Google Shape;2875;p185"/>
          <p:cNvPicPr preferRelativeResize="0"/>
          <p:nvPr/>
        </p:nvPicPr>
        <p:blipFill>
          <a:blip r:embed="rId3">
            <a:alphaModFix/>
          </a:blip>
          <a:stretch>
            <a:fillRect/>
          </a:stretch>
        </p:blipFill>
        <p:spPr>
          <a:xfrm>
            <a:off x="5633450" y="382675"/>
            <a:ext cx="3364201" cy="4555851"/>
          </a:xfrm>
          <a:prstGeom prst="rect">
            <a:avLst/>
          </a:prstGeom>
          <a:noFill/>
          <a:ln>
            <a:noFill/>
          </a:ln>
        </p:spPr>
      </p:pic>
      <p:sp>
        <p:nvSpPr>
          <p:cNvPr id="2876" name="Google Shape;2876;p185"/>
          <p:cNvSpPr txBox="1"/>
          <p:nvPr>
            <p:ph idx="1" type="subTitle"/>
          </p:nvPr>
        </p:nvSpPr>
        <p:spPr>
          <a:xfrm>
            <a:off x="1776613" y="2756430"/>
            <a:ext cx="3612900" cy="8313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More detailed information about what you need to know</a:t>
            </a:r>
            <a:endParaRPr/>
          </a:p>
          <a:p>
            <a:pPr indent="-317500" lvl="0" marL="457200" rtl="0" algn="l">
              <a:spcBef>
                <a:spcPts val="0"/>
              </a:spcBef>
              <a:spcAft>
                <a:spcPts val="0"/>
              </a:spcAft>
              <a:buSzPts val="1400"/>
              <a:buChar char="-"/>
            </a:pPr>
            <a:r>
              <a:rPr lang="en"/>
              <a:t>Includes important vocabulary and places to find information about topics</a:t>
            </a:r>
            <a:endParaRPr/>
          </a:p>
          <a:p>
            <a:pPr indent="-317500" lvl="0" marL="457200" rtl="0" algn="l">
              <a:spcBef>
                <a:spcPts val="0"/>
              </a:spcBef>
              <a:spcAft>
                <a:spcPts val="0"/>
              </a:spcAft>
              <a:buSzPts val="1400"/>
              <a:buChar char="-"/>
            </a:pPr>
            <a:r>
              <a:rPr lang="en"/>
              <a:t>Also has study questions</a:t>
            </a:r>
            <a:endParaRPr/>
          </a:p>
          <a:p>
            <a:pPr indent="0" lvl="0" marL="0" rtl="0" algn="l">
              <a:spcBef>
                <a:spcPts val="0"/>
              </a:spcBef>
              <a:spcAft>
                <a:spcPts val="0"/>
              </a:spcAft>
              <a:buNone/>
            </a:pPr>
            <a:r>
              <a:t/>
            </a:r>
            <a:endParaRPr/>
          </a:p>
        </p:txBody>
      </p:sp>
      <p:sp>
        <p:nvSpPr>
          <p:cNvPr id="2877" name="Google Shape;2877;p185"/>
          <p:cNvSpPr txBox="1"/>
          <p:nvPr>
            <p:ph idx="4" type="title"/>
          </p:nvPr>
        </p:nvSpPr>
        <p:spPr>
          <a:xfrm>
            <a:off x="1776613" y="2310329"/>
            <a:ext cx="3609300" cy="5541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Unit Guides</a:t>
            </a:r>
            <a:endParaRPr/>
          </a:p>
        </p:txBody>
      </p:sp>
      <p:pic>
        <p:nvPicPr>
          <p:cNvPr id="2878" name="Google Shape;2878;p185"/>
          <p:cNvPicPr preferRelativeResize="0"/>
          <p:nvPr/>
        </p:nvPicPr>
        <p:blipFill>
          <a:blip r:embed="rId4">
            <a:alphaModFix/>
          </a:blip>
          <a:stretch>
            <a:fillRect/>
          </a:stretch>
        </p:blipFill>
        <p:spPr>
          <a:xfrm>
            <a:off x="5089525" y="1051750"/>
            <a:ext cx="4005000" cy="295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2" name="Shape 2882"/>
        <p:cNvGrpSpPr/>
        <p:nvPr/>
      </p:nvGrpSpPr>
      <p:grpSpPr>
        <a:xfrm>
          <a:off x="0" y="0"/>
          <a:ext cx="0" cy="0"/>
          <a:chOff x="0" y="0"/>
          <a:chExt cx="0" cy="0"/>
        </a:xfrm>
      </p:grpSpPr>
      <p:sp>
        <p:nvSpPr>
          <p:cNvPr id="2883" name="Google Shape;2883;p186"/>
          <p:cNvSpPr/>
          <p:nvPr/>
        </p:nvSpPr>
        <p:spPr>
          <a:xfrm rot="1155888">
            <a:off x="579541" y="598051"/>
            <a:ext cx="1239549" cy="85572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186"/>
          <p:cNvSpPr txBox="1"/>
          <p:nvPr>
            <p:ph idx="1" type="subTitle"/>
          </p:nvPr>
        </p:nvSpPr>
        <p:spPr>
          <a:xfrm>
            <a:off x="1852813" y="1156230"/>
            <a:ext cx="3612900" cy="8313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Homework, classwork, lecture notes, review material, etc.</a:t>
            </a:r>
            <a:endParaRPr/>
          </a:p>
          <a:p>
            <a:pPr indent="-317500" lvl="0" marL="457200" rtl="0" algn="l">
              <a:spcBef>
                <a:spcPts val="0"/>
              </a:spcBef>
              <a:spcAft>
                <a:spcPts val="0"/>
              </a:spcAft>
              <a:buSzPts val="1400"/>
              <a:buChar char="-"/>
            </a:pPr>
            <a:r>
              <a:rPr lang="en"/>
              <a:t>All assignments in class will be preparing you for the unit exams</a:t>
            </a:r>
            <a:endParaRPr/>
          </a:p>
        </p:txBody>
      </p:sp>
      <p:sp>
        <p:nvSpPr>
          <p:cNvPr id="2885" name="Google Shape;2885;p186"/>
          <p:cNvSpPr txBox="1"/>
          <p:nvPr>
            <p:ph idx="4" type="title"/>
          </p:nvPr>
        </p:nvSpPr>
        <p:spPr>
          <a:xfrm>
            <a:off x="1852813" y="710129"/>
            <a:ext cx="3609300" cy="5541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Class Material</a:t>
            </a:r>
            <a:endParaRPr/>
          </a:p>
        </p:txBody>
      </p:sp>
      <p:sp>
        <p:nvSpPr>
          <p:cNvPr id="2886" name="Google Shape;2886;p186"/>
          <p:cNvSpPr txBox="1"/>
          <p:nvPr>
            <p:ph type="title"/>
          </p:nvPr>
        </p:nvSpPr>
        <p:spPr>
          <a:xfrm>
            <a:off x="494413" y="701904"/>
            <a:ext cx="1397100" cy="60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887" name="Google Shape;2887;p186"/>
          <p:cNvSpPr/>
          <p:nvPr/>
        </p:nvSpPr>
        <p:spPr>
          <a:xfrm rot="1155888">
            <a:off x="503341" y="2198251"/>
            <a:ext cx="1239549" cy="85572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186"/>
          <p:cNvSpPr txBox="1"/>
          <p:nvPr>
            <p:ph type="title"/>
          </p:nvPr>
        </p:nvSpPr>
        <p:spPr>
          <a:xfrm>
            <a:off x="390763" y="2278054"/>
            <a:ext cx="1397100" cy="60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889" name="Google Shape;2889;p186"/>
          <p:cNvSpPr txBox="1"/>
          <p:nvPr>
            <p:ph idx="1" type="subTitle"/>
          </p:nvPr>
        </p:nvSpPr>
        <p:spPr>
          <a:xfrm>
            <a:off x="1776613" y="2756430"/>
            <a:ext cx="3612900" cy="8313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If you’re not sure send an email or come chat during tutorial/office hours</a:t>
            </a:r>
            <a:endParaRPr/>
          </a:p>
          <a:p>
            <a:pPr indent="0" lvl="0" marL="0" rtl="0" algn="l">
              <a:spcBef>
                <a:spcPts val="0"/>
              </a:spcBef>
              <a:spcAft>
                <a:spcPts val="0"/>
              </a:spcAft>
              <a:buNone/>
            </a:pPr>
            <a:r>
              <a:t/>
            </a:r>
            <a:endParaRPr/>
          </a:p>
        </p:txBody>
      </p:sp>
      <p:sp>
        <p:nvSpPr>
          <p:cNvPr id="2890" name="Google Shape;2890;p186"/>
          <p:cNvSpPr txBox="1"/>
          <p:nvPr>
            <p:ph idx="4" type="title"/>
          </p:nvPr>
        </p:nvSpPr>
        <p:spPr>
          <a:xfrm>
            <a:off x="1776613" y="2310329"/>
            <a:ext cx="3609300" cy="5541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Ask a Teacher/TA!!</a:t>
            </a:r>
            <a:endParaRPr/>
          </a:p>
        </p:txBody>
      </p:sp>
      <p:sp>
        <p:nvSpPr>
          <p:cNvPr id="2891" name="Google Shape;2891;p186"/>
          <p:cNvSpPr/>
          <p:nvPr/>
        </p:nvSpPr>
        <p:spPr>
          <a:xfrm rot="-1590795">
            <a:off x="5379006" y="606771"/>
            <a:ext cx="1491800" cy="1478427"/>
          </a:xfrm>
          <a:custGeom>
            <a:rect b="b" l="l" r="r" t="t"/>
            <a:pathLst>
              <a:path extrusionOk="0" h="11563" w="12698">
                <a:moveTo>
                  <a:pt x="2490" y="820"/>
                </a:moveTo>
                <a:cubicBezTo>
                  <a:pt x="3529" y="914"/>
                  <a:pt x="4600" y="1292"/>
                  <a:pt x="5483" y="2017"/>
                </a:cubicBezTo>
                <a:lnTo>
                  <a:pt x="5798" y="2237"/>
                </a:lnTo>
                <a:lnTo>
                  <a:pt x="5798" y="10334"/>
                </a:lnTo>
                <a:lnTo>
                  <a:pt x="5766" y="10334"/>
                </a:lnTo>
                <a:cubicBezTo>
                  <a:pt x="4789" y="9609"/>
                  <a:pt x="3655" y="9168"/>
                  <a:pt x="2490" y="9105"/>
                </a:cubicBezTo>
                <a:lnTo>
                  <a:pt x="2490" y="820"/>
                </a:lnTo>
                <a:close/>
                <a:moveTo>
                  <a:pt x="9925" y="883"/>
                </a:moveTo>
                <a:lnTo>
                  <a:pt x="9925" y="9137"/>
                </a:lnTo>
                <a:cubicBezTo>
                  <a:pt x="8728" y="9200"/>
                  <a:pt x="7593" y="9609"/>
                  <a:pt x="6617" y="10334"/>
                </a:cubicBezTo>
                <a:lnTo>
                  <a:pt x="6617" y="2300"/>
                </a:lnTo>
                <a:lnTo>
                  <a:pt x="6932" y="2048"/>
                </a:lnTo>
                <a:cubicBezTo>
                  <a:pt x="7782" y="1355"/>
                  <a:pt x="8854" y="946"/>
                  <a:pt x="9925" y="883"/>
                </a:cubicBezTo>
                <a:close/>
                <a:moveTo>
                  <a:pt x="1702" y="2458"/>
                </a:moveTo>
                <a:lnTo>
                  <a:pt x="1702" y="9483"/>
                </a:lnTo>
                <a:cubicBezTo>
                  <a:pt x="1702" y="9735"/>
                  <a:pt x="1891" y="9924"/>
                  <a:pt x="2080" y="9924"/>
                </a:cubicBezTo>
                <a:cubicBezTo>
                  <a:pt x="3057" y="9924"/>
                  <a:pt x="4096" y="10208"/>
                  <a:pt x="4978" y="10744"/>
                </a:cubicBezTo>
                <a:lnTo>
                  <a:pt x="1261" y="10744"/>
                </a:lnTo>
                <a:cubicBezTo>
                  <a:pt x="1009" y="10744"/>
                  <a:pt x="851" y="10555"/>
                  <a:pt x="851" y="10334"/>
                </a:cubicBezTo>
                <a:lnTo>
                  <a:pt x="851" y="2867"/>
                </a:lnTo>
                <a:cubicBezTo>
                  <a:pt x="851" y="2647"/>
                  <a:pt x="1040" y="2489"/>
                  <a:pt x="1261" y="2458"/>
                </a:cubicBezTo>
                <a:close/>
                <a:moveTo>
                  <a:pt x="11406" y="2458"/>
                </a:moveTo>
                <a:cubicBezTo>
                  <a:pt x="11658" y="2458"/>
                  <a:pt x="11815" y="2647"/>
                  <a:pt x="11847" y="2867"/>
                </a:cubicBezTo>
                <a:lnTo>
                  <a:pt x="11847" y="10334"/>
                </a:lnTo>
                <a:cubicBezTo>
                  <a:pt x="11847" y="10555"/>
                  <a:pt x="11658" y="10712"/>
                  <a:pt x="11406" y="10744"/>
                </a:cubicBezTo>
                <a:lnTo>
                  <a:pt x="7436" y="10744"/>
                </a:lnTo>
                <a:cubicBezTo>
                  <a:pt x="8255" y="10239"/>
                  <a:pt x="9295" y="9924"/>
                  <a:pt x="10303" y="9924"/>
                </a:cubicBezTo>
                <a:cubicBezTo>
                  <a:pt x="10555" y="9924"/>
                  <a:pt x="10712" y="9735"/>
                  <a:pt x="10712" y="9483"/>
                </a:cubicBezTo>
                <a:lnTo>
                  <a:pt x="10712" y="2458"/>
                </a:lnTo>
                <a:close/>
                <a:moveTo>
                  <a:pt x="2080" y="0"/>
                </a:moveTo>
                <a:cubicBezTo>
                  <a:pt x="1828" y="0"/>
                  <a:pt x="1670" y="189"/>
                  <a:pt x="1670" y="410"/>
                </a:cubicBezTo>
                <a:lnTo>
                  <a:pt x="1670" y="1670"/>
                </a:lnTo>
                <a:lnTo>
                  <a:pt x="1261" y="1670"/>
                </a:lnTo>
                <a:cubicBezTo>
                  <a:pt x="568" y="1670"/>
                  <a:pt x="1" y="2206"/>
                  <a:pt x="32" y="2930"/>
                </a:cubicBezTo>
                <a:lnTo>
                  <a:pt x="32" y="10334"/>
                </a:lnTo>
                <a:cubicBezTo>
                  <a:pt x="32" y="10996"/>
                  <a:pt x="568" y="11563"/>
                  <a:pt x="1261" y="11563"/>
                </a:cubicBezTo>
                <a:lnTo>
                  <a:pt x="11437" y="11563"/>
                </a:lnTo>
                <a:cubicBezTo>
                  <a:pt x="12130" y="11563"/>
                  <a:pt x="12697" y="11027"/>
                  <a:pt x="12697" y="10334"/>
                </a:cubicBezTo>
                <a:lnTo>
                  <a:pt x="12697" y="2867"/>
                </a:lnTo>
                <a:cubicBezTo>
                  <a:pt x="12666" y="2206"/>
                  <a:pt x="12130" y="1670"/>
                  <a:pt x="11437" y="1670"/>
                </a:cubicBezTo>
                <a:lnTo>
                  <a:pt x="10744" y="1670"/>
                </a:lnTo>
                <a:lnTo>
                  <a:pt x="10744" y="410"/>
                </a:lnTo>
                <a:cubicBezTo>
                  <a:pt x="10744" y="158"/>
                  <a:pt x="10555" y="0"/>
                  <a:pt x="10334" y="0"/>
                </a:cubicBezTo>
                <a:cubicBezTo>
                  <a:pt x="8980" y="0"/>
                  <a:pt x="7562" y="473"/>
                  <a:pt x="6396" y="1387"/>
                </a:cubicBezTo>
                <a:lnTo>
                  <a:pt x="6207" y="1544"/>
                </a:lnTo>
                <a:lnTo>
                  <a:pt x="6018" y="1387"/>
                </a:lnTo>
                <a:cubicBezTo>
                  <a:pt x="4915" y="473"/>
                  <a:pt x="3498" y="0"/>
                  <a:pt x="20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186"/>
          <p:cNvSpPr/>
          <p:nvPr/>
        </p:nvSpPr>
        <p:spPr>
          <a:xfrm>
            <a:off x="5259570" y="3000593"/>
            <a:ext cx="1355809" cy="1405802"/>
          </a:xfrm>
          <a:custGeom>
            <a:rect b="b" l="l" r="r" t="t"/>
            <a:pathLst>
              <a:path extrusionOk="0" h="10807" w="12918">
                <a:moveTo>
                  <a:pt x="10807" y="851"/>
                </a:moveTo>
                <a:cubicBezTo>
                  <a:pt x="10366" y="1608"/>
                  <a:pt x="10366" y="2584"/>
                  <a:pt x="10807" y="3340"/>
                </a:cubicBezTo>
                <a:lnTo>
                  <a:pt x="2332" y="3340"/>
                </a:lnTo>
                <a:cubicBezTo>
                  <a:pt x="1765" y="3340"/>
                  <a:pt x="1293" y="2962"/>
                  <a:pt x="1135" y="2458"/>
                </a:cubicBezTo>
                <a:cubicBezTo>
                  <a:pt x="915" y="1671"/>
                  <a:pt x="1513" y="851"/>
                  <a:pt x="2332" y="851"/>
                </a:cubicBezTo>
                <a:close/>
                <a:moveTo>
                  <a:pt x="8822" y="4159"/>
                </a:moveTo>
                <a:lnTo>
                  <a:pt x="8822" y="6648"/>
                </a:lnTo>
                <a:lnTo>
                  <a:pt x="1891" y="6648"/>
                </a:lnTo>
                <a:lnTo>
                  <a:pt x="1891" y="4159"/>
                </a:lnTo>
                <a:close/>
                <a:moveTo>
                  <a:pt x="10524" y="4159"/>
                </a:moveTo>
                <a:lnTo>
                  <a:pt x="10524" y="6648"/>
                </a:lnTo>
                <a:lnTo>
                  <a:pt x="9704" y="6648"/>
                </a:lnTo>
                <a:lnTo>
                  <a:pt x="9704" y="4159"/>
                </a:lnTo>
                <a:close/>
                <a:moveTo>
                  <a:pt x="12130" y="4159"/>
                </a:moveTo>
                <a:lnTo>
                  <a:pt x="12130" y="6648"/>
                </a:lnTo>
                <a:lnTo>
                  <a:pt x="11343" y="6648"/>
                </a:lnTo>
                <a:lnTo>
                  <a:pt x="11343" y="4159"/>
                </a:lnTo>
                <a:close/>
                <a:moveTo>
                  <a:pt x="1986" y="7467"/>
                </a:moveTo>
                <a:lnTo>
                  <a:pt x="1986" y="9956"/>
                </a:lnTo>
                <a:lnTo>
                  <a:pt x="1104" y="9956"/>
                </a:lnTo>
                <a:lnTo>
                  <a:pt x="1104" y="7467"/>
                </a:lnTo>
                <a:close/>
                <a:moveTo>
                  <a:pt x="3624" y="7467"/>
                </a:moveTo>
                <a:lnTo>
                  <a:pt x="3624" y="9956"/>
                </a:lnTo>
                <a:lnTo>
                  <a:pt x="2805" y="9956"/>
                </a:lnTo>
                <a:lnTo>
                  <a:pt x="2805" y="7467"/>
                </a:lnTo>
                <a:close/>
                <a:moveTo>
                  <a:pt x="11311" y="7467"/>
                </a:moveTo>
                <a:lnTo>
                  <a:pt x="11311" y="9956"/>
                </a:lnTo>
                <a:lnTo>
                  <a:pt x="4443" y="9956"/>
                </a:lnTo>
                <a:lnTo>
                  <a:pt x="4443" y="7467"/>
                </a:lnTo>
                <a:close/>
                <a:moveTo>
                  <a:pt x="2364" y="1"/>
                </a:moveTo>
                <a:cubicBezTo>
                  <a:pt x="1671" y="1"/>
                  <a:pt x="1041" y="379"/>
                  <a:pt x="631" y="914"/>
                </a:cubicBezTo>
                <a:cubicBezTo>
                  <a:pt x="1" y="1828"/>
                  <a:pt x="253" y="3088"/>
                  <a:pt x="1104" y="3718"/>
                </a:cubicBezTo>
                <a:lnTo>
                  <a:pt x="1104" y="6648"/>
                </a:lnTo>
                <a:lnTo>
                  <a:pt x="694" y="6648"/>
                </a:lnTo>
                <a:cubicBezTo>
                  <a:pt x="442" y="6648"/>
                  <a:pt x="284" y="6837"/>
                  <a:pt x="284" y="7058"/>
                </a:cubicBezTo>
                <a:lnTo>
                  <a:pt x="284" y="10366"/>
                </a:lnTo>
                <a:cubicBezTo>
                  <a:pt x="284" y="10618"/>
                  <a:pt x="473" y="10807"/>
                  <a:pt x="694" y="10807"/>
                </a:cubicBezTo>
                <a:lnTo>
                  <a:pt x="11721" y="10807"/>
                </a:lnTo>
                <a:cubicBezTo>
                  <a:pt x="11941" y="10807"/>
                  <a:pt x="12130" y="10618"/>
                  <a:pt x="12130" y="10366"/>
                </a:cubicBezTo>
                <a:lnTo>
                  <a:pt x="12130" y="7499"/>
                </a:lnTo>
                <a:lnTo>
                  <a:pt x="12540" y="7499"/>
                </a:lnTo>
                <a:cubicBezTo>
                  <a:pt x="12760" y="7499"/>
                  <a:pt x="12918" y="7310"/>
                  <a:pt x="12918" y="7058"/>
                </a:cubicBezTo>
                <a:lnTo>
                  <a:pt x="12918" y="3750"/>
                </a:lnTo>
                <a:cubicBezTo>
                  <a:pt x="12918" y="3529"/>
                  <a:pt x="12760" y="3340"/>
                  <a:pt x="12540" y="3340"/>
                </a:cubicBezTo>
                <a:lnTo>
                  <a:pt x="11878" y="3340"/>
                </a:lnTo>
                <a:cubicBezTo>
                  <a:pt x="11091" y="2647"/>
                  <a:pt x="11122" y="1387"/>
                  <a:pt x="11973" y="757"/>
                </a:cubicBezTo>
                <a:cubicBezTo>
                  <a:pt x="12256" y="536"/>
                  <a:pt x="12130" y="64"/>
                  <a:pt x="117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3" name="Google Shape;2893;p186"/>
          <p:cNvGrpSpPr/>
          <p:nvPr/>
        </p:nvGrpSpPr>
        <p:grpSpPr>
          <a:xfrm rot="1141114">
            <a:off x="6349147" y="1962926"/>
            <a:ext cx="1902946" cy="1399827"/>
            <a:chOff x="-41694200" y="2382950"/>
            <a:chExt cx="317425" cy="248900"/>
          </a:xfrm>
        </p:grpSpPr>
        <p:sp>
          <p:nvSpPr>
            <p:cNvPr id="2894" name="Google Shape;2894;p186"/>
            <p:cNvSpPr/>
            <p:nvPr/>
          </p:nvSpPr>
          <p:spPr>
            <a:xfrm>
              <a:off x="-41694200" y="2382950"/>
              <a:ext cx="317425" cy="248900"/>
            </a:xfrm>
            <a:custGeom>
              <a:rect b="b" l="l" r="r" t="t"/>
              <a:pathLst>
                <a:path extrusionOk="0" h="9956" w="12697">
                  <a:moveTo>
                    <a:pt x="10555" y="851"/>
                  </a:moveTo>
                  <a:cubicBezTo>
                    <a:pt x="10807" y="851"/>
                    <a:pt x="10964" y="1040"/>
                    <a:pt x="10964" y="1292"/>
                  </a:cubicBezTo>
                  <a:lnTo>
                    <a:pt x="10964" y="7499"/>
                  </a:lnTo>
                  <a:lnTo>
                    <a:pt x="1576" y="7499"/>
                  </a:lnTo>
                  <a:lnTo>
                    <a:pt x="1576" y="1292"/>
                  </a:lnTo>
                  <a:lnTo>
                    <a:pt x="1607" y="1292"/>
                  </a:lnTo>
                  <a:cubicBezTo>
                    <a:pt x="1607" y="1040"/>
                    <a:pt x="1828" y="882"/>
                    <a:pt x="2017" y="851"/>
                  </a:cubicBezTo>
                  <a:close/>
                  <a:moveTo>
                    <a:pt x="8507" y="8286"/>
                  </a:moveTo>
                  <a:lnTo>
                    <a:pt x="8507" y="8727"/>
                  </a:lnTo>
                  <a:cubicBezTo>
                    <a:pt x="8507" y="8918"/>
                    <a:pt x="8633" y="9073"/>
                    <a:pt x="8777" y="9137"/>
                  </a:cubicBezTo>
                  <a:lnTo>
                    <a:pt x="1198" y="9137"/>
                  </a:lnTo>
                  <a:cubicBezTo>
                    <a:pt x="1009" y="9137"/>
                    <a:pt x="851" y="9011"/>
                    <a:pt x="788" y="8853"/>
                  </a:cubicBezTo>
                  <a:cubicBezTo>
                    <a:pt x="757" y="8759"/>
                    <a:pt x="788" y="8759"/>
                    <a:pt x="788" y="8286"/>
                  </a:cubicBezTo>
                  <a:close/>
                  <a:moveTo>
                    <a:pt x="10145" y="8286"/>
                  </a:moveTo>
                  <a:lnTo>
                    <a:pt x="10145" y="8727"/>
                  </a:lnTo>
                  <a:cubicBezTo>
                    <a:pt x="10145" y="8918"/>
                    <a:pt x="10254" y="9073"/>
                    <a:pt x="10402" y="9137"/>
                  </a:cubicBezTo>
                  <a:lnTo>
                    <a:pt x="9051" y="9137"/>
                  </a:lnTo>
                  <a:cubicBezTo>
                    <a:pt x="9186" y="9073"/>
                    <a:pt x="9294" y="8918"/>
                    <a:pt x="9294" y="8727"/>
                  </a:cubicBezTo>
                  <a:lnTo>
                    <a:pt x="9294" y="8286"/>
                  </a:lnTo>
                  <a:close/>
                  <a:moveTo>
                    <a:pt x="11783" y="8286"/>
                  </a:moveTo>
                  <a:lnTo>
                    <a:pt x="11783" y="8727"/>
                  </a:lnTo>
                  <a:cubicBezTo>
                    <a:pt x="11815" y="8979"/>
                    <a:pt x="11626" y="9137"/>
                    <a:pt x="11374" y="9137"/>
                  </a:cubicBezTo>
                  <a:lnTo>
                    <a:pt x="10720" y="9137"/>
                  </a:lnTo>
                  <a:cubicBezTo>
                    <a:pt x="10874" y="9073"/>
                    <a:pt x="10964" y="8918"/>
                    <a:pt x="10964" y="8727"/>
                  </a:cubicBezTo>
                  <a:lnTo>
                    <a:pt x="10964" y="8286"/>
                  </a:lnTo>
                  <a:close/>
                  <a:moveTo>
                    <a:pt x="2048" y="0"/>
                  </a:moveTo>
                  <a:cubicBezTo>
                    <a:pt x="1387" y="0"/>
                    <a:pt x="788" y="536"/>
                    <a:pt x="820" y="1261"/>
                  </a:cubicBezTo>
                  <a:lnTo>
                    <a:pt x="820" y="7467"/>
                  </a:lnTo>
                  <a:lnTo>
                    <a:pt x="347" y="7467"/>
                  </a:lnTo>
                  <a:cubicBezTo>
                    <a:pt x="158" y="7467"/>
                    <a:pt x="0" y="7625"/>
                    <a:pt x="0" y="7814"/>
                  </a:cubicBezTo>
                  <a:lnTo>
                    <a:pt x="0" y="8696"/>
                  </a:lnTo>
                  <a:cubicBezTo>
                    <a:pt x="0" y="9357"/>
                    <a:pt x="568" y="9956"/>
                    <a:pt x="1229" y="9956"/>
                  </a:cubicBezTo>
                  <a:lnTo>
                    <a:pt x="11437" y="9956"/>
                  </a:lnTo>
                  <a:cubicBezTo>
                    <a:pt x="12098" y="9956"/>
                    <a:pt x="12697" y="9389"/>
                    <a:pt x="12697" y="8696"/>
                  </a:cubicBezTo>
                  <a:lnTo>
                    <a:pt x="12697" y="7877"/>
                  </a:lnTo>
                  <a:cubicBezTo>
                    <a:pt x="12634" y="7656"/>
                    <a:pt x="12445" y="7467"/>
                    <a:pt x="12224" y="7467"/>
                  </a:cubicBezTo>
                  <a:lnTo>
                    <a:pt x="11815" y="7467"/>
                  </a:lnTo>
                  <a:lnTo>
                    <a:pt x="11815" y="1261"/>
                  </a:lnTo>
                  <a:cubicBezTo>
                    <a:pt x="11815" y="567"/>
                    <a:pt x="11279" y="0"/>
                    <a:pt x="105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186"/>
            <p:cNvSpPr/>
            <p:nvPr/>
          </p:nvSpPr>
          <p:spPr>
            <a:xfrm>
              <a:off x="-41586600" y="2425550"/>
              <a:ext cx="107450" cy="102925"/>
            </a:xfrm>
            <a:custGeom>
              <a:rect b="b" l="l" r="r" t="t"/>
              <a:pathLst>
                <a:path extrusionOk="0" h="4117" w="4298">
                  <a:moveTo>
                    <a:pt x="1147" y="1037"/>
                  </a:moveTo>
                  <a:lnTo>
                    <a:pt x="2218" y="1384"/>
                  </a:lnTo>
                  <a:lnTo>
                    <a:pt x="1493" y="2108"/>
                  </a:lnTo>
                  <a:lnTo>
                    <a:pt x="1147" y="1037"/>
                  </a:lnTo>
                  <a:close/>
                  <a:moveTo>
                    <a:pt x="466" y="1"/>
                  </a:moveTo>
                  <a:cubicBezTo>
                    <a:pt x="209" y="1"/>
                    <a:pt x="1" y="267"/>
                    <a:pt x="107" y="533"/>
                  </a:cubicBezTo>
                  <a:lnTo>
                    <a:pt x="926" y="3022"/>
                  </a:lnTo>
                  <a:cubicBezTo>
                    <a:pt x="987" y="3184"/>
                    <a:pt x="1164" y="3293"/>
                    <a:pt x="1341" y="3293"/>
                  </a:cubicBezTo>
                  <a:cubicBezTo>
                    <a:pt x="1441" y="3293"/>
                    <a:pt x="1540" y="3259"/>
                    <a:pt x="1619" y="3180"/>
                  </a:cubicBezTo>
                  <a:lnTo>
                    <a:pt x="2155" y="2613"/>
                  </a:lnTo>
                  <a:lnTo>
                    <a:pt x="3541" y="3999"/>
                  </a:lnTo>
                  <a:cubicBezTo>
                    <a:pt x="3620" y="4077"/>
                    <a:pt x="3730" y="4117"/>
                    <a:pt x="3840" y="4117"/>
                  </a:cubicBezTo>
                  <a:cubicBezTo>
                    <a:pt x="3951" y="4117"/>
                    <a:pt x="4061" y="4077"/>
                    <a:pt x="4140" y="3999"/>
                  </a:cubicBezTo>
                  <a:cubicBezTo>
                    <a:pt x="4297" y="3841"/>
                    <a:pt x="4297" y="3558"/>
                    <a:pt x="4140" y="3400"/>
                  </a:cubicBezTo>
                  <a:lnTo>
                    <a:pt x="2722" y="2077"/>
                  </a:lnTo>
                  <a:lnTo>
                    <a:pt x="3258" y="1510"/>
                  </a:lnTo>
                  <a:cubicBezTo>
                    <a:pt x="3510" y="1289"/>
                    <a:pt x="3384" y="911"/>
                    <a:pt x="3100" y="848"/>
                  </a:cubicBezTo>
                  <a:lnTo>
                    <a:pt x="611" y="29"/>
                  </a:lnTo>
                  <a:cubicBezTo>
                    <a:pt x="562" y="10"/>
                    <a:pt x="514" y="1"/>
                    <a:pt x="46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9" name="Shape 2899"/>
        <p:cNvGrpSpPr/>
        <p:nvPr/>
      </p:nvGrpSpPr>
      <p:grpSpPr>
        <a:xfrm>
          <a:off x="0" y="0"/>
          <a:ext cx="0" cy="0"/>
          <a:chOff x="0" y="0"/>
          <a:chExt cx="0" cy="0"/>
        </a:xfrm>
      </p:grpSpPr>
      <p:sp>
        <p:nvSpPr>
          <p:cNvPr id="2900" name="Google Shape;2900;p187"/>
          <p:cNvSpPr/>
          <p:nvPr/>
        </p:nvSpPr>
        <p:spPr>
          <a:xfrm rot="-275237">
            <a:off x="2015198" y="759480"/>
            <a:ext cx="4921365" cy="3752735"/>
          </a:xfrm>
          <a:prstGeom prst="roundRect">
            <a:avLst>
              <a:gd fmla="val 2931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187"/>
          <p:cNvSpPr txBox="1"/>
          <p:nvPr>
            <p:ph type="title"/>
          </p:nvPr>
        </p:nvSpPr>
        <p:spPr>
          <a:xfrm>
            <a:off x="2485100" y="1325407"/>
            <a:ext cx="4103100" cy="2019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700"/>
              <a:t>Assessments</a:t>
            </a:r>
            <a:r>
              <a:rPr lang="en" sz="4700"/>
              <a:t> and Grades</a:t>
            </a:r>
            <a:endParaRPr sz="4700"/>
          </a:p>
        </p:txBody>
      </p:sp>
      <p:sp>
        <p:nvSpPr>
          <p:cNvPr id="2902" name="Google Shape;2902;p187"/>
          <p:cNvSpPr/>
          <p:nvPr/>
        </p:nvSpPr>
        <p:spPr>
          <a:xfrm>
            <a:off x="-491825" y="3172450"/>
            <a:ext cx="4311387" cy="2076241"/>
          </a:xfrm>
          <a:custGeom>
            <a:rect b="b" l="l" r="r" t="t"/>
            <a:pathLst>
              <a:path extrusionOk="0" h="51558" w="107062">
                <a:moveTo>
                  <a:pt x="23266" y="0"/>
                </a:moveTo>
                <a:cubicBezTo>
                  <a:pt x="18767" y="0"/>
                  <a:pt x="14164" y="1727"/>
                  <a:pt x="10645" y="4766"/>
                </a:cubicBezTo>
                <a:cubicBezTo>
                  <a:pt x="4454" y="10123"/>
                  <a:pt x="1299" y="18708"/>
                  <a:pt x="644" y="27185"/>
                </a:cubicBezTo>
                <a:cubicBezTo>
                  <a:pt x="1" y="35365"/>
                  <a:pt x="6633" y="43532"/>
                  <a:pt x="8300" y="51533"/>
                </a:cubicBezTo>
                <a:lnTo>
                  <a:pt x="106205" y="51533"/>
                </a:lnTo>
                <a:lnTo>
                  <a:pt x="106205" y="51557"/>
                </a:lnTo>
                <a:cubicBezTo>
                  <a:pt x="107062" y="47545"/>
                  <a:pt x="106621" y="43235"/>
                  <a:pt x="104919" y="39544"/>
                </a:cubicBezTo>
                <a:cubicBezTo>
                  <a:pt x="102954" y="35269"/>
                  <a:pt x="99323" y="31912"/>
                  <a:pt x="95096" y="30424"/>
                </a:cubicBezTo>
                <a:cubicBezTo>
                  <a:pt x="91441" y="29138"/>
                  <a:pt x="87286" y="29150"/>
                  <a:pt x="84142" y="26768"/>
                </a:cubicBezTo>
                <a:cubicBezTo>
                  <a:pt x="79558" y="23292"/>
                  <a:pt x="78868" y="16017"/>
                  <a:pt x="74558" y="12148"/>
                </a:cubicBezTo>
                <a:cubicBezTo>
                  <a:pt x="72192" y="10011"/>
                  <a:pt x="69211" y="9279"/>
                  <a:pt x="66087" y="9279"/>
                </a:cubicBezTo>
                <a:cubicBezTo>
                  <a:pt x="63379" y="9279"/>
                  <a:pt x="60564" y="9829"/>
                  <a:pt x="57949" y="10493"/>
                </a:cubicBezTo>
                <a:cubicBezTo>
                  <a:pt x="54613" y="11341"/>
                  <a:pt x="51063" y="12273"/>
                  <a:pt x="47668" y="12273"/>
                </a:cubicBezTo>
                <a:cubicBezTo>
                  <a:pt x="45344" y="12273"/>
                  <a:pt x="43091" y="11836"/>
                  <a:pt x="41030" y="10635"/>
                </a:cubicBezTo>
                <a:cubicBezTo>
                  <a:pt x="37863" y="8790"/>
                  <a:pt x="35720" y="5444"/>
                  <a:pt x="32815" y="3170"/>
                </a:cubicBezTo>
                <a:cubicBezTo>
                  <a:pt x="30039" y="996"/>
                  <a:pt x="26683" y="0"/>
                  <a:pt x="232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3" name="Google Shape;2903;p187"/>
          <p:cNvGrpSpPr/>
          <p:nvPr/>
        </p:nvGrpSpPr>
        <p:grpSpPr>
          <a:xfrm>
            <a:off x="1767124" y="970724"/>
            <a:ext cx="756849" cy="756849"/>
            <a:chOff x="3796125" y="-35750"/>
            <a:chExt cx="773400" cy="773400"/>
          </a:xfrm>
        </p:grpSpPr>
        <p:sp>
          <p:nvSpPr>
            <p:cNvPr id="2904" name="Google Shape;2904;p187"/>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8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6" name="Google Shape;2906;p187"/>
          <p:cNvGrpSpPr/>
          <p:nvPr/>
        </p:nvGrpSpPr>
        <p:grpSpPr>
          <a:xfrm>
            <a:off x="6682024" y="4225674"/>
            <a:ext cx="756849" cy="756849"/>
            <a:chOff x="3796125" y="-35750"/>
            <a:chExt cx="773400" cy="773400"/>
          </a:xfrm>
        </p:grpSpPr>
        <p:sp>
          <p:nvSpPr>
            <p:cNvPr id="2907" name="Google Shape;2907;p187"/>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187"/>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2" name="Shape 2912"/>
        <p:cNvGrpSpPr/>
        <p:nvPr/>
      </p:nvGrpSpPr>
      <p:grpSpPr>
        <a:xfrm>
          <a:off x="0" y="0"/>
          <a:ext cx="0" cy="0"/>
          <a:chOff x="0" y="0"/>
          <a:chExt cx="0" cy="0"/>
        </a:xfrm>
      </p:grpSpPr>
      <p:sp>
        <p:nvSpPr>
          <p:cNvPr id="2913" name="Google Shape;2913;p188"/>
          <p:cNvSpPr txBox="1"/>
          <p:nvPr>
            <p:ph type="title"/>
          </p:nvPr>
        </p:nvSpPr>
        <p:spPr>
          <a:xfrm>
            <a:off x="720300" y="333250"/>
            <a:ext cx="770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Assessments and Grades</a:t>
            </a:r>
            <a:endParaRPr/>
          </a:p>
        </p:txBody>
      </p:sp>
      <p:sp>
        <p:nvSpPr>
          <p:cNvPr id="2914" name="Google Shape;2914;p188"/>
          <p:cNvSpPr txBox="1"/>
          <p:nvPr/>
        </p:nvSpPr>
        <p:spPr>
          <a:xfrm>
            <a:off x="83225" y="957800"/>
            <a:ext cx="4558800" cy="39474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rgbClr val="000000"/>
              </a:buClr>
              <a:buSzPts val="1500"/>
              <a:buChar char="●"/>
            </a:pPr>
            <a:r>
              <a:rPr b="1" lang="en" sz="1500"/>
              <a:t>Formative Assessments</a:t>
            </a:r>
            <a:r>
              <a:rPr lang="en" sz="1500"/>
              <a:t> (practice tests, CFA’s, homework, etc.)</a:t>
            </a:r>
            <a:endParaRPr sz="1500"/>
          </a:p>
          <a:p>
            <a:pPr indent="-298450" lvl="1" marL="914400" rtl="0" algn="l">
              <a:lnSpc>
                <a:spcPct val="115000"/>
              </a:lnSpc>
              <a:spcBef>
                <a:spcPts val="0"/>
              </a:spcBef>
              <a:spcAft>
                <a:spcPts val="0"/>
              </a:spcAft>
              <a:buClr>
                <a:srgbClr val="000000"/>
              </a:buClr>
              <a:buSzPts val="1100"/>
              <a:buChar char="○"/>
            </a:pPr>
            <a:r>
              <a:rPr lang="en" sz="1100"/>
              <a:t>Practice</a:t>
            </a:r>
            <a:endParaRPr sz="1100"/>
          </a:p>
          <a:p>
            <a:pPr indent="-298450" lvl="1" marL="914400" rtl="0" algn="l">
              <a:lnSpc>
                <a:spcPct val="115000"/>
              </a:lnSpc>
              <a:spcBef>
                <a:spcPts val="0"/>
              </a:spcBef>
              <a:spcAft>
                <a:spcPts val="0"/>
              </a:spcAft>
              <a:buClr>
                <a:srgbClr val="000000"/>
              </a:buClr>
              <a:buSzPts val="1100"/>
              <a:buChar char="○"/>
            </a:pPr>
            <a:r>
              <a:rPr lang="en" sz="1100"/>
              <a:t>Do not affect your grade</a:t>
            </a:r>
            <a:endParaRPr sz="1100"/>
          </a:p>
          <a:p>
            <a:pPr indent="-298450" lvl="1" marL="914400" rtl="0" algn="l">
              <a:lnSpc>
                <a:spcPct val="115000"/>
              </a:lnSpc>
              <a:spcBef>
                <a:spcPts val="0"/>
              </a:spcBef>
              <a:spcAft>
                <a:spcPts val="0"/>
              </a:spcAft>
              <a:buClr>
                <a:srgbClr val="000000"/>
              </a:buClr>
              <a:buSzPts val="1100"/>
              <a:buChar char="○"/>
            </a:pPr>
            <a:r>
              <a:rPr lang="en" sz="1100"/>
              <a:t>Chance for feedback and improvement</a:t>
            </a:r>
            <a:endParaRPr sz="1100"/>
          </a:p>
          <a:p>
            <a:pPr indent="-323850" lvl="0" marL="457200" rtl="0" algn="l">
              <a:lnSpc>
                <a:spcPct val="115000"/>
              </a:lnSpc>
              <a:spcBef>
                <a:spcPts val="0"/>
              </a:spcBef>
              <a:spcAft>
                <a:spcPts val="0"/>
              </a:spcAft>
              <a:buClr>
                <a:srgbClr val="000000"/>
              </a:buClr>
              <a:buSzPts val="1500"/>
              <a:buChar char="●"/>
            </a:pPr>
            <a:r>
              <a:rPr b="1" lang="en" sz="1500"/>
              <a:t>Quizzes and Exams</a:t>
            </a:r>
            <a:endParaRPr sz="1500"/>
          </a:p>
          <a:p>
            <a:pPr indent="-298450" lvl="1" marL="914400" rtl="0" algn="l">
              <a:lnSpc>
                <a:spcPct val="115000"/>
              </a:lnSpc>
              <a:spcBef>
                <a:spcPts val="0"/>
              </a:spcBef>
              <a:spcAft>
                <a:spcPts val="0"/>
              </a:spcAft>
              <a:buClr>
                <a:srgbClr val="000000"/>
              </a:buClr>
              <a:buSzPts val="1100"/>
              <a:buChar char="○"/>
            </a:pPr>
            <a:r>
              <a:rPr lang="en" sz="1100"/>
              <a:t>In the middle or at</a:t>
            </a:r>
            <a:r>
              <a:rPr lang="en" sz="1100"/>
              <a:t> the end of a unit</a:t>
            </a:r>
            <a:endParaRPr sz="1100"/>
          </a:p>
          <a:p>
            <a:pPr indent="-298450" lvl="1" marL="914400" rtl="0" algn="l">
              <a:lnSpc>
                <a:spcPct val="115000"/>
              </a:lnSpc>
              <a:spcBef>
                <a:spcPts val="0"/>
              </a:spcBef>
              <a:spcAft>
                <a:spcPts val="0"/>
              </a:spcAft>
              <a:buClr>
                <a:srgbClr val="000000"/>
              </a:buClr>
              <a:buSzPts val="1100"/>
              <a:buChar char="○"/>
            </a:pPr>
            <a:r>
              <a:rPr lang="en" sz="1100"/>
              <a:t>Gives you a grade</a:t>
            </a:r>
            <a:endParaRPr sz="1100"/>
          </a:p>
          <a:p>
            <a:pPr indent="-298450" lvl="2" marL="1371600" rtl="0" algn="l">
              <a:lnSpc>
                <a:spcPct val="115000"/>
              </a:lnSpc>
              <a:spcBef>
                <a:spcPts val="0"/>
              </a:spcBef>
              <a:spcAft>
                <a:spcPts val="0"/>
              </a:spcAft>
              <a:buClr>
                <a:srgbClr val="595959"/>
              </a:buClr>
              <a:buSzPts val="1100"/>
              <a:buChar char="■"/>
            </a:pPr>
            <a:r>
              <a:rPr lang="en" sz="1100"/>
              <a:t>Quizzes are placeholders and the exam at the end of the unit can replace your </a:t>
            </a:r>
            <a:r>
              <a:rPr lang="en" sz="1100"/>
              <a:t>quiz</a:t>
            </a:r>
            <a:r>
              <a:rPr lang="en" sz="1100"/>
              <a:t> score</a:t>
            </a:r>
            <a:endParaRPr sz="1100"/>
          </a:p>
          <a:p>
            <a:pPr indent="-298450" lvl="1" marL="914400" rtl="0" algn="l">
              <a:lnSpc>
                <a:spcPct val="115000"/>
              </a:lnSpc>
              <a:spcBef>
                <a:spcPts val="0"/>
              </a:spcBef>
              <a:spcAft>
                <a:spcPts val="0"/>
              </a:spcAft>
              <a:buClr>
                <a:srgbClr val="000000"/>
              </a:buClr>
              <a:buSzPts val="1100"/>
              <a:buChar char="○"/>
            </a:pPr>
            <a:r>
              <a:rPr lang="en" sz="1100"/>
              <a:t>Can retake exams if you score below an 80%</a:t>
            </a:r>
            <a:endParaRPr sz="1100"/>
          </a:p>
          <a:p>
            <a:pPr indent="-298450" lvl="2" marL="1371600" rtl="0" algn="l">
              <a:lnSpc>
                <a:spcPct val="115000"/>
              </a:lnSpc>
              <a:spcBef>
                <a:spcPts val="0"/>
              </a:spcBef>
              <a:spcAft>
                <a:spcPts val="0"/>
              </a:spcAft>
              <a:buClr>
                <a:srgbClr val="595959"/>
              </a:buClr>
              <a:buSzPts val="1100"/>
              <a:buChar char="■"/>
            </a:pPr>
            <a:r>
              <a:rPr lang="en" sz="1100"/>
              <a:t>Must show homework </a:t>
            </a:r>
            <a:r>
              <a:rPr lang="en" sz="1100"/>
              <a:t>completion</a:t>
            </a:r>
            <a:r>
              <a:rPr lang="en" sz="1100"/>
              <a:t> and complete a retake ticket to be eligible</a:t>
            </a:r>
            <a:endParaRPr sz="1100"/>
          </a:p>
          <a:p>
            <a:pPr indent="-323850" lvl="0" marL="457200" rtl="0" algn="l">
              <a:lnSpc>
                <a:spcPct val="115000"/>
              </a:lnSpc>
              <a:spcBef>
                <a:spcPts val="0"/>
              </a:spcBef>
              <a:spcAft>
                <a:spcPts val="0"/>
              </a:spcAft>
              <a:buClr>
                <a:srgbClr val="000000"/>
              </a:buClr>
              <a:buSzPts val="1500"/>
              <a:buChar char="●"/>
            </a:pPr>
            <a:r>
              <a:rPr b="1" lang="en" sz="1500"/>
              <a:t>Checkups</a:t>
            </a:r>
            <a:endParaRPr sz="1100"/>
          </a:p>
          <a:p>
            <a:pPr indent="-298450" lvl="1" marL="914400" rtl="0" algn="l">
              <a:lnSpc>
                <a:spcPct val="115000"/>
              </a:lnSpc>
              <a:spcBef>
                <a:spcPts val="0"/>
              </a:spcBef>
              <a:spcAft>
                <a:spcPts val="0"/>
              </a:spcAft>
              <a:buClr>
                <a:srgbClr val="000000"/>
              </a:buClr>
              <a:buSzPts val="1100"/>
              <a:buChar char="○"/>
            </a:pPr>
            <a:r>
              <a:rPr lang="en" sz="1100"/>
              <a:t>Covers the homework or classwork that was assigned</a:t>
            </a:r>
            <a:endParaRPr sz="1100"/>
          </a:p>
          <a:p>
            <a:pPr indent="-298450" lvl="1" marL="914400" rtl="0" algn="l">
              <a:lnSpc>
                <a:spcPct val="115000"/>
              </a:lnSpc>
              <a:spcBef>
                <a:spcPts val="0"/>
              </a:spcBef>
              <a:spcAft>
                <a:spcPts val="0"/>
              </a:spcAft>
              <a:buClr>
                <a:srgbClr val="595959"/>
              </a:buClr>
              <a:buSzPts val="1100"/>
              <a:buChar char="○"/>
            </a:pPr>
            <a:r>
              <a:rPr lang="en" sz="1100"/>
              <a:t>Not retakeable or makeupable unless you have an excused absence</a:t>
            </a:r>
            <a:endParaRPr sz="1100"/>
          </a:p>
          <a:p>
            <a:pPr indent="-298450" lvl="1" marL="914400" rtl="0" algn="l">
              <a:lnSpc>
                <a:spcPct val="115000"/>
              </a:lnSpc>
              <a:spcBef>
                <a:spcPts val="0"/>
              </a:spcBef>
              <a:spcAft>
                <a:spcPts val="0"/>
              </a:spcAft>
              <a:buClr>
                <a:srgbClr val="595959"/>
              </a:buClr>
              <a:buSzPts val="1100"/>
              <a:buChar char="○"/>
            </a:pPr>
            <a:r>
              <a:rPr lang="en" sz="1100"/>
              <a:t>Your lowest 2 per semester will be dropped</a:t>
            </a:r>
            <a:endParaRPr sz="1100"/>
          </a:p>
        </p:txBody>
      </p:sp>
      <p:sp>
        <p:nvSpPr>
          <p:cNvPr id="2915" name="Google Shape;2915;p188"/>
          <p:cNvSpPr txBox="1"/>
          <p:nvPr/>
        </p:nvSpPr>
        <p:spPr>
          <a:xfrm>
            <a:off x="4751850" y="1841775"/>
            <a:ext cx="4289400" cy="1803000"/>
          </a:xfrm>
          <a:prstGeom prst="rect">
            <a:avLst/>
          </a:prstGeom>
          <a:solidFill>
            <a:schemeClr val="accent5"/>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600" u="sng">
                <a:solidFill>
                  <a:schemeClr val="dk1"/>
                </a:solidFill>
                <a:latin typeface="Verdana"/>
                <a:ea typeface="Verdana"/>
                <a:cs typeface="Verdana"/>
                <a:sym typeface="Verdana"/>
              </a:rPr>
              <a:t>Grades are weighted as follows:</a:t>
            </a:r>
            <a:r>
              <a:rPr lang="en" sz="1600" u="sng">
                <a:solidFill>
                  <a:schemeClr val="dk1"/>
                </a:solidFill>
                <a:latin typeface="Verdana"/>
                <a:ea typeface="Verdana"/>
                <a:cs typeface="Verdana"/>
                <a:sym typeface="Verdana"/>
              </a:rPr>
              <a:t> </a:t>
            </a:r>
            <a:endParaRPr sz="1600" u="sng">
              <a:solidFill>
                <a:schemeClr val="dk1"/>
              </a:solidFill>
              <a:latin typeface="Verdana"/>
              <a:ea typeface="Verdana"/>
              <a:cs typeface="Verdana"/>
              <a:sym typeface="Verdana"/>
            </a:endParaRPr>
          </a:p>
          <a:p>
            <a:pPr indent="-317500" lvl="0" marL="457200" rtl="0" algn="l">
              <a:lnSpc>
                <a:spcPct val="115000"/>
              </a:lnSpc>
              <a:spcBef>
                <a:spcPts val="1000"/>
              </a:spcBef>
              <a:spcAft>
                <a:spcPts val="0"/>
              </a:spcAft>
              <a:buClr>
                <a:schemeClr val="dk1"/>
              </a:buClr>
              <a:buSzPts val="1400"/>
              <a:buFont typeface="Verdana"/>
              <a:buChar char="●"/>
            </a:pPr>
            <a:r>
              <a:rPr lang="en">
                <a:solidFill>
                  <a:schemeClr val="dk1"/>
                </a:solidFill>
                <a:latin typeface="Verdana"/>
                <a:ea typeface="Verdana"/>
                <a:cs typeface="Verdana"/>
                <a:sym typeface="Verdana"/>
              </a:rPr>
              <a:t>Checkups</a:t>
            </a:r>
            <a:r>
              <a:rPr lang="en">
                <a:solidFill>
                  <a:schemeClr val="dk1"/>
                </a:solidFill>
                <a:latin typeface="Verdana"/>
                <a:ea typeface="Verdana"/>
                <a:cs typeface="Verdana"/>
                <a:sym typeface="Verdana"/>
              </a:rPr>
              <a:t> = 15% </a:t>
            </a:r>
            <a:endParaRPr>
              <a:solidFill>
                <a:schemeClr val="dk1"/>
              </a:solidFill>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Quality Assignments = 20%</a:t>
            </a:r>
            <a:endParaRPr>
              <a:solidFill>
                <a:schemeClr val="dk1"/>
              </a:solidFill>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Quizzes/Exams = 45%</a:t>
            </a:r>
            <a:endParaRPr>
              <a:solidFill>
                <a:schemeClr val="dk1"/>
              </a:solidFill>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Font typeface="Verdana"/>
              <a:buChar char="●"/>
            </a:pPr>
            <a:r>
              <a:rPr lang="en">
                <a:solidFill>
                  <a:schemeClr val="dk1"/>
                </a:solidFill>
                <a:latin typeface="Verdana"/>
                <a:ea typeface="Verdana"/>
                <a:cs typeface="Verdana"/>
                <a:sym typeface="Verdana"/>
              </a:rPr>
              <a:t>Final Exam = 20%</a:t>
            </a:r>
            <a:endParaRPr>
              <a:solidFill>
                <a:schemeClr val="dk1"/>
              </a:solidFill>
              <a:latin typeface="Verdana"/>
              <a:ea typeface="Verdana"/>
              <a:cs typeface="Verdana"/>
              <a:sym typeface="Verdana"/>
            </a:endParaRPr>
          </a:p>
          <a:p>
            <a:pPr indent="0" lvl="0" marL="457200" rtl="0" algn="l">
              <a:lnSpc>
                <a:spcPct val="115000"/>
              </a:lnSpc>
              <a:spcBef>
                <a:spcPts val="0"/>
              </a:spcBef>
              <a:spcAft>
                <a:spcPts val="0"/>
              </a:spcAft>
              <a:buNone/>
            </a:pPr>
            <a:r>
              <a:t/>
            </a:r>
            <a:endParaRPr>
              <a:solidFill>
                <a:schemeClr val="dk1"/>
              </a:solidFill>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9" name="Shape 2919"/>
        <p:cNvGrpSpPr/>
        <p:nvPr/>
      </p:nvGrpSpPr>
      <p:grpSpPr>
        <a:xfrm>
          <a:off x="0" y="0"/>
          <a:ext cx="0" cy="0"/>
          <a:chOff x="0" y="0"/>
          <a:chExt cx="0" cy="0"/>
        </a:xfrm>
      </p:grpSpPr>
      <p:sp>
        <p:nvSpPr>
          <p:cNvPr id="2920" name="Google Shape;2920;p189"/>
          <p:cNvSpPr txBox="1"/>
          <p:nvPr>
            <p:ph type="title"/>
          </p:nvPr>
        </p:nvSpPr>
        <p:spPr>
          <a:xfrm>
            <a:off x="720300" y="452325"/>
            <a:ext cx="770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Homework</a:t>
            </a:r>
            <a:endParaRPr/>
          </a:p>
        </p:txBody>
      </p:sp>
      <p:sp>
        <p:nvSpPr>
          <p:cNvPr id="2921" name="Google Shape;2921;p189"/>
          <p:cNvSpPr txBox="1"/>
          <p:nvPr/>
        </p:nvSpPr>
        <p:spPr>
          <a:xfrm>
            <a:off x="397800" y="1185950"/>
            <a:ext cx="83484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000000"/>
              </a:buClr>
              <a:buSzPts val="1800"/>
              <a:buChar char="●"/>
            </a:pPr>
            <a:r>
              <a:rPr lang="en" sz="1800"/>
              <a:t>Expect to have approx 15-30 mins of homework per night</a:t>
            </a:r>
            <a:endParaRPr sz="1800"/>
          </a:p>
          <a:p>
            <a:pPr indent="-317500" lvl="1" marL="914400" rtl="0" algn="l">
              <a:lnSpc>
                <a:spcPct val="115000"/>
              </a:lnSpc>
              <a:spcBef>
                <a:spcPts val="0"/>
              </a:spcBef>
              <a:spcAft>
                <a:spcPts val="0"/>
              </a:spcAft>
              <a:buClr>
                <a:srgbClr val="000000"/>
              </a:buClr>
              <a:buSzPts val="1400"/>
              <a:buChar char="○"/>
            </a:pPr>
            <a:r>
              <a:rPr lang="en" sz="1800"/>
              <a:t>This is based on focused homework time, not multitasking</a:t>
            </a:r>
            <a:endParaRPr sz="1800"/>
          </a:p>
          <a:p>
            <a:pPr indent="-342900" lvl="0" marL="457200" rtl="0" algn="l">
              <a:lnSpc>
                <a:spcPct val="115000"/>
              </a:lnSpc>
              <a:spcBef>
                <a:spcPts val="0"/>
              </a:spcBef>
              <a:spcAft>
                <a:spcPts val="0"/>
              </a:spcAft>
              <a:buClr>
                <a:srgbClr val="000000"/>
              </a:buClr>
              <a:buSzPts val="1800"/>
              <a:buChar char="●"/>
            </a:pPr>
            <a:r>
              <a:rPr lang="en" sz="1800"/>
              <a:t>Homework is not checked or </a:t>
            </a:r>
            <a:r>
              <a:rPr lang="en" sz="1800"/>
              <a:t>graded directly, however you will be assessed on it via the checkups</a:t>
            </a:r>
            <a:endParaRPr sz="1800"/>
          </a:p>
          <a:p>
            <a:pPr indent="-342900" lvl="0" marL="457200" rtl="0" algn="l">
              <a:lnSpc>
                <a:spcPct val="115000"/>
              </a:lnSpc>
              <a:spcBef>
                <a:spcPts val="0"/>
              </a:spcBef>
              <a:spcAft>
                <a:spcPts val="0"/>
              </a:spcAft>
              <a:buClr>
                <a:srgbClr val="000000"/>
              </a:buClr>
              <a:buSzPts val="1800"/>
              <a:buChar char="●"/>
            </a:pPr>
            <a:r>
              <a:rPr lang="en" sz="1800"/>
              <a:t>If you have spent more than one hour of focused time on an assignment and are still struggling to finish or understand it you can email your teacher and then come to get help during the next tutorial</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5" name="Shape 2925"/>
        <p:cNvGrpSpPr/>
        <p:nvPr/>
      </p:nvGrpSpPr>
      <p:grpSpPr>
        <a:xfrm>
          <a:off x="0" y="0"/>
          <a:ext cx="0" cy="0"/>
          <a:chOff x="0" y="0"/>
          <a:chExt cx="0" cy="0"/>
        </a:xfrm>
      </p:grpSpPr>
      <p:sp>
        <p:nvSpPr>
          <p:cNvPr id="2926" name="Google Shape;2926;p190"/>
          <p:cNvSpPr txBox="1"/>
          <p:nvPr>
            <p:ph idx="1" type="subTitle"/>
          </p:nvPr>
        </p:nvSpPr>
        <p:spPr>
          <a:xfrm>
            <a:off x="4845450" y="1153675"/>
            <a:ext cx="4039500" cy="1009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595959"/>
              </a:buClr>
              <a:buSzPts val="1100"/>
              <a:buFont typeface="Lexend Deca"/>
              <a:buAutoNum type="arabicPeriod"/>
            </a:pPr>
            <a:r>
              <a:t/>
            </a:r>
            <a:endParaRPr sz="1100">
              <a:latin typeface="Lexend Deca"/>
              <a:ea typeface="Lexend Deca"/>
              <a:cs typeface="Lexend Deca"/>
              <a:sym typeface="Lexend Deca"/>
            </a:endParaRPr>
          </a:p>
        </p:txBody>
      </p:sp>
      <p:sp>
        <p:nvSpPr>
          <p:cNvPr id="2927" name="Google Shape;2927;p190"/>
          <p:cNvSpPr txBox="1"/>
          <p:nvPr>
            <p:ph type="title"/>
          </p:nvPr>
        </p:nvSpPr>
        <p:spPr>
          <a:xfrm>
            <a:off x="5803100" y="-277975"/>
            <a:ext cx="3237600" cy="2634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grpSp>
        <p:nvGrpSpPr>
          <p:cNvPr id="2928" name="Google Shape;2928;p190"/>
          <p:cNvGrpSpPr/>
          <p:nvPr/>
        </p:nvGrpSpPr>
        <p:grpSpPr>
          <a:xfrm>
            <a:off x="7993099" y="-35426"/>
            <a:ext cx="756849" cy="756849"/>
            <a:chOff x="3796125" y="-35750"/>
            <a:chExt cx="773400" cy="773400"/>
          </a:xfrm>
        </p:grpSpPr>
        <p:sp>
          <p:nvSpPr>
            <p:cNvPr id="2929" name="Google Shape;2929;p19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9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1" name="Google Shape;2931;p190"/>
          <p:cNvGrpSpPr/>
          <p:nvPr/>
        </p:nvGrpSpPr>
        <p:grpSpPr>
          <a:xfrm flipH="1" rot="10800000">
            <a:off x="4570331" y="103037"/>
            <a:ext cx="1413169" cy="800673"/>
            <a:chOff x="3467026" y="90021"/>
            <a:chExt cx="2493241" cy="1412619"/>
          </a:xfrm>
        </p:grpSpPr>
        <p:grpSp>
          <p:nvGrpSpPr>
            <p:cNvPr id="2932" name="Google Shape;2932;p190"/>
            <p:cNvGrpSpPr/>
            <p:nvPr/>
          </p:nvGrpSpPr>
          <p:grpSpPr>
            <a:xfrm>
              <a:off x="3467026" y="259199"/>
              <a:ext cx="835891" cy="835891"/>
              <a:chOff x="3796125" y="-35750"/>
              <a:chExt cx="773400" cy="773400"/>
            </a:xfrm>
          </p:grpSpPr>
          <p:sp>
            <p:nvSpPr>
              <p:cNvPr id="2933" name="Google Shape;2933;p19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190"/>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35" name="Google Shape;2935;p190"/>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936" name="Google Shape;2936;p190"/>
            <p:cNvGrpSpPr/>
            <p:nvPr/>
          </p:nvGrpSpPr>
          <p:grpSpPr>
            <a:xfrm>
              <a:off x="4724445" y="90021"/>
              <a:ext cx="576724" cy="576724"/>
              <a:chOff x="3796125" y="-35750"/>
              <a:chExt cx="773400" cy="773400"/>
            </a:xfrm>
          </p:grpSpPr>
          <p:sp>
            <p:nvSpPr>
              <p:cNvPr id="2937" name="Google Shape;2937;p19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190"/>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39" name="Google Shape;2939;p190"/>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940" name="Google Shape;2940;p190"/>
            <p:cNvGrpSpPr/>
            <p:nvPr/>
          </p:nvGrpSpPr>
          <p:grpSpPr>
            <a:xfrm>
              <a:off x="5124376" y="666749"/>
              <a:ext cx="835891" cy="835891"/>
              <a:chOff x="3796125" y="-35750"/>
              <a:chExt cx="773400" cy="773400"/>
            </a:xfrm>
          </p:grpSpPr>
          <p:sp>
            <p:nvSpPr>
              <p:cNvPr id="2941" name="Google Shape;2941;p19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90"/>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943" name="Google Shape;2943;p190"/>
          <p:cNvPicPr preferRelativeResize="0"/>
          <p:nvPr/>
        </p:nvPicPr>
        <p:blipFill rotWithShape="1">
          <a:blip r:embed="rId3">
            <a:alphaModFix/>
          </a:blip>
          <a:srcRect b="0" l="4233" r="21890" t="0"/>
          <a:stretch/>
        </p:blipFill>
        <p:spPr>
          <a:xfrm>
            <a:off x="1096577" y="677625"/>
            <a:ext cx="2803475" cy="3794675"/>
          </a:xfrm>
          <a:prstGeom prst="rect">
            <a:avLst/>
          </a:prstGeom>
          <a:noFill/>
          <a:ln>
            <a:noFill/>
          </a:ln>
        </p:spPr>
      </p:pic>
      <p:pic>
        <p:nvPicPr>
          <p:cNvPr id="2944" name="Google Shape;2944;p190"/>
          <p:cNvPicPr preferRelativeResize="0"/>
          <p:nvPr/>
        </p:nvPicPr>
        <p:blipFill rotWithShape="1">
          <a:blip r:embed="rId4">
            <a:alphaModFix/>
          </a:blip>
          <a:srcRect b="0" l="23403" r="22659" t="0"/>
          <a:stretch/>
        </p:blipFill>
        <p:spPr>
          <a:xfrm>
            <a:off x="1161700" y="725675"/>
            <a:ext cx="2683900" cy="3794674"/>
          </a:xfrm>
          <a:prstGeom prst="rect">
            <a:avLst/>
          </a:prstGeom>
          <a:noFill/>
          <a:ln>
            <a:noFill/>
          </a:ln>
        </p:spPr>
      </p:pic>
      <p:grpSp>
        <p:nvGrpSpPr>
          <p:cNvPr id="2945" name="Google Shape;2945;p190"/>
          <p:cNvGrpSpPr/>
          <p:nvPr/>
        </p:nvGrpSpPr>
        <p:grpSpPr>
          <a:xfrm>
            <a:off x="997959" y="539412"/>
            <a:ext cx="3000711" cy="4064752"/>
            <a:chOff x="2641950" y="3481825"/>
            <a:chExt cx="469125" cy="635475"/>
          </a:xfrm>
        </p:grpSpPr>
        <p:sp>
          <p:nvSpPr>
            <p:cNvPr id="2946" name="Google Shape;2946;p190"/>
            <p:cNvSpPr/>
            <p:nvPr/>
          </p:nvSpPr>
          <p:spPr>
            <a:xfrm>
              <a:off x="2641950" y="3481825"/>
              <a:ext cx="469125" cy="635475"/>
            </a:xfrm>
            <a:custGeom>
              <a:rect b="b" l="l" r="r" t="t"/>
              <a:pathLst>
                <a:path extrusionOk="0" h="25419" w="18765">
                  <a:moveTo>
                    <a:pt x="17861" y="1055"/>
                  </a:moveTo>
                  <a:lnTo>
                    <a:pt x="17861" y="24364"/>
                  </a:lnTo>
                  <a:lnTo>
                    <a:pt x="896" y="24364"/>
                  </a:lnTo>
                  <a:lnTo>
                    <a:pt x="896" y="1055"/>
                  </a:lnTo>
                  <a:close/>
                  <a:moveTo>
                    <a:pt x="419" y="1"/>
                  </a:moveTo>
                  <a:cubicBezTo>
                    <a:pt x="185" y="1"/>
                    <a:pt x="1" y="193"/>
                    <a:pt x="1" y="428"/>
                  </a:cubicBezTo>
                  <a:lnTo>
                    <a:pt x="1" y="24992"/>
                  </a:lnTo>
                  <a:cubicBezTo>
                    <a:pt x="1" y="25226"/>
                    <a:pt x="185" y="25418"/>
                    <a:pt x="419" y="25418"/>
                  </a:cubicBezTo>
                  <a:lnTo>
                    <a:pt x="18338" y="25418"/>
                  </a:lnTo>
                  <a:cubicBezTo>
                    <a:pt x="18572" y="25418"/>
                    <a:pt x="18764" y="25226"/>
                    <a:pt x="18764" y="24992"/>
                  </a:cubicBezTo>
                  <a:lnTo>
                    <a:pt x="18764" y="428"/>
                  </a:lnTo>
                  <a:cubicBezTo>
                    <a:pt x="18764" y="193"/>
                    <a:pt x="18572" y="1"/>
                    <a:pt x="183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90"/>
            <p:cNvSpPr/>
            <p:nvPr/>
          </p:nvSpPr>
          <p:spPr>
            <a:xfrm>
              <a:off x="2872325" y="3491050"/>
              <a:ext cx="8175" cy="7975"/>
            </a:xfrm>
            <a:custGeom>
              <a:rect b="b" l="l" r="r" t="t"/>
              <a:pathLst>
                <a:path extrusionOk="0" h="319" w="327">
                  <a:moveTo>
                    <a:pt x="168" y="0"/>
                  </a:moveTo>
                  <a:cubicBezTo>
                    <a:pt x="75" y="0"/>
                    <a:pt x="0" y="76"/>
                    <a:pt x="0" y="159"/>
                  </a:cubicBezTo>
                  <a:cubicBezTo>
                    <a:pt x="0" y="251"/>
                    <a:pt x="75" y="318"/>
                    <a:pt x="168" y="318"/>
                  </a:cubicBezTo>
                  <a:cubicBezTo>
                    <a:pt x="251" y="318"/>
                    <a:pt x="327" y="251"/>
                    <a:pt x="327" y="159"/>
                  </a:cubicBezTo>
                  <a:cubicBezTo>
                    <a:pt x="327" y="76"/>
                    <a:pt x="251" y="0"/>
                    <a:pt x="16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8" name="Google Shape;2948;p190"/>
          <p:cNvSpPr/>
          <p:nvPr/>
        </p:nvSpPr>
        <p:spPr>
          <a:xfrm>
            <a:off x="3520774" y="404121"/>
            <a:ext cx="1764756" cy="640053"/>
          </a:xfrm>
          <a:custGeom>
            <a:rect b="b" l="l" r="r" t="t"/>
            <a:pathLst>
              <a:path extrusionOk="0" h="38569" w="83976">
                <a:moveTo>
                  <a:pt x="28830" y="0"/>
                </a:moveTo>
                <a:cubicBezTo>
                  <a:pt x="25275" y="0"/>
                  <a:pt x="21679" y="966"/>
                  <a:pt x="18444" y="2493"/>
                </a:cubicBezTo>
                <a:cubicBezTo>
                  <a:pt x="12264" y="5410"/>
                  <a:pt x="7061" y="10363"/>
                  <a:pt x="3858" y="16411"/>
                </a:cubicBezTo>
                <a:cubicBezTo>
                  <a:pt x="1299" y="21245"/>
                  <a:pt x="1" y="31294"/>
                  <a:pt x="132" y="38569"/>
                </a:cubicBezTo>
                <a:lnTo>
                  <a:pt x="83976" y="38569"/>
                </a:lnTo>
                <a:cubicBezTo>
                  <a:pt x="82748" y="36249"/>
                  <a:pt x="80081" y="34802"/>
                  <a:pt x="77461" y="34802"/>
                </a:cubicBezTo>
                <a:cubicBezTo>
                  <a:pt x="76397" y="34802"/>
                  <a:pt x="75340" y="35041"/>
                  <a:pt x="74391" y="35557"/>
                </a:cubicBezTo>
                <a:cubicBezTo>
                  <a:pt x="73700" y="29877"/>
                  <a:pt x="71117" y="24281"/>
                  <a:pt x="66616" y="20721"/>
                </a:cubicBezTo>
                <a:cubicBezTo>
                  <a:pt x="63732" y="18434"/>
                  <a:pt x="60028" y="17120"/>
                  <a:pt x="56374" y="17120"/>
                </a:cubicBezTo>
                <a:cubicBezTo>
                  <a:pt x="54341" y="17120"/>
                  <a:pt x="52323" y="17527"/>
                  <a:pt x="50471" y="18400"/>
                </a:cubicBezTo>
                <a:cubicBezTo>
                  <a:pt x="48590" y="14756"/>
                  <a:pt x="46649" y="11113"/>
                  <a:pt x="44042" y="7922"/>
                </a:cubicBezTo>
                <a:cubicBezTo>
                  <a:pt x="41434" y="4755"/>
                  <a:pt x="38113" y="2064"/>
                  <a:pt x="34207" y="814"/>
                </a:cubicBezTo>
                <a:cubicBezTo>
                  <a:pt x="32461" y="254"/>
                  <a:pt x="30651" y="0"/>
                  <a:pt x="2883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9" name="Google Shape;2949;p190"/>
          <p:cNvGrpSpPr/>
          <p:nvPr/>
        </p:nvGrpSpPr>
        <p:grpSpPr>
          <a:xfrm>
            <a:off x="-50044" y="2961962"/>
            <a:ext cx="1675428" cy="1959815"/>
            <a:chOff x="-265869" y="3002012"/>
            <a:chExt cx="1675428" cy="1959815"/>
          </a:xfrm>
        </p:grpSpPr>
        <p:grpSp>
          <p:nvGrpSpPr>
            <p:cNvPr id="2950" name="Google Shape;2950;p190"/>
            <p:cNvGrpSpPr/>
            <p:nvPr/>
          </p:nvGrpSpPr>
          <p:grpSpPr>
            <a:xfrm>
              <a:off x="449383" y="4001652"/>
              <a:ext cx="960176" cy="960176"/>
              <a:chOff x="3796125" y="-35750"/>
              <a:chExt cx="773400" cy="773400"/>
            </a:xfrm>
          </p:grpSpPr>
          <p:sp>
            <p:nvSpPr>
              <p:cNvPr id="2951" name="Google Shape;2951;p19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90"/>
              <p:cNvSpPr/>
              <p:nvPr/>
            </p:nvSpPr>
            <p:spPr>
              <a:xfrm rot="301067">
                <a:off x="3918082" y="92788"/>
                <a:ext cx="257035" cy="222951"/>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3" name="Google Shape;2953;p190"/>
            <p:cNvGrpSpPr/>
            <p:nvPr/>
          </p:nvGrpSpPr>
          <p:grpSpPr>
            <a:xfrm flipH="1">
              <a:off x="-265869" y="3002012"/>
              <a:ext cx="1413169" cy="800673"/>
              <a:chOff x="3467026" y="90021"/>
              <a:chExt cx="2493241" cy="1412619"/>
            </a:xfrm>
          </p:grpSpPr>
          <p:grpSp>
            <p:nvGrpSpPr>
              <p:cNvPr id="2954" name="Google Shape;2954;p190"/>
              <p:cNvGrpSpPr/>
              <p:nvPr/>
            </p:nvGrpSpPr>
            <p:grpSpPr>
              <a:xfrm>
                <a:off x="3467026" y="259199"/>
                <a:ext cx="835891" cy="835891"/>
                <a:chOff x="3796125" y="-35750"/>
                <a:chExt cx="773400" cy="773400"/>
              </a:xfrm>
            </p:grpSpPr>
            <p:sp>
              <p:nvSpPr>
                <p:cNvPr id="2955" name="Google Shape;2955;p19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90"/>
                <p:cNvSpPr/>
                <p:nvPr/>
              </p:nvSpPr>
              <p:spPr>
                <a:xfrm rot="-5669579">
                  <a:off x="3906531" y="380700"/>
                  <a:ext cx="257038" cy="222948"/>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57" name="Google Shape;2957;p190"/>
              <p:cNvCxnSpPr/>
              <p:nvPr/>
            </p:nvCxnSpPr>
            <p:spPr>
              <a:xfrm flipH="1" rot="10800000">
                <a:off x="4029075" y="352350"/>
                <a:ext cx="1095300" cy="314400"/>
              </a:xfrm>
              <a:prstGeom prst="straightConnector1">
                <a:avLst/>
              </a:prstGeom>
              <a:noFill/>
              <a:ln cap="rnd" cmpd="sng" w="28575">
                <a:solidFill>
                  <a:schemeClr val="accent5"/>
                </a:solidFill>
                <a:prstDash val="solid"/>
                <a:round/>
                <a:headEnd len="med" w="med" type="none"/>
                <a:tailEnd len="med" w="med" type="none"/>
              </a:ln>
            </p:spPr>
          </p:cxnSp>
          <p:grpSp>
            <p:nvGrpSpPr>
              <p:cNvPr id="2958" name="Google Shape;2958;p190"/>
              <p:cNvGrpSpPr/>
              <p:nvPr/>
            </p:nvGrpSpPr>
            <p:grpSpPr>
              <a:xfrm>
                <a:off x="4724445" y="90021"/>
                <a:ext cx="576724" cy="576724"/>
                <a:chOff x="3796125" y="-35750"/>
                <a:chExt cx="773400" cy="773400"/>
              </a:xfrm>
            </p:grpSpPr>
            <p:sp>
              <p:nvSpPr>
                <p:cNvPr id="2959" name="Google Shape;2959;p190"/>
                <p:cNvSpPr/>
                <p:nvPr/>
              </p:nvSpPr>
              <p:spPr>
                <a:xfrm>
                  <a:off x="3796125" y="-35750"/>
                  <a:ext cx="773400" cy="773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90"/>
                <p:cNvSpPr/>
                <p:nvPr/>
              </p:nvSpPr>
              <p:spPr>
                <a:xfrm rot="-5213359">
                  <a:off x="3901403" y="295076"/>
                  <a:ext cx="257038" cy="222954"/>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61" name="Google Shape;2961;p190"/>
              <p:cNvCxnSpPr/>
              <p:nvPr/>
            </p:nvCxnSpPr>
            <p:spPr>
              <a:xfrm rot="10800000">
                <a:off x="5119650" y="520050"/>
                <a:ext cx="347700" cy="451500"/>
              </a:xfrm>
              <a:prstGeom prst="straightConnector1">
                <a:avLst/>
              </a:prstGeom>
              <a:noFill/>
              <a:ln cap="rnd" cmpd="sng" w="28575">
                <a:solidFill>
                  <a:schemeClr val="accent5"/>
                </a:solidFill>
                <a:prstDash val="solid"/>
                <a:round/>
                <a:headEnd len="med" w="med" type="none"/>
                <a:tailEnd len="med" w="med" type="none"/>
              </a:ln>
            </p:spPr>
          </p:cxnSp>
          <p:grpSp>
            <p:nvGrpSpPr>
              <p:cNvPr id="2962" name="Google Shape;2962;p190"/>
              <p:cNvGrpSpPr/>
              <p:nvPr/>
            </p:nvGrpSpPr>
            <p:grpSpPr>
              <a:xfrm>
                <a:off x="5124376" y="666749"/>
                <a:ext cx="835891" cy="835891"/>
                <a:chOff x="3796125" y="-35750"/>
                <a:chExt cx="773400" cy="773400"/>
              </a:xfrm>
            </p:grpSpPr>
            <p:sp>
              <p:nvSpPr>
                <p:cNvPr id="2963" name="Google Shape;2963;p190"/>
                <p:cNvSpPr/>
                <p:nvPr/>
              </p:nvSpPr>
              <p:spPr>
                <a:xfrm>
                  <a:off x="3796125" y="-35750"/>
                  <a:ext cx="773400" cy="773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90"/>
                <p:cNvSpPr/>
                <p:nvPr/>
              </p:nvSpPr>
              <p:spPr>
                <a:xfrm rot="-5772885">
                  <a:off x="3915516" y="355915"/>
                  <a:ext cx="257036" cy="222952"/>
                </a:xfrm>
                <a:custGeom>
                  <a:rect b="b" l="l" r="r" t="t"/>
                  <a:pathLst>
                    <a:path extrusionOk="0" h="2459" w="2835">
                      <a:moveTo>
                        <a:pt x="1758" y="1"/>
                      </a:moveTo>
                      <a:cubicBezTo>
                        <a:pt x="1525" y="1"/>
                        <a:pt x="1293" y="53"/>
                        <a:pt x="1084" y="154"/>
                      </a:cubicBezTo>
                      <a:cubicBezTo>
                        <a:pt x="572" y="381"/>
                        <a:pt x="203" y="857"/>
                        <a:pt x="72" y="1393"/>
                      </a:cubicBezTo>
                      <a:cubicBezTo>
                        <a:pt x="13" y="1631"/>
                        <a:pt x="1" y="1881"/>
                        <a:pt x="108" y="2107"/>
                      </a:cubicBezTo>
                      <a:cubicBezTo>
                        <a:pt x="246" y="2330"/>
                        <a:pt x="507" y="2458"/>
                        <a:pt x="773" y="2458"/>
                      </a:cubicBezTo>
                      <a:cubicBezTo>
                        <a:pt x="805" y="2458"/>
                        <a:pt x="838" y="2456"/>
                        <a:pt x="870" y="2452"/>
                      </a:cubicBezTo>
                      <a:cubicBezTo>
                        <a:pt x="1168" y="2440"/>
                        <a:pt x="1441" y="2297"/>
                        <a:pt x="1691" y="2131"/>
                      </a:cubicBezTo>
                      <a:cubicBezTo>
                        <a:pt x="2299" y="1714"/>
                        <a:pt x="2834" y="1000"/>
                        <a:pt x="2644" y="285"/>
                      </a:cubicBezTo>
                      <a:cubicBezTo>
                        <a:pt x="2385" y="94"/>
                        <a:pt x="2071" y="1"/>
                        <a:pt x="17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2965" name="Google Shape;2965;p190"/>
          <p:cNvSpPr/>
          <p:nvPr/>
        </p:nvSpPr>
        <p:spPr>
          <a:xfrm rot="-100288">
            <a:off x="4020298" y="424680"/>
            <a:ext cx="4474004" cy="4955693"/>
          </a:xfrm>
          <a:prstGeom prst="roundRect">
            <a:avLst>
              <a:gd fmla="val 24991" name="adj"/>
            </a:avLst>
          </a:prstGeom>
          <a:solidFill>
            <a:schemeClr val="accent5"/>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sz="700">
              <a:latin typeface="Lexend Deca"/>
              <a:ea typeface="Lexend Deca"/>
              <a:cs typeface="Lexend Deca"/>
              <a:sym typeface="Lexend Deca"/>
            </a:endParaRPr>
          </a:p>
          <a:p>
            <a:pPr indent="-273050" lvl="0" marL="457200" rtl="0" algn="l">
              <a:lnSpc>
                <a:spcPct val="115000"/>
              </a:lnSpc>
              <a:spcBef>
                <a:spcPts val="1200"/>
              </a:spcBef>
              <a:spcAft>
                <a:spcPts val="0"/>
              </a:spcAft>
              <a:buClr>
                <a:srgbClr val="000000"/>
              </a:buClr>
              <a:buSzPts val="700"/>
              <a:buFont typeface="Lexend Deca"/>
              <a:buAutoNum type="arabicPeriod"/>
            </a:pPr>
            <a:r>
              <a:rPr lang="en" sz="700">
                <a:latin typeface="Lexend Deca"/>
                <a:ea typeface="Lexend Deca"/>
                <a:cs typeface="Lexend Deca"/>
                <a:sym typeface="Lexend Deca"/>
              </a:rPr>
              <a:t>Note taking skills</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Reading comprehension</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Annotation</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Writing</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Be clear and concise</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Academic vocabulary</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Practice using correct and accurate scientific and academic terminology</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Argumentation</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Practice CER style scientific argumentation</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Study strategies and test taking skills</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Note taking skills</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Reading comprehension</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Annotation</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Writing</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Be clear and concise</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Academic vocabulary</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Practice using correct and accurate scientific and academic terminology</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Argumentation</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Practice CER style scientific argumentation</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Study strategies and test taking skills</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Note taking skills</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Reading comprehension</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Annotation</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Writing</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Be clear and concise</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Academic vocabulary</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Practice using correct and accurate scientific and academic terminology</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Argumentation</a:t>
            </a:r>
            <a:endParaRPr sz="700">
              <a:latin typeface="Lexend Deca"/>
              <a:ea typeface="Lexend Deca"/>
              <a:cs typeface="Lexend Deca"/>
              <a:sym typeface="Lexend Deca"/>
            </a:endParaRPr>
          </a:p>
          <a:p>
            <a:pPr indent="-273050" lvl="1" marL="914400" rtl="0" algn="l">
              <a:lnSpc>
                <a:spcPct val="115000"/>
              </a:lnSpc>
              <a:spcBef>
                <a:spcPts val="0"/>
              </a:spcBef>
              <a:spcAft>
                <a:spcPts val="0"/>
              </a:spcAft>
              <a:buClr>
                <a:srgbClr val="000000"/>
              </a:buClr>
              <a:buSzPts val="700"/>
              <a:buFont typeface="Lexend Deca"/>
              <a:buAutoNum type="alphaLcPeriod"/>
            </a:pPr>
            <a:r>
              <a:rPr lang="en" sz="700">
                <a:latin typeface="Lexend Deca"/>
                <a:ea typeface="Lexend Deca"/>
                <a:cs typeface="Lexend Deca"/>
                <a:sym typeface="Lexend Deca"/>
              </a:rPr>
              <a:t>Practice CER style scientific argumentation</a:t>
            </a:r>
            <a:endParaRPr sz="700">
              <a:latin typeface="Lexend Deca"/>
              <a:ea typeface="Lexend Deca"/>
              <a:cs typeface="Lexend Deca"/>
              <a:sym typeface="Lexend Deca"/>
            </a:endParaRPr>
          </a:p>
          <a:p>
            <a:pPr indent="-273050" lvl="0" marL="457200" rtl="0" algn="l">
              <a:lnSpc>
                <a:spcPct val="115000"/>
              </a:lnSpc>
              <a:spcBef>
                <a:spcPts val="0"/>
              </a:spcBef>
              <a:spcAft>
                <a:spcPts val="0"/>
              </a:spcAft>
              <a:buClr>
                <a:srgbClr val="000000"/>
              </a:buClr>
              <a:buSzPts val="700"/>
              <a:buFont typeface="Lexend Deca"/>
              <a:buAutoNum type="arabicPeriod"/>
            </a:pPr>
            <a:r>
              <a:rPr lang="en" sz="700">
                <a:latin typeface="Lexend Deca"/>
                <a:ea typeface="Lexend Deca"/>
                <a:cs typeface="Lexend Deca"/>
                <a:sym typeface="Lexend Deca"/>
              </a:rPr>
              <a:t>Study strategies and test taking skills</a:t>
            </a:r>
            <a:endParaRPr sz="700">
              <a:solidFill>
                <a:schemeClr val="dk1"/>
              </a:solidFill>
              <a:latin typeface="Lexend Deca"/>
              <a:ea typeface="Lexend Deca"/>
              <a:cs typeface="Lexend Deca"/>
              <a:sym typeface="Lexend Deca"/>
            </a:endParaRPr>
          </a:p>
        </p:txBody>
      </p:sp>
      <p:sp>
        <p:nvSpPr>
          <p:cNvPr id="2966" name="Google Shape;2966;p190"/>
          <p:cNvSpPr txBox="1"/>
          <p:nvPr/>
        </p:nvSpPr>
        <p:spPr>
          <a:xfrm>
            <a:off x="4570325" y="539400"/>
            <a:ext cx="30000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Lexend Deca"/>
                <a:ea typeface="Lexend Deca"/>
                <a:cs typeface="Lexend Deca"/>
                <a:sym typeface="Lexend Deca"/>
              </a:rPr>
              <a:t>Academic Skills</a:t>
            </a:r>
            <a:endParaRPr b="1" sz="25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b="1" sz="2500">
              <a:solidFill>
                <a:schemeClr val="dk1"/>
              </a:solidFill>
              <a:latin typeface="Lexend Deca"/>
              <a:ea typeface="Lexend Deca"/>
              <a:cs typeface="Lexend Deca"/>
              <a:sym typeface="Lexend Deca"/>
            </a:endParaRPr>
          </a:p>
          <a:p>
            <a:pPr indent="0" lvl="0" marL="0" rtl="0" algn="l">
              <a:spcBef>
                <a:spcPts val="0"/>
              </a:spcBef>
              <a:spcAft>
                <a:spcPts val="0"/>
              </a:spcAft>
              <a:buNone/>
            </a:pPr>
            <a:r>
              <a:t/>
            </a:r>
            <a:endParaRPr b="1" sz="2500">
              <a:solidFill>
                <a:schemeClr val="dk1"/>
              </a:solidFill>
              <a:latin typeface="Lexend Deca"/>
              <a:ea typeface="Lexend Deca"/>
              <a:cs typeface="Lexend Deca"/>
              <a:sym typeface="Lexend Deca"/>
            </a:endParaRPr>
          </a:p>
        </p:txBody>
      </p:sp>
    </p:spTree>
  </p:cSld>
  <p:clrMapOvr>
    <a:masterClrMapping/>
  </p:clrMapOvr>
</p:sld>
</file>

<file path=ppt/theme/theme1.xml><?xml version="1.0" encoding="utf-8"?>
<a:theme xmlns:a="http://schemas.openxmlformats.org/drawingml/2006/main" xmlns:r="http://schemas.openxmlformats.org/officeDocument/2006/relationships" name="Biochemistry Lesson for High School by Slidesgo">
  <a:themeElements>
    <a:clrScheme name="Simple Light">
      <a:dk1>
        <a:srgbClr val="3B343B"/>
      </a:dk1>
      <a:lt1>
        <a:srgbClr val="364E82"/>
      </a:lt1>
      <a:dk2>
        <a:srgbClr val="6582B2"/>
      </a:dk2>
      <a:lt2>
        <a:srgbClr val="C2E1DA"/>
      </a:lt2>
      <a:accent1>
        <a:srgbClr val="FC4C4C"/>
      </a:accent1>
      <a:accent2>
        <a:srgbClr val="FC8782"/>
      </a:accent2>
      <a:accent3>
        <a:srgbClr val="E8C2C1"/>
      </a:accent3>
      <a:accent4>
        <a:srgbClr val="F8E8E1"/>
      </a:accent4>
      <a:accent5>
        <a:srgbClr val="FFFFFF"/>
      </a:accent5>
      <a:accent6>
        <a:srgbClr val="AACCC4"/>
      </a:accent6>
      <a:hlink>
        <a:srgbClr val="3B34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chemistry Lesson for High School by Slidesgo">
  <a:themeElements>
    <a:clrScheme name="Simple Light">
      <a:dk1>
        <a:srgbClr val="3B343B"/>
      </a:dk1>
      <a:lt1>
        <a:srgbClr val="364E82"/>
      </a:lt1>
      <a:dk2>
        <a:srgbClr val="6582B2"/>
      </a:dk2>
      <a:lt2>
        <a:srgbClr val="C2E1DA"/>
      </a:lt2>
      <a:accent1>
        <a:srgbClr val="FC4C4C"/>
      </a:accent1>
      <a:accent2>
        <a:srgbClr val="FC8782"/>
      </a:accent2>
      <a:accent3>
        <a:srgbClr val="E8C2C1"/>
      </a:accent3>
      <a:accent4>
        <a:srgbClr val="F8E8E1"/>
      </a:accent4>
      <a:accent5>
        <a:srgbClr val="FFFFFF"/>
      </a:accent5>
      <a:accent6>
        <a:srgbClr val="AACCC4"/>
      </a:accent6>
      <a:hlink>
        <a:srgbClr val="3B34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iochemistry Lesson for High School by Slidesgo">
  <a:themeElements>
    <a:clrScheme name="Simple Light">
      <a:dk1>
        <a:srgbClr val="3B343B"/>
      </a:dk1>
      <a:lt1>
        <a:srgbClr val="364E82"/>
      </a:lt1>
      <a:dk2>
        <a:srgbClr val="6582B2"/>
      </a:dk2>
      <a:lt2>
        <a:srgbClr val="C2E1DA"/>
      </a:lt2>
      <a:accent1>
        <a:srgbClr val="FC4C4C"/>
      </a:accent1>
      <a:accent2>
        <a:srgbClr val="FC8782"/>
      </a:accent2>
      <a:accent3>
        <a:srgbClr val="E8C2C1"/>
      </a:accent3>
      <a:accent4>
        <a:srgbClr val="F8E8E1"/>
      </a:accent4>
      <a:accent5>
        <a:srgbClr val="FFFFFF"/>
      </a:accent5>
      <a:accent6>
        <a:srgbClr val="AACCC4"/>
      </a:accent6>
      <a:hlink>
        <a:srgbClr val="3B34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Biochemistry Lesson for High School by Slidesgo">
  <a:themeElements>
    <a:clrScheme name="Simple Light">
      <a:dk1>
        <a:srgbClr val="3B343B"/>
      </a:dk1>
      <a:lt1>
        <a:srgbClr val="364E82"/>
      </a:lt1>
      <a:dk2>
        <a:srgbClr val="6582B2"/>
      </a:dk2>
      <a:lt2>
        <a:srgbClr val="C2E1DA"/>
      </a:lt2>
      <a:accent1>
        <a:srgbClr val="FC4C4C"/>
      </a:accent1>
      <a:accent2>
        <a:srgbClr val="FC8782"/>
      </a:accent2>
      <a:accent3>
        <a:srgbClr val="E8C2C1"/>
      </a:accent3>
      <a:accent4>
        <a:srgbClr val="F8E8E1"/>
      </a:accent4>
      <a:accent5>
        <a:srgbClr val="FFFFFF"/>
      </a:accent5>
      <a:accent6>
        <a:srgbClr val="AACCC4"/>
      </a:accent6>
      <a:hlink>
        <a:srgbClr val="3B34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Biochemistry Lesson for High School by Slidesgo">
  <a:themeElements>
    <a:clrScheme name="Simple Light">
      <a:dk1>
        <a:srgbClr val="3B343B"/>
      </a:dk1>
      <a:lt1>
        <a:srgbClr val="364E82"/>
      </a:lt1>
      <a:dk2>
        <a:srgbClr val="6582B2"/>
      </a:dk2>
      <a:lt2>
        <a:srgbClr val="C2E1DA"/>
      </a:lt2>
      <a:accent1>
        <a:srgbClr val="FC4C4C"/>
      </a:accent1>
      <a:accent2>
        <a:srgbClr val="FC8782"/>
      </a:accent2>
      <a:accent3>
        <a:srgbClr val="E8C2C1"/>
      </a:accent3>
      <a:accent4>
        <a:srgbClr val="F8E8E1"/>
      </a:accent4>
      <a:accent5>
        <a:srgbClr val="FFFFFF"/>
      </a:accent5>
      <a:accent6>
        <a:srgbClr val="AACCC4"/>
      </a:accent6>
      <a:hlink>
        <a:srgbClr val="3B34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