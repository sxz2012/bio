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9144000"/>
  <p:notesSz cx="6858000" cy="9144000"/>
  <p:embeddedFontLst>
    <p:embeddedFont>
      <p:font typeface="Century Schoolbook"/>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CenturySchoolbook-regular.fntdata"/><Relationship Id="rId25" Type="http://schemas.openxmlformats.org/officeDocument/2006/relationships/slide" Target="slides/slide19.xml"/><Relationship Id="rId28" Type="http://schemas.openxmlformats.org/officeDocument/2006/relationships/font" Target="fonts/CenturySchoolbook-italic.fntdata"/><Relationship Id="rId27" Type="http://schemas.openxmlformats.org/officeDocument/2006/relationships/font" Target="fonts/CenturySchoolbook-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CenturySchoolbook-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857644c3f9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857644c3f9_0_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2857644c3f9_0_1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8" name="Google Shape;16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169" name="Google Shape;169;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75" name="Google Shape;17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6" name="Google Shape;176;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How can the population overshoot the carrying capacity? Reference “fluctuate” on word wall – tell Ss they should get to know this word.</a:t>
            </a:r>
            <a:endParaRPr/>
          </a:p>
          <a:p>
            <a:pPr indent="0" lvl="0" marL="0" rtl="0" algn="l">
              <a:spcBef>
                <a:spcPts val="0"/>
              </a:spcBef>
              <a:spcAft>
                <a:spcPts val="0"/>
              </a:spcAft>
              <a:buNone/>
            </a:pPr>
            <a:r>
              <a:rPr lang="en-US">
                <a:latin typeface="Arial"/>
                <a:ea typeface="Arial"/>
                <a:cs typeface="Arial"/>
                <a:sym typeface="Arial"/>
              </a:rPr>
              <a:t>What factors could make the population size fluctuate?</a:t>
            </a:r>
            <a:endParaRPr/>
          </a:p>
          <a:p>
            <a:pPr indent="0" lvl="0" marL="0" rtl="0" algn="l">
              <a:spcBef>
                <a:spcPts val="0"/>
              </a:spcBef>
              <a:spcAft>
                <a:spcPts val="0"/>
              </a:spcAft>
              <a:buNone/>
            </a:pPr>
            <a:r>
              <a:rPr lang="en-US">
                <a:latin typeface="Arial"/>
                <a:ea typeface="Arial"/>
                <a:cs typeface="Arial"/>
                <a:sym typeface="Arial"/>
              </a:rPr>
              <a:t>Think at two levels  - population size and carrying capacity itself can change over time.</a:t>
            </a:r>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7af0af9756_1_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2" name="Google Shape;182;g37af0af9756_1_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This is a Disciplinary Core Idea in NGSS!</a:t>
            </a:r>
            <a:endParaRPr/>
          </a:p>
          <a:p>
            <a:pPr indent="0" lvl="0" marL="0" rtl="0" algn="l">
              <a:spcBef>
                <a:spcPts val="360"/>
              </a:spcBef>
              <a:spcAft>
                <a:spcPts val="0"/>
              </a:spcAft>
              <a:buNone/>
            </a:pPr>
            <a:r>
              <a:rPr lang="en-US">
                <a:latin typeface="Arial"/>
                <a:ea typeface="Arial"/>
                <a:cs typeface="Arial"/>
                <a:sym typeface="Arial"/>
              </a:rPr>
              <a:t>Could have students get out Stability and Change LG and see how I wrote this in simpler terms.</a:t>
            </a:r>
            <a:endParaRPr/>
          </a:p>
        </p:txBody>
      </p:sp>
      <p:sp>
        <p:nvSpPr>
          <p:cNvPr id="183" name="Google Shape;183;g37af0af9756_1_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7af0af9756_1_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9" name="Google Shape;189;g37af0af9756_1_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190" name="Google Shape;190;g37af0af9756_1_9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857644c3f9_0_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6" name="Google Shape;196;g2857644c3f9_0_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Contrast extreme changes with modest/moderate disturbance  - seasonal, etc. Diversity generally allows ecosystems to remain relatively stable over time.</a:t>
            </a:r>
            <a:endParaRPr/>
          </a:p>
          <a:p>
            <a:pPr indent="0" lvl="0" marL="0" rtl="0" algn="l">
              <a:spcBef>
                <a:spcPts val="360"/>
              </a:spcBef>
              <a:spcAft>
                <a:spcPts val="0"/>
              </a:spcAft>
              <a:buNone/>
            </a:pPr>
            <a:r>
              <a:rPr lang="en-US">
                <a:latin typeface="Arial"/>
                <a:ea typeface="Arial"/>
                <a:cs typeface="Arial"/>
                <a:sym typeface="Arial"/>
              </a:rPr>
              <a:t>Need some good examples… natural and human (human populations have collapsed more then once due to resource depletion – Easter Island, etc.)</a:t>
            </a:r>
            <a:endParaRPr/>
          </a:p>
          <a:p>
            <a:pPr indent="0" lvl="0" marL="0" rtl="0" algn="l">
              <a:spcBef>
                <a:spcPts val="360"/>
              </a:spcBef>
              <a:spcAft>
                <a:spcPts val="0"/>
              </a:spcAft>
              <a:buNone/>
            </a:pPr>
            <a:r>
              <a:rPr lang="en-US">
                <a:latin typeface="Arial"/>
                <a:ea typeface="Arial"/>
                <a:cs typeface="Arial"/>
                <a:sym typeface="Arial"/>
              </a:rPr>
              <a:t>Example of deer in a forest. Fire changes the forest to a different type of habitat for a long time. Human disturbance/destruction, etc.</a:t>
            </a:r>
            <a:endParaRPr/>
          </a:p>
          <a:p>
            <a:pPr indent="0" lvl="0" marL="0" rtl="0" algn="l">
              <a:spcBef>
                <a:spcPts val="360"/>
              </a:spcBef>
              <a:spcAft>
                <a:spcPts val="0"/>
              </a:spcAft>
              <a:buNone/>
            </a:pPr>
            <a:r>
              <a:rPr lang="en-US">
                <a:latin typeface="Arial"/>
                <a:ea typeface="Arial"/>
                <a:cs typeface="Arial"/>
                <a:sym typeface="Arial"/>
              </a:rPr>
              <a:t>Overlap with CHIPPO, but changes may or may not be caused by humans</a:t>
            </a:r>
            <a:endParaRPr/>
          </a:p>
        </p:txBody>
      </p:sp>
      <p:sp>
        <p:nvSpPr>
          <p:cNvPr id="197" name="Google Shape;197;g2857644c3f9_0_10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ed36ecf229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ed36ecf229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ed36ecf229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ed36ecf229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ged36ecf229_0_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World population in Sep. 2024: about 8 billion!</a:t>
            </a:r>
            <a:endParaRPr/>
          </a:p>
          <a:p>
            <a:pPr indent="0" lvl="0" marL="0" rtl="0" algn="l">
              <a:spcBef>
                <a:spcPts val="360"/>
              </a:spcBef>
              <a:spcAft>
                <a:spcPts val="0"/>
              </a:spcAft>
              <a:buNone/>
            </a:pPr>
            <a:r>
              <a:rPr lang="en-US"/>
              <a:t>Latest estimates are 10-12 billion people by 2100</a:t>
            </a:r>
            <a:endParaRPr/>
          </a:p>
        </p:txBody>
      </p:sp>
      <p:sp>
        <p:nvSpPr>
          <p:cNvPr id="211" name="Google Shape;211;ged36ecf229_0_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857644c3f9_0_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0" name="Google Shape;220;g2857644c3f9_0_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Compare to money: If I spend most/all my money before end of month, I could borrow, steal, use up my savings, or learn to live on less!</a:t>
            </a:r>
            <a:endParaRPr/>
          </a:p>
          <a:p>
            <a:pPr indent="0" lvl="0" marL="0" rtl="0" algn="l">
              <a:spcBef>
                <a:spcPts val="360"/>
              </a:spcBef>
              <a:spcAft>
                <a:spcPts val="0"/>
              </a:spcAft>
              <a:buNone/>
            </a:pPr>
            <a:r>
              <a:rPr lang="en-US"/>
              <a:t>#Movethedate!</a:t>
            </a:r>
            <a:endParaRPr/>
          </a:p>
        </p:txBody>
      </p:sp>
      <p:sp>
        <p:nvSpPr>
          <p:cNvPr id="221" name="Google Shape;221;g2857644c3f9_0_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a:ea typeface="Times"/>
                <a:cs typeface="Times"/>
                <a:sym typeface="Times"/>
              </a:rPr>
              <a:t>‹#›</a:t>
            </a:fld>
            <a:endParaRPr b="0" i="0" sz="1200" u="none" cap="none" strike="noStrike">
              <a:solidFill>
                <a:schemeClr val="dk1"/>
              </a:solidFill>
              <a:latin typeface="Times"/>
              <a:ea typeface="Times"/>
              <a:cs typeface="Times"/>
              <a:sym typeface="Time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7af0af9756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8" name="Google Shape;228;g37af0af9756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Compare to money: If I spend most/all my money before end of month, I could borrow, steal, use up my savings, or learn to live on less!</a:t>
            </a:r>
            <a:endParaRPr/>
          </a:p>
          <a:p>
            <a:pPr indent="0" lvl="0" marL="0" rtl="0" algn="l">
              <a:spcBef>
                <a:spcPts val="360"/>
              </a:spcBef>
              <a:spcAft>
                <a:spcPts val="0"/>
              </a:spcAft>
              <a:buNone/>
            </a:pPr>
            <a:r>
              <a:rPr lang="en-US"/>
              <a:t>#Movethedate!</a:t>
            </a:r>
            <a:endParaRPr/>
          </a:p>
        </p:txBody>
      </p:sp>
      <p:sp>
        <p:nvSpPr>
          <p:cNvPr id="229" name="Google Shape;229;g37af0af9756_1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a:ea typeface="Times"/>
                <a:cs typeface="Times"/>
                <a:sym typeface="Times"/>
              </a:rPr>
              <a:t>‹#›</a:t>
            </a:fld>
            <a:endParaRPr b="0" i="0" sz="1200" u="none" cap="none" strike="noStrike">
              <a:solidFill>
                <a:schemeClr val="dk1"/>
              </a:solidFill>
              <a:latin typeface="Times"/>
              <a:ea typeface="Times"/>
              <a:cs typeface="Times"/>
              <a:sym typeface="Time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7af0af9756_1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5" name="Google Shape;235;g37af0af9756_1_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 Ss discuss each prompt first for better answers.</a:t>
            </a:r>
            <a:endParaRPr/>
          </a:p>
          <a:p>
            <a:pPr indent="0" lvl="0" marL="0" rtl="0" algn="l">
              <a:spcBef>
                <a:spcPts val="360"/>
              </a:spcBef>
              <a:spcAft>
                <a:spcPts val="0"/>
              </a:spcAft>
              <a:buNone/>
            </a:pPr>
            <a:r>
              <a:rPr lang="en-US"/>
              <a:t>What kinds of things influence the size of the carrying capacity? </a:t>
            </a:r>
            <a:r>
              <a:rPr i="1" lang="en-US"/>
              <a:t>availability of resources, distribution, and importantly for humans, quality of life. if all we expect is to just feed everyone the minimum and pack them closely together in almost any conditions, our carrying capacity is probably 25 billion, but if everyone has to have a 4-bedroom home, an acre of land, a great job, a great education, all organic produce, etc, then we’ve already exceeded the ability to provide that for all people.</a:t>
            </a:r>
            <a:endParaRPr/>
          </a:p>
          <a:p>
            <a:pPr indent="0" lvl="0" marL="0" rtl="0" algn="l">
              <a:spcBef>
                <a:spcPts val="360"/>
              </a:spcBef>
              <a:spcAft>
                <a:spcPts val="0"/>
              </a:spcAft>
              <a:buNone/>
            </a:pPr>
            <a:r>
              <a:rPr lang="en-US"/>
              <a:t>Why do scientific estimates of the carrying capacity of the earth for humans vary? </a:t>
            </a:r>
            <a:r>
              <a:rPr i="1" lang="en-US"/>
              <a:t>It depends on the assumptions the scientist is making about quality of life when they make the estimate.  Some people feel we have already exceeded the ethically acceptable carrying capacity because there is famine, disease, war… </a:t>
            </a:r>
            <a:endParaRPr/>
          </a:p>
          <a:p>
            <a:pPr indent="0" lvl="0" marL="0" rtl="0" algn="l">
              <a:spcBef>
                <a:spcPts val="360"/>
              </a:spcBef>
              <a:spcAft>
                <a:spcPts val="0"/>
              </a:spcAft>
              <a:buNone/>
            </a:pPr>
            <a:r>
              <a:rPr lang="en-US"/>
              <a:t>How can humans increase/decrease their carrying capacity? Changes in efficiency/use of resources, along with enough equality that everyone can work together to make smart decisions. Note: Improvements in health care, sanitation, etc. increase lifespan/population/quality of life; they do NOT increase carrying capacity!</a:t>
            </a:r>
            <a:endParaRPr/>
          </a:p>
        </p:txBody>
      </p:sp>
      <p:sp>
        <p:nvSpPr>
          <p:cNvPr id="236" name="Google Shape;236;g37af0af9756_1_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rgbClr val="343437"/>
        </a:solidFill>
      </p:bgPr>
    </p:bg>
    <p:spTree>
      <p:nvGrpSpPr>
        <p:cNvPr id="16" name="Shape 16"/>
        <p:cNvGrpSpPr/>
        <p:nvPr/>
      </p:nvGrpSpPr>
      <p:grpSpPr>
        <a:xfrm>
          <a:off x="0" y="0"/>
          <a:ext cx="0" cy="0"/>
          <a:chOff x="0" y="0"/>
          <a:chExt cx="0" cy="0"/>
        </a:xfrm>
      </p:grpSpPr>
      <p:sp>
        <p:nvSpPr>
          <p:cNvPr id="17" name="Google Shape;17;p2"/>
          <p:cNvSpPr txBox="1"/>
          <p:nvPr>
            <p:ph type="ctrTitle"/>
          </p:nvPr>
        </p:nvSpPr>
        <p:spPr>
          <a:xfrm>
            <a:off x="946404" y="758952"/>
            <a:ext cx="7063740" cy="4041648"/>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Clr>
                <a:schemeClr val="lt1"/>
              </a:buClr>
              <a:buSzPts val="6600"/>
              <a:buFont typeface="Century Schoolbook"/>
              <a:buNone/>
              <a:defRPr sz="6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946404" y="4800600"/>
            <a:ext cx="7063740" cy="1691640"/>
          </a:xfrm>
          <a:prstGeom prst="rect">
            <a:avLst/>
          </a:prstGeom>
          <a:noFill/>
          <a:ln>
            <a:noFill/>
          </a:ln>
        </p:spPr>
        <p:txBody>
          <a:bodyPr anchorCtr="0" anchor="t" bIns="45700" lIns="91425" spcFirstLastPara="1" rIns="91425" wrap="square" tIns="45700">
            <a:noAutofit/>
          </a:bodyPr>
          <a:lstStyle>
            <a:lvl1pPr lvl="0" algn="l">
              <a:lnSpc>
                <a:spcPct val="95000"/>
              </a:lnSpc>
              <a:spcBef>
                <a:spcPts val="1400"/>
              </a:spcBef>
              <a:spcAft>
                <a:spcPts val="0"/>
              </a:spcAft>
              <a:buSzPts val="1600"/>
              <a:buNone/>
              <a:defRPr sz="2000">
                <a:solidFill>
                  <a:srgbClr val="D8D8D8"/>
                </a:solidFill>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2000"/>
              <a:buNone/>
              <a:defRPr sz="20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p:txBody>
      </p:sp>
      <p:sp>
        <p:nvSpPr>
          <p:cNvPr id="19" name="Google Shape;19;p2"/>
          <p:cNvSpPr/>
          <p:nvPr/>
        </p:nvSpPr>
        <p:spPr>
          <a:xfrm>
            <a:off x="0" y="0"/>
            <a:ext cx="342900"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txBox="1"/>
          <p:nvPr>
            <p:ph idx="10" type="dt"/>
          </p:nvPr>
        </p:nvSpPr>
        <p:spPr>
          <a:xfrm rot="-5400000">
            <a:off x="7831456" y="1044178"/>
            <a:ext cx="1904999"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DADAD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1" type="ftr"/>
          </p:nvPr>
        </p:nvSpPr>
        <p:spPr>
          <a:xfrm rot="-5400000">
            <a:off x="6993255" y="4092178"/>
            <a:ext cx="3581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DADAD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2" type="sldNum"/>
          </p:nvPr>
        </p:nvSpPr>
        <p:spPr>
          <a:xfrm>
            <a:off x="8441055" y="6172201"/>
            <a:ext cx="685800" cy="593725"/>
          </a:xfrm>
          <a:prstGeom prst="rect">
            <a:avLst/>
          </a:prstGeom>
          <a:noFill/>
          <a:ln>
            <a:noFill/>
          </a:ln>
        </p:spPr>
        <p:txBody>
          <a:bodyPr anchorCtr="0" anchor="ctr" bIns="45700" lIns="27425" spcFirstLastPara="1" rIns="27425" wrap="square" tIns="45700">
            <a:noAutofit/>
          </a:bodyPr>
          <a:lstStyle>
            <a:lvl1pPr indent="0" lvl="0"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1pPr>
            <a:lvl2pPr indent="0" lvl="1"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2pPr>
            <a:lvl3pPr indent="0" lvl="2"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3pPr>
            <a:lvl4pPr indent="0" lvl="3"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4pPr>
            <a:lvl5pPr indent="0" lvl="4"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5pPr>
            <a:lvl6pPr indent="0" lvl="5"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6pPr>
            <a:lvl7pPr indent="0" lvl="6"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7pPr>
            <a:lvl8pPr indent="0" lvl="7"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8pPr>
            <a:lvl9pPr indent="0" lvl="8"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1043490" y="1027664"/>
            <a:ext cx="7024800" cy="11430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Clr>
                <a:schemeClr val="accent1"/>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5" name="Google Shape;25;p3"/>
          <p:cNvSpPr txBox="1"/>
          <p:nvPr>
            <p:ph idx="1" type="body"/>
          </p:nvPr>
        </p:nvSpPr>
        <p:spPr>
          <a:xfrm>
            <a:off x="1043492" y="2323652"/>
            <a:ext cx="6777300" cy="3509100"/>
          </a:xfrm>
          <a:prstGeom prst="rect">
            <a:avLst/>
          </a:prstGeom>
          <a:noFill/>
          <a:ln>
            <a:noFill/>
          </a:ln>
        </p:spPr>
        <p:txBody>
          <a:bodyPr anchorCtr="0" anchor="t" bIns="45700" lIns="91425" spcFirstLastPara="1" rIns="91425" wrap="square" tIns="45700">
            <a:noAutofit/>
          </a:bodyPr>
          <a:lstStyle>
            <a:lvl1pPr indent="-315468" lvl="0" marL="457200" rtl="0" algn="l">
              <a:spcBef>
                <a:spcPts val="360"/>
              </a:spcBef>
              <a:spcAft>
                <a:spcPts val="0"/>
              </a:spcAft>
              <a:buSzPts val="1368"/>
              <a:buChar char="•"/>
              <a:defRPr/>
            </a:lvl1pPr>
            <a:lvl2pPr indent="-315468" lvl="1" marL="914400" rtl="0" algn="l">
              <a:spcBef>
                <a:spcPts val="360"/>
              </a:spcBef>
              <a:spcAft>
                <a:spcPts val="0"/>
              </a:spcAft>
              <a:buSzPts val="1368"/>
              <a:buChar char="●"/>
              <a:defRPr/>
            </a:lvl2pPr>
            <a:lvl3pPr indent="-315468" lvl="2" marL="1371600" rtl="0" algn="l">
              <a:spcBef>
                <a:spcPts val="360"/>
              </a:spcBef>
              <a:spcAft>
                <a:spcPts val="0"/>
              </a:spcAft>
              <a:buSzPts val="1368"/>
              <a:buChar char="●"/>
              <a:defRPr/>
            </a:lvl3pPr>
            <a:lvl4pPr indent="-315468" lvl="3" marL="1828800" rtl="0" algn="l">
              <a:spcBef>
                <a:spcPts val="360"/>
              </a:spcBef>
              <a:spcAft>
                <a:spcPts val="0"/>
              </a:spcAft>
              <a:buSzPts val="1368"/>
              <a:buChar char="●"/>
              <a:defRPr/>
            </a:lvl4pPr>
            <a:lvl5pPr indent="-315468" lvl="4" marL="2286000" rtl="0" algn="l">
              <a:spcBef>
                <a:spcPts val="360"/>
              </a:spcBef>
              <a:spcAft>
                <a:spcPts val="0"/>
              </a:spcAft>
              <a:buSzPts val="1368"/>
              <a:buChar char="●"/>
              <a:defRPr/>
            </a:lvl5pPr>
            <a:lvl6pPr indent="-315468" lvl="5" marL="2743200" rtl="0" algn="l">
              <a:spcBef>
                <a:spcPts val="360"/>
              </a:spcBef>
              <a:spcAft>
                <a:spcPts val="0"/>
              </a:spcAft>
              <a:buSzPts val="1368"/>
              <a:buChar char="●"/>
              <a:defRPr/>
            </a:lvl6pPr>
            <a:lvl7pPr indent="-315468" lvl="6" marL="3200400" rtl="0" algn="l">
              <a:spcBef>
                <a:spcPts val="360"/>
              </a:spcBef>
              <a:spcAft>
                <a:spcPts val="0"/>
              </a:spcAft>
              <a:buSzPts val="1368"/>
              <a:buChar char="●"/>
              <a:defRPr/>
            </a:lvl7pPr>
            <a:lvl8pPr indent="-315468" lvl="7" marL="3657600" rtl="0" algn="l">
              <a:spcBef>
                <a:spcPts val="360"/>
              </a:spcBef>
              <a:spcAft>
                <a:spcPts val="0"/>
              </a:spcAft>
              <a:buSzPts val="1368"/>
              <a:buChar char="●"/>
              <a:defRPr/>
            </a:lvl8pPr>
            <a:lvl9pPr indent="-315468" lvl="8" marL="4114800" rtl="0" algn="l">
              <a:spcBef>
                <a:spcPts val="360"/>
              </a:spcBef>
              <a:spcAft>
                <a:spcPts val="300"/>
              </a:spcAft>
              <a:buSzPts val="1368"/>
              <a:buChar char="●"/>
              <a:defRPr/>
            </a:lvl9pPr>
          </a:lstStyle>
          <a:p/>
        </p:txBody>
      </p:sp>
      <p:sp>
        <p:nvSpPr>
          <p:cNvPr id="26" name="Google Shape;26;p3"/>
          <p:cNvSpPr txBox="1"/>
          <p:nvPr>
            <p:ph idx="10" type="dt"/>
          </p:nvPr>
        </p:nvSpPr>
        <p:spPr>
          <a:xfrm>
            <a:off x="5997388" y="224492"/>
            <a:ext cx="21336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7" name="Google Shape;27;p3"/>
          <p:cNvSpPr txBox="1"/>
          <p:nvPr>
            <p:ph idx="11" type="ftr"/>
          </p:nvPr>
        </p:nvSpPr>
        <p:spPr>
          <a:xfrm>
            <a:off x="4641448" y="5852160"/>
            <a:ext cx="3502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8" name="Google Shape;28;p3"/>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5"/>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
          <p:cNvSpPr txBox="1"/>
          <p:nvPr>
            <p:ph idx="1" type="body"/>
          </p:nvPr>
        </p:nvSpPr>
        <p:spPr>
          <a:xfrm>
            <a:off x="946404" y="1828801"/>
            <a:ext cx="6446520" cy="4351337"/>
          </a:xfrm>
          <a:prstGeom prst="rect">
            <a:avLst/>
          </a:prstGeom>
          <a:noFill/>
          <a:ln>
            <a:noFill/>
          </a:ln>
        </p:spPr>
        <p:txBody>
          <a:bodyPr anchorCtr="0" anchor="t" bIns="45700" lIns="91425" spcFirstLastPara="1" rIns="91425" wrap="square" tIns="45700">
            <a:no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39" name="Google Shape;39;p5"/>
          <p:cNvSpPr txBox="1"/>
          <p:nvPr>
            <p:ph idx="10" type="dt"/>
          </p:nvPr>
        </p:nvSpPr>
        <p:spPr>
          <a:xfrm rot="-5400000">
            <a:off x="7831456" y="1044178"/>
            <a:ext cx="1904999"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1" type="ftr"/>
          </p:nvPr>
        </p:nvSpPr>
        <p:spPr>
          <a:xfrm rot="-5400000">
            <a:off x="6993255" y="4092178"/>
            <a:ext cx="3581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2" type="sldNum"/>
          </p:nvPr>
        </p:nvSpPr>
        <p:spPr>
          <a:xfrm>
            <a:off x="8441055" y="6172201"/>
            <a:ext cx="685800" cy="593725"/>
          </a:xfrm>
          <a:prstGeom prst="rect">
            <a:avLst/>
          </a:prstGeom>
          <a:noFill/>
          <a:ln>
            <a:noFill/>
          </a:ln>
        </p:spPr>
        <p:txBody>
          <a:bodyPr anchorCtr="0" anchor="ctr" bIns="45700" lIns="27425" spcFirstLastPara="1" rIns="27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2" name="Shape 42"/>
        <p:cNvGrpSpPr/>
        <p:nvPr/>
      </p:nvGrpSpPr>
      <p:grpSpPr>
        <a:xfrm>
          <a:off x="0" y="0"/>
          <a:ext cx="0" cy="0"/>
          <a:chOff x="0" y="0"/>
          <a:chExt cx="0" cy="0"/>
        </a:xfrm>
      </p:grpSpPr>
      <p:sp>
        <p:nvSpPr>
          <p:cNvPr id="43" name="Google Shape;43;p6"/>
          <p:cNvSpPr txBox="1"/>
          <p:nvPr>
            <p:ph idx="10" type="dt"/>
          </p:nvPr>
        </p:nvSpPr>
        <p:spPr>
          <a:xfrm rot="-5400000">
            <a:off x="7831456" y="1044178"/>
            <a:ext cx="1904999"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1" type="ftr"/>
          </p:nvPr>
        </p:nvSpPr>
        <p:spPr>
          <a:xfrm rot="-5400000">
            <a:off x="6993255" y="4092178"/>
            <a:ext cx="3581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2" type="sldNum"/>
          </p:nvPr>
        </p:nvSpPr>
        <p:spPr>
          <a:xfrm>
            <a:off x="8441055" y="6172201"/>
            <a:ext cx="685800" cy="593725"/>
          </a:xfrm>
          <a:prstGeom prst="rect">
            <a:avLst/>
          </a:prstGeom>
          <a:noFill/>
          <a:ln>
            <a:noFill/>
          </a:ln>
        </p:spPr>
        <p:txBody>
          <a:bodyPr anchorCtr="0" anchor="ctr" bIns="45700" lIns="27425" spcFirstLastPara="1" rIns="27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rgbClr val="343437"/>
        </a:solidFill>
      </p:bgPr>
    </p:bg>
    <p:spTree>
      <p:nvGrpSpPr>
        <p:cNvPr id="46" name="Shape 46"/>
        <p:cNvGrpSpPr/>
        <p:nvPr/>
      </p:nvGrpSpPr>
      <p:grpSpPr>
        <a:xfrm>
          <a:off x="0" y="0"/>
          <a:ext cx="0" cy="0"/>
          <a:chOff x="0" y="0"/>
          <a:chExt cx="0" cy="0"/>
        </a:xfrm>
      </p:grpSpPr>
      <p:sp>
        <p:nvSpPr>
          <p:cNvPr id="47" name="Google Shape;47;p7"/>
          <p:cNvSpPr txBox="1"/>
          <p:nvPr>
            <p:ph type="ctrTitle"/>
          </p:nvPr>
        </p:nvSpPr>
        <p:spPr>
          <a:xfrm>
            <a:off x="946404" y="758952"/>
            <a:ext cx="7063740" cy="4041648"/>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Clr>
                <a:schemeClr val="lt1"/>
              </a:buClr>
              <a:buSzPts val="6600"/>
              <a:buFont typeface="Century Schoolbook"/>
              <a:buNone/>
              <a:defRPr sz="6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7"/>
          <p:cNvSpPr txBox="1"/>
          <p:nvPr>
            <p:ph idx="1" type="subTitle"/>
          </p:nvPr>
        </p:nvSpPr>
        <p:spPr>
          <a:xfrm>
            <a:off x="946404" y="4800600"/>
            <a:ext cx="7063740" cy="1691640"/>
          </a:xfrm>
          <a:prstGeom prst="rect">
            <a:avLst/>
          </a:prstGeom>
          <a:noFill/>
          <a:ln>
            <a:noFill/>
          </a:ln>
        </p:spPr>
        <p:txBody>
          <a:bodyPr anchorCtr="0" anchor="t" bIns="45700" lIns="91425" spcFirstLastPara="1" rIns="91425" wrap="square" tIns="45700">
            <a:noAutofit/>
          </a:bodyPr>
          <a:lstStyle>
            <a:lvl1pPr lvl="0" algn="l">
              <a:lnSpc>
                <a:spcPct val="95000"/>
              </a:lnSpc>
              <a:spcBef>
                <a:spcPts val="1400"/>
              </a:spcBef>
              <a:spcAft>
                <a:spcPts val="0"/>
              </a:spcAft>
              <a:buSzPts val="1600"/>
              <a:buNone/>
              <a:defRPr sz="2000">
                <a:solidFill>
                  <a:srgbClr val="D8D8D8"/>
                </a:solidFill>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2000"/>
              <a:buNone/>
              <a:defRPr sz="20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p:txBody>
      </p:sp>
      <p:sp>
        <p:nvSpPr>
          <p:cNvPr id="49" name="Google Shape;49;p7"/>
          <p:cNvSpPr/>
          <p:nvPr/>
        </p:nvSpPr>
        <p:spPr>
          <a:xfrm>
            <a:off x="0" y="0"/>
            <a:ext cx="342900"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7"/>
          <p:cNvSpPr txBox="1"/>
          <p:nvPr>
            <p:ph idx="10" type="dt"/>
          </p:nvPr>
        </p:nvSpPr>
        <p:spPr>
          <a:xfrm rot="-5400000">
            <a:off x="7831456" y="1044178"/>
            <a:ext cx="1904999"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DADAD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rot="-5400000">
            <a:off x="6993255" y="4092178"/>
            <a:ext cx="3581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DADAD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8441055" y="6172201"/>
            <a:ext cx="685800" cy="593725"/>
          </a:xfrm>
          <a:prstGeom prst="rect">
            <a:avLst/>
          </a:prstGeom>
          <a:noFill/>
          <a:ln>
            <a:noFill/>
          </a:ln>
        </p:spPr>
        <p:txBody>
          <a:bodyPr anchorCtr="0" anchor="ctr" bIns="45700" lIns="27425" spcFirstLastPara="1" rIns="27425" wrap="square" tIns="45700">
            <a:noAutofit/>
          </a:bodyPr>
          <a:lstStyle>
            <a:lvl1pPr indent="0" lvl="0"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1pPr>
            <a:lvl2pPr indent="0" lvl="1"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2pPr>
            <a:lvl3pPr indent="0" lvl="2"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3pPr>
            <a:lvl4pPr indent="0" lvl="3"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4pPr>
            <a:lvl5pPr indent="0" lvl="4"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5pPr>
            <a:lvl6pPr indent="0" lvl="5"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6pPr>
            <a:lvl7pPr indent="0" lvl="6"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7pPr>
            <a:lvl8pPr indent="0" lvl="7"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8pPr>
            <a:lvl9pPr indent="0" lvl="8" marL="0" algn="ctr">
              <a:spcBef>
                <a:spcPts val="0"/>
              </a:spcBef>
              <a:buNone/>
              <a:defRPr b="0" i="0" sz="3200" u="none" cap="none" strike="noStrike">
                <a:solidFill>
                  <a:srgbClr val="8E8E93"/>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8"/>
          <p:cNvSpPr txBox="1"/>
          <p:nvPr>
            <p:ph type="title"/>
          </p:nvPr>
        </p:nvSpPr>
        <p:spPr>
          <a:xfrm>
            <a:off x="946404" y="758952"/>
            <a:ext cx="7063740" cy="4041648"/>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Clr>
                <a:schemeClr val="dk1"/>
              </a:buClr>
              <a:buSzPts val="6600"/>
              <a:buFont typeface="Century Schoolbook"/>
              <a:buNone/>
              <a:defRPr b="0"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 type="body"/>
          </p:nvPr>
        </p:nvSpPr>
        <p:spPr>
          <a:xfrm>
            <a:off x="946404" y="4800600"/>
            <a:ext cx="7063740" cy="1691640"/>
          </a:xfrm>
          <a:prstGeom prst="rect">
            <a:avLst/>
          </a:prstGeom>
          <a:noFill/>
          <a:ln>
            <a:noFill/>
          </a:ln>
        </p:spPr>
        <p:txBody>
          <a:bodyPr anchorCtr="0" anchor="t" bIns="45700" lIns="91425" spcFirstLastPara="1" rIns="91425" wrap="square" tIns="45700">
            <a:noAutofit/>
          </a:bodyPr>
          <a:lstStyle>
            <a:lvl1pPr indent="-228600" lvl="0" marL="457200" algn="l">
              <a:lnSpc>
                <a:spcPct val="95000"/>
              </a:lnSpc>
              <a:spcBef>
                <a:spcPts val="1400"/>
              </a:spcBef>
              <a:spcAft>
                <a:spcPts val="0"/>
              </a:spcAft>
              <a:buSzPts val="1600"/>
              <a:buNone/>
              <a:defRPr sz="2000">
                <a:solidFill>
                  <a:srgbClr val="3F3F3F"/>
                </a:solidFill>
              </a:defRPr>
            </a:lvl1pPr>
            <a:lvl2pPr indent="-228600" lvl="1" marL="914400" algn="l">
              <a:lnSpc>
                <a:spcPct val="90000"/>
              </a:lnSpc>
              <a:spcBef>
                <a:spcPts val="300"/>
              </a:spcBef>
              <a:spcAft>
                <a:spcPts val="0"/>
              </a:spcAft>
              <a:buSzPts val="1800"/>
              <a:buNone/>
              <a:defRPr sz="1800">
                <a:solidFill>
                  <a:srgbClr val="888888"/>
                </a:solidFill>
              </a:defRPr>
            </a:lvl2pPr>
            <a:lvl3pPr indent="-228600" lvl="2" marL="1371600" algn="l">
              <a:lnSpc>
                <a:spcPct val="90000"/>
              </a:lnSpc>
              <a:spcBef>
                <a:spcPts val="300"/>
              </a:spcBef>
              <a:spcAft>
                <a:spcPts val="0"/>
              </a:spcAft>
              <a:buSzPts val="1600"/>
              <a:buNone/>
              <a:defRPr sz="1600">
                <a:solidFill>
                  <a:srgbClr val="888888"/>
                </a:solidFill>
              </a:defRPr>
            </a:lvl3pPr>
            <a:lvl4pPr indent="-228600" lvl="3" marL="1828800" algn="l">
              <a:lnSpc>
                <a:spcPct val="90000"/>
              </a:lnSpc>
              <a:spcBef>
                <a:spcPts val="300"/>
              </a:spcBef>
              <a:spcAft>
                <a:spcPts val="0"/>
              </a:spcAft>
              <a:buSzPts val="1400"/>
              <a:buNone/>
              <a:defRPr sz="1400">
                <a:solidFill>
                  <a:srgbClr val="888888"/>
                </a:solidFill>
              </a:defRPr>
            </a:lvl4pPr>
            <a:lvl5pPr indent="-228600" lvl="4" marL="2286000" algn="l">
              <a:lnSpc>
                <a:spcPct val="90000"/>
              </a:lnSpc>
              <a:spcBef>
                <a:spcPts val="300"/>
              </a:spcBef>
              <a:spcAft>
                <a:spcPts val="0"/>
              </a:spcAft>
              <a:buSzPts val="1400"/>
              <a:buNone/>
              <a:defRPr sz="1400">
                <a:solidFill>
                  <a:srgbClr val="888888"/>
                </a:solidFill>
              </a:defRPr>
            </a:lvl5pPr>
            <a:lvl6pPr indent="-228600" lvl="5" marL="2743200" algn="l">
              <a:lnSpc>
                <a:spcPct val="90000"/>
              </a:lnSpc>
              <a:spcBef>
                <a:spcPts val="300"/>
              </a:spcBef>
              <a:spcAft>
                <a:spcPts val="0"/>
              </a:spcAft>
              <a:buSzPts val="1400"/>
              <a:buNone/>
              <a:defRPr sz="1400">
                <a:solidFill>
                  <a:srgbClr val="888888"/>
                </a:solidFill>
              </a:defRPr>
            </a:lvl6pPr>
            <a:lvl7pPr indent="-228600" lvl="6" marL="3200400" algn="l">
              <a:lnSpc>
                <a:spcPct val="90000"/>
              </a:lnSpc>
              <a:spcBef>
                <a:spcPts val="300"/>
              </a:spcBef>
              <a:spcAft>
                <a:spcPts val="0"/>
              </a:spcAft>
              <a:buSzPts val="1400"/>
              <a:buNone/>
              <a:defRPr sz="1400">
                <a:solidFill>
                  <a:srgbClr val="888888"/>
                </a:solidFill>
              </a:defRPr>
            </a:lvl7pPr>
            <a:lvl8pPr indent="-228600" lvl="7" marL="3657600" algn="l">
              <a:lnSpc>
                <a:spcPct val="90000"/>
              </a:lnSpc>
              <a:spcBef>
                <a:spcPts val="300"/>
              </a:spcBef>
              <a:spcAft>
                <a:spcPts val="0"/>
              </a:spcAft>
              <a:buSzPts val="1400"/>
              <a:buNone/>
              <a:defRPr sz="1400">
                <a:solidFill>
                  <a:srgbClr val="888888"/>
                </a:solidFill>
              </a:defRPr>
            </a:lvl8pPr>
            <a:lvl9pPr indent="-228600" lvl="8" marL="4114800" algn="l">
              <a:lnSpc>
                <a:spcPct val="90000"/>
              </a:lnSpc>
              <a:spcBef>
                <a:spcPts val="300"/>
              </a:spcBef>
              <a:spcAft>
                <a:spcPts val="300"/>
              </a:spcAft>
              <a:buSzPts val="1400"/>
              <a:buNone/>
              <a:defRPr sz="1400">
                <a:solidFill>
                  <a:srgbClr val="888888"/>
                </a:solidFill>
              </a:defRPr>
            </a:lvl9pPr>
          </a:lstStyle>
          <a:p/>
        </p:txBody>
      </p:sp>
      <p:sp>
        <p:nvSpPr>
          <p:cNvPr id="56" name="Google Shape;56;p8"/>
          <p:cNvSpPr txBox="1"/>
          <p:nvPr>
            <p:ph idx="10" type="dt"/>
          </p:nvPr>
        </p:nvSpPr>
        <p:spPr>
          <a:xfrm rot="-5400000">
            <a:off x="7831456" y="1044178"/>
            <a:ext cx="1904999"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1" type="ftr"/>
          </p:nvPr>
        </p:nvSpPr>
        <p:spPr>
          <a:xfrm rot="-5400000">
            <a:off x="6993255" y="4092178"/>
            <a:ext cx="3581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2" type="sldNum"/>
          </p:nvPr>
        </p:nvSpPr>
        <p:spPr>
          <a:xfrm>
            <a:off x="8441055" y="6172201"/>
            <a:ext cx="685800" cy="593725"/>
          </a:xfrm>
          <a:prstGeom prst="rect">
            <a:avLst/>
          </a:prstGeom>
          <a:noFill/>
          <a:ln>
            <a:noFill/>
          </a:ln>
        </p:spPr>
        <p:txBody>
          <a:bodyPr anchorCtr="0" anchor="ctr" bIns="45700" lIns="27425" spcFirstLastPara="1" rIns="27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9" name="Google Shape;59;p8"/>
          <p:cNvSpPr/>
          <p:nvPr/>
        </p:nvSpPr>
        <p:spPr>
          <a:xfrm>
            <a:off x="0" y="0"/>
            <a:ext cx="342900"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0" name="Shape 60"/>
        <p:cNvGrpSpPr/>
        <p:nvPr/>
      </p:nvGrpSpPr>
      <p:grpSpPr>
        <a:xfrm>
          <a:off x="0" y="0"/>
          <a:ext cx="0" cy="0"/>
          <a:chOff x="0" y="0"/>
          <a:chExt cx="0" cy="0"/>
        </a:xfrm>
      </p:grpSpPr>
      <p:sp>
        <p:nvSpPr>
          <p:cNvPr id="61" name="Google Shape;61;p9"/>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 type="body"/>
          </p:nvPr>
        </p:nvSpPr>
        <p:spPr>
          <a:xfrm>
            <a:off x="946404" y="1828801"/>
            <a:ext cx="3360420" cy="4351337"/>
          </a:xfrm>
          <a:prstGeom prst="rect">
            <a:avLst/>
          </a:prstGeom>
          <a:noFill/>
          <a:ln>
            <a:noFill/>
          </a:ln>
        </p:spPr>
        <p:txBody>
          <a:bodyPr anchorCtr="0" anchor="t" bIns="45700" lIns="91425" spcFirstLastPara="1" rIns="91425" wrap="square" tIns="45700">
            <a:no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63" name="Google Shape;63;p9"/>
          <p:cNvSpPr txBox="1"/>
          <p:nvPr>
            <p:ph idx="2" type="body"/>
          </p:nvPr>
        </p:nvSpPr>
        <p:spPr>
          <a:xfrm>
            <a:off x="4594860" y="1828801"/>
            <a:ext cx="3360420" cy="4351337"/>
          </a:xfrm>
          <a:prstGeom prst="rect">
            <a:avLst/>
          </a:prstGeom>
          <a:noFill/>
          <a:ln>
            <a:noFill/>
          </a:ln>
        </p:spPr>
        <p:txBody>
          <a:bodyPr anchorCtr="0" anchor="t" bIns="45700" lIns="91425" spcFirstLastPara="1" rIns="91425" wrap="square" tIns="45700">
            <a:no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64" name="Google Shape;64;p9"/>
          <p:cNvSpPr txBox="1"/>
          <p:nvPr>
            <p:ph idx="10" type="dt"/>
          </p:nvPr>
        </p:nvSpPr>
        <p:spPr>
          <a:xfrm rot="-5400000">
            <a:off x="7831456" y="1044178"/>
            <a:ext cx="1904999"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1" type="ftr"/>
          </p:nvPr>
        </p:nvSpPr>
        <p:spPr>
          <a:xfrm rot="-5400000">
            <a:off x="6993255" y="4092178"/>
            <a:ext cx="3581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2" type="sldNum"/>
          </p:nvPr>
        </p:nvSpPr>
        <p:spPr>
          <a:xfrm>
            <a:off x="8441055" y="6172201"/>
            <a:ext cx="685800" cy="593725"/>
          </a:xfrm>
          <a:prstGeom prst="rect">
            <a:avLst/>
          </a:prstGeom>
          <a:noFill/>
          <a:ln>
            <a:noFill/>
          </a:ln>
        </p:spPr>
        <p:txBody>
          <a:bodyPr anchorCtr="0" anchor="ctr" bIns="45700" lIns="27425" spcFirstLastPara="1" rIns="27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10"/>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0"/>
          <p:cNvSpPr txBox="1"/>
          <p:nvPr>
            <p:ph idx="1" type="body"/>
          </p:nvPr>
        </p:nvSpPr>
        <p:spPr>
          <a:xfrm>
            <a:off x="946404" y="1717185"/>
            <a:ext cx="3360420" cy="731520"/>
          </a:xfrm>
          <a:prstGeom prst="rect">
            <a:avLst/>
          </a:prstGeom>
          <a:noFill/>
          <a:ln>
            <a:noFill/>
          </a:ln>
        </p:spPr>
        <p:txBody>
          <a:bodyPr anchorCtr="0" anchor="b" bIns="45700" lIns="91425" spcFirstLastPara="1" rIns="91425" wrap="square" tIns="45700">
            <a:noAutofit/>
          </a:bodyPr>
          <a:lstStyle>
            <a:lvl1pPr indent="-228600" lvl="0" marL="457200" algn="l">
              <a:lnSpc>
                <a:spcPct val="95000"/>
              </a:lnSpc>
              <a:spcBef>
                <a:spcPts val="0"/>
              </a:spcBef>
              <a:spcAft>
                <a:spcPts val="0"/>
              </a:spcAft>
              <a:buSzPts val="1440"/>
              <a:buNone/>
              <a:defRPr b="0" sz="1800">
                <a:solidFill>
                  <a:schemeClr val="dk2"/>
                </a:solidFill>
              </a:defRPr>
            </a:lvl1pPr>
            <a:lvl2pPr indent="-228600" lvl="1" marL="914400" algn="l">
              <a:lnSpc>
                <a:spcPct val="90000"/>
              </a:lnSpc>
              <a:spcBef>
                <a:spcPts val="300"/>
              </a:spcBef>
              <a:spcAft>
                <a:spcPts val="0"/>
              </a:spcAft>
              <a:buSzPts val="1800"/>
              <a:buNone/>
              <a:defRPr b="1" sz="1800"/>
            </a:lvl2pPr>
            <a:lvl3pPr indent="-228600" lvl="2" marL="1371600" algn="l">
              <a:lnSpc>
                <a:spcPct val="90000"/>
              </a:lnSpc>
              <a:spcBef>
                <a:spcPts val="300"/>
              </a:spcBef>
              <a:spcAft>
                <a:spcPts val="0"/>
              </a:spcAft>
              <a:buSzPts val="1800"/>
              <a:buNone/>
              <a:defRPr b="1" sz="1800"/>
            </a:lvl3pPr>
            <a:lvl4pPr indent="-228600" lvl="3" marL="1828800" algn="l">
              <a:lnSpc>
                <a:spcPct val="90000"/>
              </a:lnSpc>
              <a:spcBef>
                <a:spcPts val="300"/>
              </a:spcBef>
              <a:spcAft>
                <a:spcPts val="0"/>
              </a:spcAft>
              <a:buSzPts val="1600"/>
              <a:buNone/>
              <a:defRPr b="1" sz="1600"/>
            </a:lvl4pPr>
            <a:lvl5pPr indent="-228600" lvl="4" marL="2286000" algn="l">
              <a:lnSpc>
                <a:spcPct val="90000"/>
              </a:lnSpc>
              <a:spcBef>
                <a:spcPts val="300"/>
              </a:spcBef>
              <a:spcAft>
                <a:spcPts val="0"/>
              </a:spcAft>
              <a:buSzPts val="1600"/>
              <a:buNone/>
              <a:defRPr b="1" sz="1600"/>
            </a:lvl5pPr>
            <a:lvl6pPr indent="-228600" lvl="5" marL="2743200" algn="l">
              <a:lnSpc>
                <a:spcPct val="90000"/>
              </a:lnSpc>
              <a:spcBef>
                <a:spcPts val="300"/>
              </a:spcBef>
              <a:spcAft>
                <a:spcPts val="0"/>
              </a:spcAft>
              <a:buSzPts val="1600"/>
              <a:buNone/>
              <a:defRPr b="1" sz="1600"/>
            </a:lvl6pPr>
            <a:lvl7pPr indent="-228600" lvl="6" marL="3200400" algn="l">
              <a:lnSpc>
                <a:spcPct val="90000"/>
              </a:lnSpc>
              <a:spcBef>
                <a:spcPts val="300"/>
              </a:spcBef>
              <a:spcAft>
                <a:spcPts val="0"/>
              </a:spcAft>
              <a:buSzPts val="1600"/>
              <a:buNone/>
              <a:defRPr b="1" sz="1600"/>
            </a:lvl7pPr>
            <a:lvl8pPr indent="-228600" lvl="7" marL="3657600" algn="l">
              <a:lnSpc>
                <a:spcPct val="90000"/>
              </a:lnSpc>
              <a:spcBef>
                <a:spcPts val="300"/>
              </a:spcBef>
              <a:spcAft>
                <a:spcPts val="0"/>
              </a:spcAft>
              <a:buSzPts val="1600"/>
              <a:buNone/>
              <a:defRPr b="1" sz="1600"/>
            </a:lvl8pPr>
            <a:lvl9pPr indent="-228600" lvl="8" marL="4114800" algn="l">
              <a:lnSpc>
                <a:spcPct val="90000"/>
              </a:lnSpc>
              <a:spcBef>
                <a:spcPts val="300"/>
              </a:spcBef>
              <a:spcAft>
                <a:spcPts val="300"/>
              </a:spcAft>
              <a:buSzPts val="1600"/>
              <a:buNone/>
              <a:defRPr b="1" sz="1600"/>
            </a:lvl9pPr>
          </a:lstStyle>
          <a:p/>
        </p:txBody>
      </p:sp>
      <p:sp>
        <p:nvSpPr>
          <p:cNvPr id="70" name="Google Shape;70;p10"/>
          <p:cNvSpPr txBox="1"/>
          <p:nvPr>
            <p:ph idx="2" type="body"/>
          </p:nvPr>
        </p:nvSpPr>
        <p:spPr>
          <a:xfrm>
            <a:off x="946404" y="2507550"/>
            <a:ext cx="3360420" cy="3664650"/>
          </a:xfrm>
          <a:prstGeom prst="rect">
            <a:avLst/>
          </a:prstGeom>
          <a:noFill/>
          <a:ln>
            <a:noFill/>
          </a:ln>
        </p:spPr>
        <p:txBody>
          <a:bodyPr anchorCtr="0" anchor="t" bIns="45700" lIns="91425" spcFirstLastPara="1" rIns="91425" wrap="square" tIns="45700">
            <a:no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71" name="Google Shape;71;p10"/>
          <p:cNvSpPr txBox="1"/>
          <p:nvPr>
            <p:ph idx="3" type="body"/>
          </p:nvPr>
        </p:nvSpPr>
        <p:spPr>
          <a:xfrm>
            <a:off x="4599432" y="1717185"/>
            <a:ext cx="3364992" cy="731520"/>
          </a:xfrm>
          <a:prstGeom prst="rect">
            <a:avLst/>
          </a:prstGeom>
          <a:noFill/>
          <a:ln>
            <a:noFill/>
          </a:ln>
        </p:spPr>
        <p:txBody>
          <a:bodyPr anchorCtr="0" anchor="b" bIns="45700" lIns="91425" spcFirstLastPara="1" rIns="91425" wrap="square" tIns="45700">
            <a:noAutofit/>
          </a:bodyPr>
          <a:lstStyle>
            <a:lvl1pPr indent="-228600" lvl="0" marL="457200" algn="l">
              <a:lnSpc>
                <a:spcPct val="95000"/>
              </a:lnSpc>
              <a:spcBef>
                <a:spcPts val="1400"/>
              </a:spcBef>
              <a:spcAft>
                <a:spcPts val="0"/>
              </a:spcAft>
              <a:buSzPts val="1440"/>
              <a:buFont typeface="Century Schoolbook"/>
              <a:buNone/>
              <a:defRPr b="0" sz="1800">
                <a:solidFill>
                  <a:schemeClr val="dk2"/>
                </a:solidFill>
                <a:latin typeface="Century Schoolbook"/>
                <a:ea typeface="Century Schoolbook"/>
                <a:cs typeface="Century Schoolbook"/>
                <a:sym typeface="Century Schoolbook"/>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72" name="Google Shape;72;p10"/>
          <p:cNvSpPr txBox="1"/>
          <p:nvPr>
            <p:ph idx="4" type="body"/>
          </p:nvPr>
        </p:nvSpPr>
        <p:spPr>
          <a:xfrm>
            <a:off x="4594860" y="2507550"/>
            <a:ext cx="3360420" cy="3664650"/>
          </a:xfrm>
          <a:prstGeom prst="rect">
            <a:avLst/>
          </a:prstGeom>
          <a:noFill/>
          <a:ln>
            <a:noFill/>
          </a:ln>
        </p:spPr>
        <p:txBody>
          <a:bodyPr anchorCtr="0" anchor="t" bIns="45700" lIns="91425" spcFirstLastPara="1" rIns="91425" wrap="square" tIns="45700">
            <a:no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73" name="Google Shape;73;p10"/>
          <p:cNvSpPr txBox="1"/>
          <p:nvPr>
            <p:ph idx="10" type="dt"/>
          </p:nvPr>
        </p:nvSpPr>
        <p:spPr>
          <a:xfrm rot="-5400000">
            <a:off x="7831456" y="1044178"/>
            <a:ext cx="1904999"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1" type="ftr"/>
          </p:nvPr>
        </p:nvSpPr>
        <p:spPr>
          <a:xfrm rot="-5400000">
            <a:off x="6993255" y="4092178"/>
            <a:ext cx="3581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
          <p:cNvSpPr txBox="1"/>
          <p:nvPr>
            <p:ph idx="12" type="sldNum"/>
          </p:nvPr>
        </p:nvSpPr>
        <p:spPr>
          <a:xfrm>
            <a:off x="8441055" y="6172201"/>
            <a:ext cx="685800" cy="593725"/>
          </a:xfrm>
          <a:prstGeom prst="rect">
            <a:avLst/>
          </a:prstGeom>
          <a:noFill/>
          <a:ln>
            <a:noFill/>
          </a:ln>
        </p:spPr>
        <p:txBody>
          <a:bodyPr anchorCtr="0" anchor="ctr" bIns="45700" lIns="27425" spcFirstLastPara="1" rIns="27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 name="Shape 76"/>
        <p:cNvGrpSpPr/>
        <p:nvPr/>
      </p:nvGrpSpPr>
      <p:grpSpPr>
        <a:xfrm>
          <a:off x="0" y="0"/>
          <a:ext cx="0" cy="0"/>
          <a:chOff x="0" y="0"/>
          <a:chExt cx="0" cy="0"/>
        </a:xfrm>
      </p:grpSpPr>
      <p:sp>
        <p:nvSpPr>
          <p:cNvPr id="77" name="Google Shape;77;p11"/>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1"/>
          <p:cNvSpPr txBox="1"/>
          <p:nvPr>
            <p:ph idx="10" type="dt"/>
          </p:nvPr>
        </p:nvSpPr>
        <p:spPr>
          <a:xfrm rot="-5400000">
            <a:off x="7831456" y="1044178"/>
            <a:ext cx="1904999"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1"/>
          <p:cNvSpPr txBox="1"/>
          <p:nvPr>
            <p:ph idx="11" type="ftr"/>
          </p:nvPr>
        </p:nvSpPr>
        <p:spPr>
          <a:xfrm rot="-5400000">
            <a:off x="6993255" y="4092178"/>
            <a:ext cx="3581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1"/>
          <p:cNvSpPr txBox="1"/>
          <p:nvPr>
            <p:ph idx="12" type="sldNum"/>
          </p:nvPr>
        </p:nvSpPr>
        <p:spPr>
          <a:xfrm>
            <a:off x="8441055" y="6172201"/>
            <a:ext cx="685800" cy="593725"/>
          </a:xfrm>
          <a:prstGeom prst="rect">
            <a:avLst/>
          </a:prstGeom>
          <a:noFill/>
          <a:ln>
            <a:noFill/>
          </a:ln>
        </p:spPr>
        <p:txBody>
          <a:bodyPr anchorCtr="0" anchor="ctr" bIns="45700" lIns="27425" spcFirstLastPara="1" rIns="27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1" name="Shape 81"/>
        <p:cNvGrpSpPr/>
        <p:nvPr/>
      </p:nvGrpSpPr>
      <p:grpSpPr>
        <a:xfrm>
          <a:off x="0" y="0"/>
          <a:ext cx="0" cy="0"/>
          <a:chOff x="0" y="0"/>
          <a:chExt cx="0" cy="0"/>
        </a:xfrm>
      </p:grpSpPr>
      <p:sp>
        <p:nvSpPr>
          <p:cNvPr id="82" name="Google Shape;82;p12"/>
          <p:cNvSpPr txBox="1"/>
          <p:nvPr>
            <p:ph type="title"/>
          </p:nvPr>
        </p:nvSpPr>
        <p:spPr>
          <a:xfrm>
            <a:off x="630936" y="457201"/>
            <a:ext cx="2400300" cy="160019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800"/>
              <a:buFont typeface="Century Schoolbook"/>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2"/>
          <p:cNvSpPr txBox="1"/>
          <p:nvPr>
            <p:ph idx="1" type="body"/>
          </p:nvPr>
        </p:nvSpPr>
        <p:spPr>
          <a:xfrm>
            <a:off x="3378200" y="685800"/>
            <a:ext cx="4559300" cy="5486400"/>
          </a:xfrm>
          <a:prstGeom prst="rect">
            <a:avLst/>
          </a:prstGeom>
          <a:noFill/>
          <a:ln>
            <a:noFill/>
          </a:ln>
        </p:spPr>
        <p:txBody>
          <a:bodyPr anchorCtr="0" anchor="t" bIns="45700" lIns="91425" spcFirstLastPara="1" rIns="91425" wrap="square" tIns="45700">
            <a:no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84" name="Google Shape;84;p12"/>
          <p:cNvSpPr txBox="1"/>
          <p:nvPr>
            <p:ph idx="2" type="body"/>
          </p:nvPr>
        </p:nvSpPr>
        <p:spPr>
          <a:xfrm>
            <a:off x="630936" y="2099735"/>
            <a:ext cx="2400300" cy="3810001"/>
          </a:xfrm>
          <a:prstGeom prst="rect">
            <a:avLst/>
          </a:prstGeom>
          <a:noFill/>
          <a:ln>
            <a:noFill/>
          </a:ln>
        </p:spPr>
        <p:txBody>
          <a:bodyPr anchorCtr="0" anchor="t" bIns="45700" lIns="91425" spcFirstLastPara="1" rIns="91425" wrap="square" tIns="45700">
            <a:noAutofit/>
          </a:bodyPr>
          <a:lstStyle>
            <a:lvl1pPr indent="-228600" lvl="0" marL="457200" algn="l">
              <a:lnSpc>
                <a:spcPct val="114000"/>
              </a:lnSpc>
              <a:spcBef>
                <a:spcPts val="800"/>
              </a:spcBef>
              <a:spcAft>
                <a:spcPts val="0"/>
              </a:spcAft>
              <a:buSzPts val="1040"/>
              <a:buNone/>
              <a:defRPr sz="1300"/>
            </a:lvl1pPr>
            <a:lvl2pPr indent="-228600" lvl="1" marL="914400" algn="l">
              <a:lnSpc>
                <a:spcPct val="90000"/>
              </a:lnSpc>
              <a:spcBef>
                <a:spcPts val="300"/>
              </a:spcBef>
              <a:spcAft>
                <a:spcPts val="0"/>
              </a:spcAft>
              <a:buSzPts val="1200"/>
              <a:buNone/>
              <a:defRPr sz="1200"/>
            </a:lvl2pPr>
            <a:lvl3pPr indent="-228600" lvl="2" marL="1371600" algn="l">
              <a:lnSpc>
                <a:spcPct val="90000"/>
              </a:lnSpc>
              <a:spcBef>
                <a:spcPts val="300"/>
              </a:spcBef>
              <a:spcAft>
                <a:spcPts val="0"/>
              </a:spcAft>
              <a:buSzPts val="1000"/>
              <a:buNone/>
              <a:defRPr sz="1000"/>
            </a:lvl3pPr>
            <a:lvl4pPr indent="-228600" lvl="3" marL="1828800" algn="l">
              <a:lnSpc>
                <a:spcPct val="90000"/>
              </a:lnSpc>
              <a:spcBef>
                <a:spcPts val="300"/>
              </a:spcBef>
              <a:spcAft>
                <a:spcPts val="0"/>
              </a:spcAft>
              <a:buSzPts val="900"/>
              <a:buNone/>
              <a:defRPr sz="900"/>
            </a:lvl4pPr>
            <a:lvl5pPr indent="-228600" lvl="4" marL="2286000" algn="l">
              <a:lnSpc>
                <a:spcPct val="90000"/>
              </a:lnSpc>
              <a:spcBef>
                <a:spcPts val="300"/>
              </a:spcBef>
              <a:spcAft>
                <a:spcPts val="0"/>
              </a:spcAft>
              <a:buSzPts val="900"/>
              <a:buNone/>
              <a:defRPr sz="900"/>
            </a:lvl5pPr>
            <a:lvl6pPr indent="-228600" lvl="5" marL="2743200" algn="l">
              <a:lnSpc>
                <a:spcPct val="90000"/>
              </a:lnSpc>
              <a:spcBef>
                <a:spcPts val="300"/>
              </a:spcBef>
              <a:spcAft>
                <a:spcPts val="0"/>
              </a:spcAft>
              <a:buSzPts val="900"/>
              <a:buNone/>
              <a:defRPr sz="900"/>
            </a:lvl6pPr>
            <a:lvl7pPr indent="-228600" lvl="6" marL="3200400" algn="l">
              <a:lnSpc>
                <a:spcPct val="90000"/>
              </a:lnSpc>
              <a:spcBef>
                <a:spcPts val="300"/>
              </a:spcBef>
              <a:spcAft>
                <a:spcPts val="0"/>
              </a:spcAft>
              <a:buSzPts val="900"/>
              <a:buNone/>
              <a:defRPr sz="900"/>
            </a:lvl7pPr>
            <a:lvl8pPr indent="-228600" lvl="7" marL="3657600" algn="l">
              <a:lnSpc>
                <a:spcPct val="90000"/>
              </a:lnSpc>
              <a:spcBef>
                <a:spcPts val="300"/>
              </a:spcBef>
              <a:spcAft>
                <a:spcPts val="0"/>
              </a:spcAft>
              <a:buSzPts val="900"/>
              <a:buNone/>
              <a:defRPr sz="900"/>
            </a:lvl8pPr>
            <a:lvl9pPr indent="-228600" lvl="8" marL="4114800" algn="l">
              <a:lnSpc>
                <a:spcPct val="90000"/>
              </a:lnSpc>
              <a:spcBef>
                <a:spcPts val="300"/>
              </a:spcBef>
              <a:spcAft>
                <a:spcPts val="300"/>
              </a:spcAft>
              <a:buSzPts val="900"/>
              <a:buNone/>
              <a:defRPr sz="900"/>
            </a:lvl9pPr>
          </a:lstStyle>
          <a:p/>
        </p:txBody>
      </p:sp>
      <p:sp>
        <p:nvSpPr>
          <p:cNvPr id="85" name="Google Shape;85;p12"/>
          <p:cNvSpPr txBox="1"/>
          <p:nvPr>
            <p:ph idx="10" type="dt"/>
          </p:nvPr>
        </p:nvSpPr>
        <p:spPr>
          <a:xfrm rot="-5400000">
            <a:off x="7831456" y="1044178"/>
            <a:ext cx="1904999"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2"/>
          <p:cNvSpPr txBox="1"/>
          <p:nvPr>
            <p:ph idx="11" type="ftr"/>
          </p:nvPr>
        </p:nvSpPr>
        <p:spPr>
          <a:xfrm rot="-5400000">
            <a:off x="6993255" y="4092178"/>
            <a:ext cx="3581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2"/>
          <p:cNvSpPr txBox="1"/>
          <p:nvPr>
            <p:ph idx="12" type="sldNum"/>
          </p:nvPr>
        </p:nvSpPr>
        <p:spPr>
          <a:xfrm>
            <a:off x="8441055" y="6172201"/>
            <a:ext cx="685800" cy="593725"/>
          </a:xfrm>
          <a:prstGeom prst="rect">
            <a:avLst/>
          </a:prstGeom>
          <a:noFill/>
          <a:ln>
            <a:noFill/>
          </a:ln>
        </p:spPr>
        <p:txBody>
          <a:bodyPr anchorCtr="0" anchor="ctr" bIns="45700" lIns="27425" spcFirstLastPara="1" rIns="27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8" name="Shape 88"/>
        <p:cNvGrpSpPr/>
        <p:nvPr/>
      </p:nvGrpSpPr>
      <p:grpSpPr>
        <a:xfrm>
          <a:off x="0" y="0"/>
          <a:ext cx="0" cy="0"/>
          <a:chOff x="0" y="0"/>
          <a:chExt cx="0" cy="0"/>
        </a:xfrm>
      </p:grpSpPr>
      <p:sp>
        <p:nvSpPr>
          <p:cNvPr id="89" name="Google Shape;89;p13"/>
          <p:cNvSpPr/>
          <p:nvPr/>
        </p:nvSpPr>
        <p:spPr>
          <a:xfrm>
            <a:off x="0" y="5105400"/>
            <a:ext cx="8469630" cy="1752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3"/>
          <p:cNvSpPr txBox="1"/>
          <p:nvPr>
            <p:ph type="title"/>
          </p:nvPr>
        </p:nvSpPr>
        <p:spPr>
          <a:xfrm>
            <a:off x="685800" y="5257800"/>
            <a:ext cx="7486650" cy="9144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2800"/>
              <a:buFont typeface="Century Schoolbook"/>
              <a:buNone/>
              <a:defRPr b="0"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3"/>
          <p:cNvSpPr/>
          <p:nvPr>
            <p:ph idx="2" type="pic"/>
          </p:nvPr>
        </p:nvSpPr>
        <p:spPr>
          <a:xfrm>
            <a:off x="0" y="1"/>
            <a:ext cx="8469630" cy="5128923"/>
          </a:xfrm>
          <a:prstGeom prst="rect">
            <a:avLst/>
          </a:prstGeom>
          <a:solidFill>
            <a:schemeClr val="accent1"/>
          </a:solidFill>
          <a:ln>
            <a:noFill/>
          </a:ln>
        </p:spPr>
        <p:txBody>
          <a:bodyPr anchorCtr="0" anchor="t" bIns="45700" lIns="91425" spcFirstLastPara="1" rIns="91425" wrap="square" tIns="45700">
            <a:noAutofit/>
          </a:bodyPr>
          <a:lstStyle>
            <a:lvl1pPr lvl="0" marR="0" rtl="0" algn="l">
              <a:lnSpc>
                <a:spcPct val="95000"/>
              </a:lnSpc>
              <a:spcBef>
                <a:spcPts val="1400"/>
              </a:spcBef>
              <a:spcAft>
                <a:spcPts val="0"/>
              </a:spcAft>
              <a:buClr>
                <a:schemeClr val="accent1"/>
              </a:buClr>
              <a:buSzPts val="2560"/>
              <a:buFont typeface="Arial"/>
              <a:buNone/>
              <a:defRPr b="0" i="0" sz="3200" u="none" cap="none" strike="noStrike">
                <a:solidFill>
                  <a:schemeClr val="lt1"/>
                </a:solidFill>
                <a:latin typeface="Century Schoolbook"/>
                <a:ea typeface="Century Schoolbook"/>
                <a:cs typeface="Century Schoolbook"/>
                <a:sym typeface="Century Schoolbook"/>
              </a:defRPr>
            </a:lvl1pPr>
            <a:lvl2pPr lvl="1" marR="0" rtl="0" algn="l">
              <a:lnSpc>
                <a:spcPct val="90000"/>
              </a:lnSpc>
              <a:spcBef>
                <a:spcPts val="300"/>
              </a:spcBef>
              <a:spcAft>
                <a:spcPts val="0"/>
              </a:spcAft>
              <a:buClr>
                <a:schemeClr val="accent1"/>
              </a:buClr>
              <a:buSzPts val="2800"/>
              <a:buFont typeface="Noto Sans Symbols"/>
              <a:buNone/>
              <a:defRPr b="0" i="0" sz="2800" u="none" cap="none" strike="noStrike">
                <a:solidFill>
                  <a:srgbClr val="262626"/>
                </a:solidFill>
                <a:latin typeface="Century Schoolbook"/>
                <a:ea typeface="Century Schoolbook"/>
                <a:cs typeface="Century Schoolbook"/>
                <a:sym typeface="Century Schoolbook"/>
              </a:defRPr>
            </a:lvl2pPr>
            <a:lvl3pPr lvl="2" marR="0" rtl="0" algn="l">
              <a:lnSpc>
                <a:spcPct val="90000"/>
              </a:lnSpc>
              <a:spcBef>
                <a:spcPts val="300"/>
              </a:spcBef>
              <a:spcAft>
                <a:spcPts val="0"/>
              </a:spcAft>
              <a:buClr>
                <a:schemeClr val="accent1"/>
              </a:buClr>
              <a:buSzPts val="2400"/>
              <a:buFont typeface="Noto Sans Symbols"/>
              <a:buNone/>
              <a:defRPr b="0" i="0" sz="2400" u="none" cap="none" strike="noStrike">
                <a:solidFill>
                  <a:srgbClr val="262626"/>
                </a:solidFill>
                <a:latin typeface="Century Schoolbook"/>
                <a:ea typeface="Century Schoolbook"/>
                <a:cs typeface="Century Schoolbook"/>
                <a:sym typeface="Century Schoolbook"/>
              </a:defRPr>
            </a:lvl3pPr>
            <a:lvl4pPr lvl="3" marR="0" rtl="0" algn="l">
              <a:lnSpc>
                <a:spcPct val="90000"/>
              </a:lnSpc>
              <a:spcBef>
                <a:spcPts val="300"/>
              </a:spcBef>
              <a:spcAft>
                <a:spcPts val="0"/>
              </a:spcAft>
              <a:buClr>
                <a:schemeClr val="accent1"/>
              </a:buClr>
              <a:buSzPts val="2000"/>
              <a:buFont typeface="Noto Sans Symbols"/>
              <a:buNone/>
              <a:defRPr b="0" i="0" sz="2000" u="none" cap="none" strike="noStrike">
                <a:solidFill>
                  <a:srgbClr val="262626"/>
                </a:solidFill>
                <a:latin typeface="Century Schoolbook"/>
                <a:ea typeface="Century Schoolbook"/>
                <a:cs typeface="Century Schoolbook"/>
                <a:sym typeface="Century Schoolbook"/>
              </a:defRPr>
            </a:lvl4pPr>
            <a:lvl5pPr lvl="4" marR="0" rtl="0" algn="l">
              <a:lnSpc>
                <a:spcPct val="90000"/>
              </a:lnSpc>
              <a:spcBef>
                <a:spcPts val="300"/>
              </a:spcBef>
              <a:spcAft>
                <a:spcPts val="0"/>
              </a:spcAft>
              <a:buClr>
                <a:schemeClr val="accent1"/>
              </a:buClr>
              <a:buSzPts val="2000"/>
              <a:buFont typeface="Noto Sans Symbols"/>
              <a:buNone/>
              <a:defRPr b="0" i="0" sz="2000" u="none" cap="none" strike="noStrike">
                <a:solidFill>
                  <a:srgbClr val="262626"/>
                </a:solidFill>
                <a:latin typeface="Century Schoolbook"/>
                <a:ea typeface="Century Schoolbook"/>
                <a:cs typeface="Century Schoolbook"/>
                <a:sym typeface="Century Schoolbook"/>
              </a:defRPr>
            </a:lvl5pPr>
            <a:lvl6pPr lvl="5" marR="0" rtl="0" algn="l">
              <a:lnSpc>
                <a:spcPct val="90000"/>
              </a:lnSpc>
              <a:spcBef>
                <a:spcPts val="300"/>
              </a:spcBef>
              <a:spcAft>
                <a:spcPts val="0"/>
              </a:spcAft>
              <a:buClr>
                <a:schemeClr val="accent1"/>
              </a:buClr>
              <a:buSzPts val="2000"/>
              <a:buFont typeface="Noto Sans Symbols"/>
              <a:buNone/>
              <a:defRPr b="0" i="0" sz="2000" u="none" cap="none" strike="noStrike">
                <a:solidFill>
                  <a:srgbClr val="262626"/>
                </a:solidFill>
                <a:latin typeface="Century Schoolbook"/>
                <a:ea typeface="Century Schoolbook"/>
                <a:cs typeface="Century Schoolbook"/>
                <a:sym typeface="Century Schoolbook"/>
              </a:defRPr>
            </a:lvl6pPr>
            <a:lvl7pPr lvl="6" marR="0" rtl="0" algn="l">
              <a:lnSpc>
                <a:spcPct val="90000"/>
              </a:lnSpc>
              <a:spcBef>
                <a:spcPts val="300"/>
              </a:spcBef>
              <a:spcAft>
                <a:spcPts val="0"/>
              </a:spcAft>
              <a:buClr>
                <a:schemeClr val="accent1"/>
              </a:buClr>
              <a:buSzPts val="2000"/>
              <a:buFont typeface="Noto Sans Symbols"/>
              <a:buNone/>
              <a:defRPr b="0" i="0" sz="2000" u="none" cap="none" strike="noStrike">
                <a:solidFill>
                  <a:srgbClr val="262626"/>
                </a:solidFill>
                <a:latin typeface="Century Schoolbook"/>
                <a:ea typeface="Century Schoolbook"/>
                <a:cs typeface="Century Schoolbook"/>
                <a:sym typeface="Century Schoolbook"/>
              </a:defRPr>
            </a:lvl7pPr>
            <a:lvl8pPr lvl="7" marR="0" rtl="0" algn="l">
              <a:lnSpc>
                <a:spcPct val="90000"/>
              </a:lnSpc>
              <a:spcBef>
                <a:spcPts val="300"/>
              </a:spcBef>
              <a:spcAft>
                <a:spcPts val="0"/>
              </a:spcAft>
              <a:buClr>
                <a:schemeClr val="accent1"/>
              </a:buClr>
              <a:buSzPts val="2000"/>
              <a:buFont typeface="Noto Sans Symbols"/>
              <a:buNone/>
              <a:defRPr b="0" i="0" sz="2000" u="none" cap="none" strike="noStrike">
                <a:solidFill>
                  <a:srgbClr val="262626"/>
                </a:solidFill>
                <a:latin typeface="Century Schoolbook"/>
                <a:ea typeface="Century Schoolbook"/>
                <a:cs typeface="Century Schoolbook"/>
                <a:sym typeface="Century Schoolbook"/>
              </a:defRPr>
            </a:lvl8pPr>
            <a:lvl9pPr lvl="8" marR="0" rtl="0" algn="l">
              <a:lnSpc>
                <a:spcPct val="90000"/>
              </a:lnSpc>
              <a:spcBef>
                <a:spcPts val="300"/>
              </a:spcBef>
              <a:spcAft>
                <a:spcPts val="300"/>
              </a:spcAft>
              <a:buClr>
                <a:schemeClr val="accent1"/>
              </a:buClr>
              <a:buSzPts val="2000"/>
              <a:buFont typeface="Noto Sans Symbols"/>
              <a:buNone/>
              <a:defRPr b="0" i="0" sz="2000" u="none" cap="none" strike="noStrike">
                <a:solidFill>
                  <a:srgbClr val="262626"/>
                </a:solidFill>
                <a:latin typeface="Century Schoolbook"/>
                <a:ea typeface="Century Schoolbook"/>
                <a:cs typeface="Century Schoolbook"/>
                <a:sym typeface="Century Schoolbook"/>
              </a:defRPr>
            </a:lvl9pPr>
          </a:lstStyle>
          <a:p/>
        </p:txBody>
      </p:sp>
      <p:sp>
        <p:nvSpPr>
          <p:cNvPr id="92" name="Google Shape;92;p13"/>
          <p:cNvSpPr txBox="1"/>
          <p:nvPr>
            <p:ph idx="1" type="body"/>
          </p:nvPr>
        </p:nvSpPr>
        <p:spPr>
          <a:xfrm>
            <a:off x="685800" y="6108590"/>
            <a:ext cx="7486650" cy="597011"/>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800"/>
              </a:spcBef>
              <a:spcAft>
                <a:spcPts val="0"/>
              </a:spcAft>
              <a:buSzPts val="1040"/>
              <a:buNone/>
              <a:defRPr sz="1300">
                <a:solidFill>
                  <a:srgbClr val="D8D8D8"/>
                </a:solidFill>
              </a:defRPr>
            </a:lvl1pPr>
            <a:lvl2pPr indent="-228600" lvl="1" marL="914400" algn="l">
              <a:lnSpc>
                <a:spcPct val="90000"/>
              </a:lnSpc>
              <a:spcBef>
                <a:spcPts val="300"/>
              </a:spcBef>
              <a:spcAft>
                <a:spcPts val="0"/>
              </a:spcAft>
              <a:buSzPts val="1200"/>
              <a:buNone/>
              <a:defRPr sz="1200"/>
            </a:lvl2pPr>
            <a:lvl3pPr indent="-228600" lvl="2" marL="1371600" algn="l">
              <a:lnSpc>
                <a:spcPct val="90000"/>
              </a:lnSpc>
              <a:spcBef>
                <a:spcPts val="300"/>
              </a:spcBef>
              <a:spcAft>
                <a:spcPts val="0"/>
              </a:spcAft>
              <a:buSzPts val="1000"/>
              <a:buNone/>
              <a:defRPr sz="1000"/>
            </a:lvl3pPr>
            <a:lvl4pPr indent="-228600" lvl="3" marL="1828800" algn="l">
              <a:lnSpc>
                <a:spcPct val="90000"/>
              </a:lnSpc>
              <a:spcBef>
                <a:spcPts val="300"/>
              </a:spcBef>
              <a:spcAft>
                <a:spcPts val="0"/>
              </a:spcAft>
              <a:buSzPts val="900"/>
              <a:buNone/>
              <a:defRPr sz="900"/>
            </a:lvl4pPr>
            <a:lvl5pPr indent="-228600" lvl="4" marL="2286000" algn="l">
              <a:lnSpc>
                <a:spcPct val="90000"/>
              </a:lnSpc>
              <a:spcBef>
                <a:spcPts val="300"/>
              </a:spcBef>
              <a:spcAft>
                <a:spcPts val="0"/>
              </a:spcAft>
              <a:buSzPts val="900"/>
              <a:buNone/>
              <a:defRPr sz="900"/>
            </a:lvl5pPr>
            <a:lvl6pPr indent="-228600" lvl="5" marL="2743200" algn="l">
              <a:lnSpc>
                <a:spcPct val="90000"/>
              </a:lnSpc>
              <a:spcBef>
                <a:spcPts val="300"/>
              </a:spcBef>
              <a:spcAft>
                <a:spcPts val="0"/>
              </a:spcAft>
              <a:buSzPts val="900"/>
              <a:buNone/>
              <a:defRPr sz="900"/>
            </a:lvl6pPr>
            <a:lvl7pPr indent="-228600" lvl="6" marL="3200400" algn="l">
              <a:lnSpc>
                <a:spcPct val="90000"/>
              </a:lnSpc>
              <a:spcBef>
                <a:spcPts val="300"/>
              </a:spcBef>
              <a:spcAft>
                <a:spcPts val="0"/>
              </a:spcAft>
              <a:buSzPts val="900"/>
              <a:buNone/>
              <a:defRPr sz="900"/>
            </a:lvl7pPr>
            <a:lvl8pPr indent="-228600" lvl="7" marL="3657600" algn="l">
              <a:lnSpc>
                <a:spcPct val="90000"/>
              </a:lnSpc>
              <a:spcBef>
                <a:spcPts val="300"/>
              </a:spcBef>
              <a:spcAft>
                <a:spcPts val="0"/>
              </a:spcAft>
              <a:buSzPts val="900"/>
              <a:buNone/>
              <a:defRPr sz="900"/>
            </a:lvl8pPr>
            <a:lvl9pPr indent="-228600" lvl="8" marL="4114800" algn="l">
              <a:lnSpc>
                <a:spcPct val="90000"/>
              </a:lnSpc>
              <a:spcBef>
                <a:spcPts val="300"/>
              </a:spcBef>
              <a:spcAft>
                <a:spcPts val="300"/>
              </a:spcAft>
              <a:buSzPts val="900"/>
              <a:buNone/>
              <a:defRPr sz="900"/>
            </a:lvl9pPr>
          </a:lstStyle>
          <a:p/>
        </p:txBody>
      </p:sp>
      <p:sp>
        <p:nvSpPr>
          <p:cNvPr id="93" name="Google Shape;93;p13"/>
          <p:cNvSpPr txBox="1"/>
          <p:nvPr>
            <p:ph idx="10" type="dt"/>
          </p:nvPr>
        </p:nvSpPr>
        <p:spPr>
          <a:xfrm rot="-5400000">
            <a:off x="7831456" y="1044178"/>
            <a:ext cx="1904999"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3"/>
          <p:cNvSpPr txBox="1"/>
          <p:nvPr>
            <p:ph idx="11" type="ftr"/>
          </p:nvPr>
        </p:nvSpPr>
        <p:spPr>
          <a:xfrm rot="-5400000">
            <a:off x="6993255" y="4092178"/>
            <a:ext cx="3581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3"/>
          <p:cNvSpPr txBox="1"/>
          <p:nvPr>
            <p:ph idx="12" type="sldNum"/>
          </p:nvPr>
        </p:nvSpPr>
        <p:spPr>
          <a:xfrm>
            <a:off x="8441055" y="6172201"/>
            <a:ext cx="685800" cy="593725"/>
          </a:xfrm>
          <a:prstGeom prst="rect">
            <a:avLst/>
          </a:prstGeom>
          <a:noFill/>
          <a:ln>
            <a:noFill/>
          </a:ln>
        </p:spPr>
        <p:txBody>
          <a:bodyPr anchorCtr="0" anchor="ctr" bIns="45700" lIns="27425" spcFirstLastPara="1" rIns="27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6" name="Shape 96"/>
        <p:cNvGrpSpPr/>
        <p:nvPr/>
      </p:nvGrpSpPr>
      <p:grpSpPr>
        <a:xfrm>
          <a:off x="0" y="0"/>
          <a:ext cx="0" cy="0"/>
          <a:chOff x="0" y="0"/>
          <a:chExt cx="0" cy="0"/>
        </a:xfrm>
      </p:grpSpPr>
      <p:sp>
        <p:nvSpPr>
          <p:cNvPr id="97" name="Google Shape;97;p14"/>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4"/>
          <p:cNvSpPr txBox="1"/>
          <p:nvPr>
            <p:ph idx="1" type="body"/>
          </p:nvPr>
        </p:nvSpPr>
        <p:spPr>
          <a:xfrm rot="5400000">
            <a:off x="1993996" y="781210"/>
            <a:ext cx="4351337" cy="6446520"/>
          </a:xfrm>
          <a:prstGeom prst="rect">
            <a:avLst/>
          </a:prstGeom>
          <a:noFill/>
          <a:ln>
            <a:noFill/>
          </a:ln>
        </p:spPr>
        <p:txBody>
          <a:bodyPr anchorCtr="0" anchor="t" bIns="45700" lIns="91425" spcFirstLastPara="1" rIns="91425" wrap="square" tIns="45700">
            <a:no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99" name="Google Shape;99;p14"/>
          <p:cNvSpPr txBox="1"/>
          <p:nvPr>
            <p:ph idx="10" type="dt"/>
          </p:nvPr>
        </p:nvSpPr>
        <p:spPr>
          <a:xfrm rot="-5400000">
            <a:off x="7831456" y="1044178"/>
            <a:ext cx="1904999"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4"/>
          <p:cNvSpPr txBox="1"/>
          <p:nvPr>
            <p:ph idx="11" type="ftr"/>
          </p:nvPr>
        </p:nvSpPr>
        <p:spPr>
          <a:xfrm rot="-5400000">
            <a:off x="6993255" y="4092178"/>
            <a:ext cx="3581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4"/>
          <p:cNvSpPr txBox="1"/>
          <p:nvPr>
            <p:ph idx="12" type="sldNum"/>
          </p:nvPr>
        </p:nvSpPr>
        <p:spPr>
          <a:xfrm>
            <a:off x="8441055" y="6172201"/>
            <a:ext cx="685800" cy="593725"/>
          </a:xfrm>
          <a:prstGeom prst="rect">
            <a:avLst/>
          </a:prstGeom>
          <a:noFill/>
          <a:ln>
            <a:noFill/>
          </a:ln>
        </p:spPr>
        <p:txBody>
          <a:bodyPr anchorCtr="0" anchor="ctr" bIns="45700" lIns="27425" spcFirstLastPara="1" rIns="27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2" name="Shape 102"/>
        <p:cNvGrpSpPr/>
        <p:nvPr/>
      </p:nvGrpSpPr>
      <p:grpSpPr>
        <a:xfrm>
          <a:off x="0" y="0"/>
          <a:ext cx="0" cy="0"/>
          <a:chOff x="0" y="0"/>
          <a:chExt cx="0" cy="0"/>
        </a:xfrm>
      </p:grpSpPr>
      <p:sp>
        <p:nvSpPr>
          <p:cNvPr id="103" name="Google Shape;103;p15"/>
          <p:cNvSpPr txBox="1"/>
          <p:nvPr>
            <p:ph type="title"/>
          </p:nvPr>
        </p:nvSpPr>
        <p:spPr>
          <a:xfrm rot="5400000">
            <a:off x="4466431" y="2401094"/>
            <a:ext cx="5897562" cy="185737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15"/>
          <p:cNvSpPr txBox="1"/>
          <p:nvPr>
            <p:ph idx="1" type="body"/>
          </p:nvPr>
        </p:nvSpPr>
        <p:spPr>
          <a:xfrm rot="5400000">
            <a:off x="523081" y="429419"/>
            <a:ext cx="5897562" cy="5800725"/>
          </a:xfrm>
          <a:prstGeom prst="rect">
            <a:avLst/>
          </a:prstGeom>
          <a:noFill/>
          <a:ln>
            <a:noFill/>
          </a:ln>
        </p:spPr>
        <p:txBody>
          <a:bodyPr anchorCtr="0" anchor="t" bIns="45700" lIns="91425" spcFirstLastPara="1" rIns="91425" wrap="square" tIns="45700">
            <a:no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105" name="Google Shape;105;p15"/>
          <p:cNvSpPr txBox="1"/>
          <p:nvPr>
            <p:ph idx="10" type="dt"/>
          </p:nvPr>
        </p:nvSpPr>
        <p:spPr>
          <a:xfrm rot="-5400000">
            <a:off x="7831456" y="1044178"/>
            <a:ext cx="1904999"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5"/>
          <p:cNvSpPr txBox="1"/>
          <p:nvPr>
            <p:ph idx="11" type="ftr"/>
          </p:nvPr>
        </p:nvSpPr>
        <p:spPr>
          <a:xfrm rot="-5400000">
            <a:off x="6993255" y="4092178"/>
            <a:ext cx="3581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5"/>
          <p:cNvSpPr txBox="1"/>
          <p:nvPr>
            <p:ph idx="12" type="sldNum"/>
          </p:nvPr>
        </p:nvSpPr>
        <p:spPr>
          <a:xfrm>
            <a:off x="8441055" y="6172201"/>
            <a:ext cx="685800" cy="593725"/>
          </a:xfrm>
          <a:prstGeom prst="rect">
            <a:avLst/>
          </a:prstGeom>
          <a:noFill/>
          <a:ln>
            <a:noFill/>
          </a:ln>
        </p:spPr>
        <p:txBody>
          <a:bodyPr anchorCtr="0" anchor="ctr" bIns="45700" lIns="27425" spcFirstLastPara="1" rIns="27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2" Type="http://schemas.openxmlformats.org/officeDocument/2006/relationships/theme" Target="../theme/theme2.xml"/><Relationship Id="rId9" Type="http://schemas.openxmlformats.org/officeDocument/2006/relationships/slideLayout" Target="../slideLayouts/slideLayout11.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1"/>
          <p:cNvSpPr/>
          <p:nvPr/>
        </p:nvSpPr>
        <p:spPr>
          <a:xfrm>
            <a:off x="8418195" y="0"/>
            <a:ext cx="731520" cy="6858000"/>
          </a:xfrm>
          <a:prstGeom prst="rect">
            <a:avLst/>
          </a:prstGeom>
          <a:solidFill>
            <a:srgbClr val="A7A1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4000"/>
              <a:buFont typeface="Century Schoolbook"/>
              <a:buNone/>
              <a:defRPr b="0" i="0" sz="4000" u="none" cap="none" strike="noStrike">
                <a:solidFill>
                  <a:schemeClr val="lt1"/>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946404" y="1828801"/>
            <a:ext cx="6446520" cy="4351337"/>
          </a:xfrm>
          <a:prstGeom prst="rect">
            <a:avLst/>
          </a:prstGeom>
          <a:noFill/>
          <a:ln>
            <a:noFill/>
          </a:ln>
        </p:spPr>
        <p:txBody>
          <a:bodyPr anchorCtr="0" anchor="t" bIns="45700" lIns="91425" spcFirstLastPara="1" rIns="91425" wrap="square" tIns="45700">
            <a:noAutofit/>
          </a:bodyPr>
          <a:lstStyle>
            <a:lvl1pPr indent="-320040" lvl="0" marL="457200" marR="0" rtl="0" algn="l">
              <a:lnSpc>
                <a:spcPct val="95000"/>
              </a:lnSpc>
              <a:spcBef>
                <a:spcPts val="1400"/>
              </a:spcBef>
              <a:spcAft>
                <a:spcPts val="0"/>
              </a:spcAft>
              <a:buClr>
                <a:schemeClr val="accent1"/>
              </a:buClr>
              <a:buSzPts val="1440"/>
              <a:buFont typeface="Arial"/>
              <a:buChar char="•"/>
              <a:defRPr b="0" i="0" sz="1800" u="none" cap="none" strike="noStrike">
                <a:solidFill>
                  <a:schemeClr val="lt1"/>
                </a:solidFill>
                <a:latin typeface="Century Schoolbook"/>
                <a:ea typeface="Century Schoolbook"/>
                <a:cs typeface="Century Schoolbook"/>
                <a:sym typeface="Century Schoolbook"/>
              </a:defRPr>
            </a:lvl1pPr>
            <a:lvl2pPr indent="-330200" lvl="1" marL="914400" marR="0" rtl="0" algn="l">
              <a:lnSpc>
                <a:spcPct val="90000"/>
              </a:lnSpc>
              <a:spcBef>
                <a:spcPts val="300"/>
              </a:spcBef>
              <a:spcAft>
                <a:spcPts val="0"/>
              </a:spcAft>
              <a:buClr>
                <a:schemeClr val="accent1"/>
              </a:buClr>
              <a:buSzPts val="1600"/>
              <a:buFont typeface="Noto Sans Symbols"/>
              <a:buChar char="●"/>
              <a:defRPr b="0" i="0" sz="1600" u="none" cap="none" strike="noStrike">
                <a:solidFill>
                  <a:srgbClr val="FEFEFE"/>
                </a:solidFill>
                <a:latin typeface="Century Schoolbook"/>
                <a:ea typeface="Century Schoolbook"/>
                <a:cs typeface="Century Schoolbook"/>
                <a:sym typeface="Century Schoolbook"/>
              </a:defRPr>
            </a:lvl2pPr>
            <a:lvl3pPr indent="-317500" lvl="2" marL="1371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3pPr>
            <a:lvl4pPr indent="-317500" lvl="3" marL="18288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4pPr>
            <a:lvl5pPr indent="-317500" lvl="4" marL="22860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5pPr>
            <a:lvl6pPr indent="-317500" lvl="5" marL="27432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6pPr>
            <a:lvl7pPr indent="-317500" lvl="6" marL="32004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7pPr>
            <a:lvl8pPr indent="-317500" lvl="7" marL="3657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8pPr>
            <a:lvl9pPr indent="-317500" lvl="8" marL="4114800" marR="0" rtl="0" algn="l">
              <a:lnSpc>
                <a:spcPct val="90000"/>
              </a:lnSpc>
              <a:spcBef>
                <a:spcPts val="300"/>
              </a:spcBef>
              <a:spcAft>
                <a:spcPts val="30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9pPr>
          </a:lstStyle>
          <a:p/>
        </p:txBody>
      </p:sp>
      <p:sp>
        <p:nvSpPr>
          <p:cNvPr id="13" name="Google Shape;13;p1"/>
          <p:cNvSpPr txBox="1"/>
          <p:nvPr>
            <p:ph idx="10" type="dt"/>
          </p:nvPr>
        </p:nvSpPr>
        <p:spPr>
          <a:xfrm rot="-5400000">
            <a:off x="7831456" y="1044178"/>
            <a:ext cx="1904999" cy="273844"/>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rgbClr val="F6F5F4"/>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9pPr>
          </a:lstStyle>
          <a:p/>
        </p:txBody>
      </p:sp>
      <p:sp>
        <p:nvSpPr>
          <p:cNvPr id="14" name="Google Shape;14;p1"/>
          <p:cNvSpPr txBox="1"/>
          <p:nvPr>
            <p:ph idx="11" type="ftr"/>
          </p:nvPr>
        </p:nvSpPr>
        <p:spPr>
          <a:xfrm rot="-5400000">
            <a:off x="6993255" y="4092178"/>
            <a:ext cx="35814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rgbClr val="F6F5F4"/>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9pPr>
          </a:lstStyle>
          <a:p/>
        </p:txBody>
      </p:sp>
      <p:sp>
        <p:nvSpPr>
          <p:cNvPr id="15" name="Google Shape;15;p1"/>
          <p:cNvSpPr txBox="1"/>
          <p:nvPr>
            <p:ph idx="12" type="sldNum"/>
          </p:nvPr>
        </p:nvSpPr>
        <p:spPr>
          <a:xfrm>
            <a:off x="8441055" y="6172201"/>
            <a:ext cx="685800" cy="593725"/>
          </a:xfrm>
          <a:prstGeom prst="rect">
            <a:avLst/>
          </a:prstGeom>
          <a:noFill/>
          <a:ln>
            <a:noFill/>
          </a:ln>
        </p:spPr>
        <p:txBody>
          <a:bodyPr anchorCtr="0" anchor="ctr" bIns="45700" lIns="27425" spcFirstLastPara="1" rIns="27425" wrap="square" tIns="45700">
            <a:noAutofit/>
          </a:bodyPr>
          <a:lstStyle>
            <a:lvl1pPr indent="0" lvl="0" marL="0" marR="0" rtl="0" algn="ctr">
              <a:spcBef>
                <a:spcPts val="0"/>
              </a:spcBef>
              <a:buNone/>
              <a:defRPr b="0" i="0" sz="3200" u="none" cap="none" strike="noStrike">
                <a:solidFill>
                  <a:srgbClr val="E6E4DF"/>
                </a:solidFill>
                <a:latin typeface="Century Schoolbook"/>
                <a:ea typeface="Century Schoolbook"/>
                <a:cs typeface="Century Schoolbook"/>
                <a:sym typeface="Century Schoolbook"/>
              </a:defRPr>
            </a:lvl1pPr>
            <a:lvl2pPr indent="0" lvl="1" marL="0" marR="0" rtl="0" algn="ctr">
              <a:spcBef>
                <a:spcPts val="0"/>
              </a:spcBef>
              <a:buNone/>
              <a:defRPr b="0" i="0" sz="3200" u="none" cap="none" strike="noStrike">
                <a:solidFill>
                  <a:srgbClr val="E6E4DF"/>
                </a:solidFill>
                <a:latin typeface="Century Schoolbook"/>
                <a:ea typeface="Century Schoolbook"/>
                <a:cs typeface="Century Schoolbook"/>
                <a:sym typeface="Century Schoolbook"/>
              </a:defRPr>
            </a:lvl2pPr>
            <a:lvl3pPr indent="0" lvl="2" marL="0" marR="0" rtl="0" algn="ctr">
              <a:spcBef>
                <a:spcPts val="0"/>
              </a:spcBef>
              <a:buNone/>
              <a:defRPr b="0" i="0" sz="3200" u="none" cap="none" strike="noStrike">
                <a:solidFill>
                  <a:srgbClr val="E6E4DF"/>
                </a:solidFill>
                <a:latin typeface="Century Schoolbook"/>
                <a:ea typeface="Century Schoolbook"/>
                <a:cs typeface="Century Schoolbook"/>
                <a:sym typeface="Century Schoolbook"/>
              </a:defRPr>
            </a:lvl3pPr>
            <a:lvl4pPr indent="0" lvl="3" marL="0" marR="0" rtl="0" algn="ctr">
              <a:spcBef>
                <a:spcPts val="0"/>
              </a:spcBef>
              <a:buNone/>
              <a:defRPr b="0" i="0" sz="3200" u="none" cap="none" strike="noStrike">
                <a:solidFill>
                  <a:srgbClr val="E6E4DF"/>
                </a:solidFill>
                <a:latin typeface="Century Schoolbook"/>
                <a:ea typeface="Century Schoolbook"/>
                <a:cs typeface="Century Schoolbook"/>
                <a:sym typeface="Century Schoolbook"/>
              </a:defRPr>
            </a:lvl4pPr>
            <a:lvl5pPr indent="0" lvl="4" marL="0" marR="0" rtl="0" algn="ctr">
              <a:spcBef>
                <a:spcPts val="0"/>
              </a:spcBef>
              <a:buNone/>
              <a:defRPr b="0" i="0" sz="3200" u="none" cap="none" strike="noStrike">
                <a:solidFill>
                  <a:srgbClr val="E6E4DF"/>
                </a:solidFill>
                <a:latin typeface="Century Schoolbook"/>
                <a:ea typeface="Century Schoolbook"/>
                <a:cs typeface="Century Schoolbook"/>
                <a:sym typeface="Century Schoolbook"/>
              </a:defRPr>
            </a:lvl5pPr>
            <a:lvl6pPr indent="0" lvl="5" marL="0" marR="0" rtl="0" algn="ctr">
              <a:spcBef>
                <a:spcPts val="0"/>
              </a:spcBef>
              <a:buNone/>
              <a:defRPr b="0" i="0" sz="3200" u="none" cap="none" strike="noStrike">
                <a:solidFill>
                  <a:srgbClr val="E6E4DF"/>
                </a:solidFill>
                <a:latin typeface="Century Schoolbook"/>
                <a:ea typeface="Century Schoolbook"/>
                <a:cs typeface="Century Schoolbook"/>
                <a:sym typeface="Century Schoolbook"/>
              </a:defRPr>
            </a:lvl6pPr>
            <a:lvl7pPr indent="0" lvl="6" marL="0" marR="0" rtl="0" algn="ctr">
              <a:spcBef>
                <a:spcPts val="0"/>
              </a:spcBef>
              <a:buNone/>
              <a:defRPr b="0" i="0" sz="3200" u="none" cap="none" strike="noStrike">
                <a:solidFill>
                  <a:srgbClr val="E6E4DF"/>
                </a:solidFill>
                <a:latin typeface="Century Schoolbook"/>
                <a:ea typeface="Century Schoolbook"/>
                <a:cs typeface="Century Schoolbook"/>
                <a:sym typeface="Century Schoolbook"/>
              </a:defRPr>
            </a:lvl7pPr>
            <a:lvl8pPr indent="0" lvl="7" marL="0" marR="0" rtl="0" algn="ctr">
              <a:spcBef>
                <a:spcPts val="0"/>
              </a:spcBef>
              <a:buNone/>
              <a:defRPr b="0" i="0" sz="3200" u="none" cap="none" strike="noStrike">
                <a:solidFill>
                  <a:srgbClr val="E6E4DF"/>
                </a:solidFill>
                <a:latin typeface="Century Schoolbook"/>
                <a:ea typeface="Century Schoolbook"/>
                <a:cs typeface="Century Schoolbook"/>
                <a:sym typeface="Century Schoolbook"/>
              </a:defRPr>
            </a:lvl8pPr>
            <a:lvl9pPr indent="0" lvl="8" marL="0" marR="0" rtl="0" algn="ctr">
              <a:spcBef>
                <a:spcPts val="0"/>
              </a:spcBef>
              <a:buNone/>
              <a:defRPr b="0" i="0" sz="3200" u="none" cap="none" strike="noStrike">
                <a:solidFill>
                  <a:srgbClr val="E6E4D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 name="Shape 29"/>
        <p:cNvGrpSpPr/>
        <p:nvPr/>
      </p:nvGrpSpPr>
      <p:grpSpPr>
        <a:xfrm>
          <a:off x="0" y="0"/>
          <a:ext cx="0" cy="0"/>
          <a:chOff x="0" y="0"/>
          <a:chExt cx="0" cy="0"/>
        </a:xfrm>
      </p:grpSpPr>
      <p:sp>
        <p:nvSpPr>
          <p:cNvPr id="30" name="Google Shape;30;p4"/>
          <p:cNvSpPr/>
          <p:nvPr/>
        </p:nvSpPr>
        <p:spPr>
          <a:xfrm>
            <a:off x="8418195" y="0"/>
            <a:ext cx="731520" cy="6858000"/>
          </a:xfrm>
          <a:prstGeom prst="rect">
            <a:avLst/>
          </a:prstGeom>
          <a:solidFill>
            <a:srgbClr val="3434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4000"/>
              <a:buFont typeface="Century Schoolbook"/>
              <a:buNone/>
              <a:defRPr b="0" i="0" sz="4000" u="none" cap="none" strike="noStrike">
                <a:solidFill>
                  <a:schemeClr val="dk1"/>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4"/>
          <p:cNvSpPr txBox="1"/>
          <p:nvPr>
            <p:ph idx="1" type="body"/>
          </p:nvPr>
        </p:nvSpPr>
        <p:spPr>
          <a:xfrm>
            <a:off x="946404" y="1828801"/>
            <a:ext cx="6446520" cy="4351337"/>
          </a:xfrm>
          <a:prstGeom prst="rect">
            <a:avLst/>
          </a:prstGeom>
          <a:noFill/>
          <a:ln>
            <a:noFill/>
          </a:ln>
        </p:spPr>
        <p:txBody>
          <a:bodyPr anchorCtr="0" anchor="t" bIns="45700" lIns="91425" spcFirstLastPara="1" rIns="91425" wrap="square" tIns="45700">
            <a:noAutofit/>
          </a:bodyPr>
          <a:lstStyle>
            <a:lvl1pPr indent="-320040" lvl="0" marL="457200" marR="0" rtl="0" algn="l">
              <a:lnSpc>
                <a:spcPct val="95000"/>
              </a:lnSpc>
              <a:spcBef>
                <a:spcPts val="1400"/>
              </a:spcBef>
              <a:spcAft>
                <a:spcPts val="0"/>
              </a:spcAft>
              <a:buClr>
                <a:schemeClr val="accent1"/>
              </a:buClr>
              <a:buSzPts val="1440"/>
              <a:buFont typeface="Arial"/>
              <a:buChar char="•"/>
              <a:defRPr b="0" i="0" sz="1800" u="none" cap="none" strike="noStrike">
                <a:solidFill>
                  <a:schemeClr val="dk1"/>
                </a:solidFill>
                <a:latin typeface="Century Schoolbook"/>
                <a:ea typeface="Century Schoolbook"/>
                <a:cs typeface="Century Schoolbook"/>
                <a:sym typeface="Century Schoolbook"/>
              </a:defRPr>
            </a:lvl1pPr>
            <a:lvl2pPr indent="-330200" lvl="1" marL="914400" marR="0" rtl="0" algn="l">
              <a:lnSpc>
                <a:spcPct val="90000"/>
              </a:lnSpc>
              <a:spcBef>
                <a:spcPts val="300"/>
              </a:spcBef>
              <a:spcAft>
                <a:spcPts val="0"/>
              </a:spcAft>
              <a:buClr>
                <a:schemeClr val="accent1"/>
              </a:buClr>
              <a:buSzPts val="1600"/>
              <a:buFont typeface="Noto Sans Symbols"/>
              <a:buChar char="●"/>
              <a:defRPr b="0" i="0" sz="1600" u="none" cap="none" strike="noStrike">
                <a:solidFill>
                  <a:srgbClr val="262626"/>
                </a:solidFill>
                <a:latin typeface="Century Schoolbook"/>
                <a:ea typeface="Century Schoolbook"/>
                <a:cs typeface="Century Schoolbook"/>
                <a:sym typeface="Century Schoolbook"/>
              </a:defRPr>
            </a:lvl2pPr>
            <a:lvl3pPr indent="-317500" lvl="2" marL="1371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3pPr>
            <a:lvl4pPr indent="-317500" lvl="3" marL="18288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4pPr>
            <a:lvl5pPr indent="-317500" lvl="4" marL="22860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5pPr>
            <a:lvl6pPr indent="-317500" lvl="5" marL="27432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6pPr>
            <a:lvl7pPr indent="-317500" lvl="6" marL="32004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7pPr>
            <a:lvl8pPr indent="-317500" lvl="7" marL="3657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8pPr>
            <a:lvl9pPr indent="-317500" lvl="8" marL="4114800" marR="0" rtl="0" algn="l">
              <a:lnSpc>
                <a:spcPct val="90000"/>
              </a:lnSpc>
              <a:spcBef>
                <a:spcPts val="300"/>
              </a:spcBef>
              <a:spcAft>
                <a:spcPts val="30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9pPr>
          </a:lstStyle>
          <a:p/>
        </p:txBody>
      </p:sp>
      <p:sp>
        <p:nvSpPr>
          <p:cNvPr id="33" name="Google Shape;33;p4"/>
          <p:cNvSpPr txBox="1"/>
          <p:nvPr>
            <p:ph idx="10" type="dt"/>
          </p:nvPr>
        </p:nvSpPr>
        <p:spPr>
          <a:xfrm rot="-5400000">
            <a:off x="7831456" y="1044178"/>
            <a:ext cx="1904999" cy="273844"/>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rgbClr val="DADADA"/>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34" name="Google Shape;34;p4"/>
          <p:cNvSpPr txBox="1"/>
          <p:nvPr>
            <p:ph idx="11" type="ftr"/>
          </p:nvPr>
        </p:nvSpPr>
        <p:spPr>
          <a:xfrm rot="-5400000">
            <a:off x="6993255" y="4092178"/>
            <a:ext cx="35814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rgbClr val="DADADA"/>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35" name="Google Shape;35;p4"/>
          <p:cNvSpPr txBox="1"/>
          <p:nvPr>
            <p:ph idx="12" type="sldNum"/>
          </p:nvPr>
        </p:nvSpPr>
        <p:spPr>
          <a:xfrm>
            <a:off x="8441055" y="6172201"/>
            <a:ext cx="685800" cy="593725"/>
          </a:xfrm>
          <a:prstGeom prst="rect">
            <a:avLst/>
          </a:prstGeom>
          <a:noFill/>
          <a:ln>
            <a:noFill/>
          </a:ln>
        </p:spPr>
        <p:txBody>
          <a:bodyPr anchorCtr="0" anchor="ctr" bIns="45700" lIns="27425" spcFirstLastPara="1" rIns="27425" wrap="square" tIns="45700">
            <a:noAutofit/>
          </a:bodyPr>
          <a:lstStyle>
            <a:lvl1pPr indent="0" lvl="0" marL="0" marR="0" rtl="0" algn="ctr">
              <a:spcBef>
                <a:spcPts val="0"/>
              </a:spcBef>
              <a:buNone/>
              <a:defRPr b="0" i="0" sz="3200" u="none" cap="none" strike="noStrike">
                <a:solidFill>
                  <a:srgbClr val="8E8E93"/>
                </a:solidFill>
                <a:latin typeface="Century Schoolbook"/>
                <a:ea typeface="Century Schoolbook"/>
                <a:cs typeface="Century Schoolbook"/>
                <a:sym typeface="Century Schoolbook"/>
              </a:defRPr>
            </a:lvl1pPr>
            <a:lvl2pPr indent="0" lvl="1" marL="0" marR="0" rtl="0" algn="ctr">
              <a:spcBef>
                <a:spcPts val="0"/>
              </a:spcBef>
              <a:buNone/>
              <a:defRPr b="0" i="0" sz="3200" u="none" cap="none" strike="noStrike">
                <a:solidFill>
                  <a:srgbClr val="8E8E93"/>
                </a:solidFill>
                <a:latin typeface="Century Schoolbook"/>
                <a:ea typeface="Century Schoolbook"/>
                <a:cs typeface="Century Schoolbook"/>
                <a:sym typeface="Century Schoolbook"/>
              </a:defRPr>
            </a:lvl2pPr>
            <a:lvl3pPr indent="0" lvl="2" marL="0" marR="0" rtl="0" algn="ctr">
              <a:spcBef>
                <a:spcPts val="0"/>
              </a:spcBef>
              <a:buNone/>
              <a:defRPr b="0" i="0" sz="3200" u="none" cap="none" strike="noStrike">
                <a:solidFill>
                  <a:srgbClr val="8E8E93"/>
                </a:solidFill>
                <a:latin typeface="Century Schoolbook"/>
                <a:ea typeface="Century Schoolbook"/>
                <a:cs typeface="Century Schoolbook"/>
                <a:sym typeface="Century Schoolbook"/>
              </a:defRPr>
            </a:lvl3pPr>
            <a:lvl4pPr indent="0" lvl="3" marL="0" marR="0" rtl="0" algn="ctr">
              <a:spcBef>
                <a:spcPts val="0"/>
              </a:spcBef>
              <a:buNone/>
              <a:defRPr b="0" i="0" sz="3200" u="none" cap="none" strike="noStrike">
                <a:solidFill>
                  <a:srgbClr val="8E8E93"/>
                </a:solidFill>
                <a:latin typeface="Century Schoolbook"/>
                <a:ea typeface="Century Schoolbook"/>
                <a:cs typeface="Century Schoolbook"/>
                <a:sym typeface="Century Schoolbook"/>
              </a:defRPr>
            </a:lvl4pPr>
            <a:lvl5pPr indent="0" lvl="4" marL="0" marR="0" rtl="0" algn="ctr">
              <a:spcBef>
                <a:spcPts val="0"/>
              </a:spcBef>
              <a:buNone/>
              <a:defRPr b="0" i="0" sz="3200" u="none" cap="none" strike="noStrike">
                <a:solidFill>
                  <a:srgbClr val="8E8E93"/>
                </a:solidFill>
                <a:latin typeface="Century Schoolbook"/>
                <a:ea typeface="Century Schoolbook"/>
                <a:cs typeface="Century Schoolbook"/>
                <a:sym typeface="Century Schoolbook"/>
              </a:defRPr>
            </a:lvl5pPr>
            <a:lvl6pPr indent="0" lvl="5" marL="0" marR="0" rtl="0" algn="ctr">
              <a:spcBef>
                <a:spcPts val="0"/>
              </a:spcBef>
              <a:buNone/>
              <a:defRPr b="0" i="0" sz="3200" u="none" cap="none" strike="noStrike">
                <a:solidFill>
                  <a:srgbClr val="8E8E93"/>
                </a:solidFill>
                <a:latin typeface="Century Schoolbook"/>
                <a:ea typeface="Century Schoolbook"/>
                <a:cs typeface="Century Schoolbook"/>
                <a:sym typeface="Century Schoolbook"/>
              </a:defRPr>
            </a:lvl6pPr>
            <a:lvl7pPr indent="0" lvl="6" marL="0" marR="0" rtl="0" algn="ctr">
              <a:spcBef>
                <a:spcPts val="0"/>
              </a:spcBef>
              <a:buNone/>
              <a:defRPr b="0" i="0" sz="3200" u="none" cap="none" strike="noStrike">
                <a:solidFill>
                  <a:srgbClr val="8E8E93"/>
                </a:solidFill>
                <a:latin typeface="Century Schoolbook"/>
                <a:ea typeface="Century Schoolbook"/>
                <a:cs typeface="Century Schoolbook"/>
                <a:sym typeface="Century Schoolbook"/>
              </a:defRPr>
            </a:lvl7pPr>
            <a:lvl8pPr indent="0" lvl="7" marL="0" marR="0" rtl="0" algn="ctr">
              <a:spcBef>
                <a:spcPts val="0"/>
              </a:spcBef>
              <a:buNone/>
              <a:defRPr b="0" i="0" sz="3200" u="none" cap="none" strike="noStrike">
                <a:solidFill>
                  <a:srgbClr val="8E8E93"/>
                </a:solidFill>
                <a:latin typeface="Century Schoolbook"/>
                <a:ea typeface="Century Schoolbook"/>
                <a:cs typeface="Century Schoolbook"/>
                <a:sym typeface="Century Schoolbook"/>
              </a:defRPr>
            </a:lvl8pPr>
            <a:lvl9pPr indent="0" lvl="8" marL="0" marR="0" rtl="0" algn="ctr">
              <a:spcBef>
                <a:spcPts val="0"/>
              </a:spcBef>
              <a:buNone/>
              <a:defRPr b="0" i="0" sz="3200" u="none" cap="none" strike="noStrike">
                <a:solidFill>
                  <a:srgbClr val="8E8E93"/>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census.gov/popclock/"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txBox="1"/>
          <p:nvPr>
            <p:ph type="ctrTitle"/>
          </p:nvPr>
        </p:nvSpPr>
        <p:spPr>
          <a:xfrm>
            <a:off x="946404" y="758952"/>
            <a:ext cx="7063740" cy="4041648"/>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chemeClr val="lt1"/>
              </a:buClr>
              <a:buSzPts val="6600"/>
              <a:buFont typeface="Century Schoolbook"/>
              <a:buNone/>
            </a:pPr>
            <a:r>
              <a:rPr lang="en-US"/>
              <a:t>Population Ecology</a:t>
            </a:r>
            <a:endParaRPr/>
          </a:p>
        </p:txBody>
      </p:sp>
      <p:sp>
        <p:nvSpPr>
          <p:cNvPr id="113" name="Google Shape;113;p16"/>
          <p:cNvSpPr txBox="1"/>
          <p:nvPr>
            <p:ph idx="1" type="subTitle"/>
          </p:nvPr>
        </p:nvSpPr>
        <p:spPr>
          <a:xfrm>
            <a:off x="946404" y="4800600"/>
            <a:ext cx="7063740" cy="169164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0"/>
              </a:spcBef>
              <a:spcAft>
                <a:spcPts val="0"/>
              </a:spcAft>
              <a:buSzPts val="1600"/>
              <a:buNone/>
            </a:pPr>
            <a:r>
              <a:rPr lang="en-US"/>
              <a:t>and human carrying capacity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txBox="1"/>
          <p:nvPr>
            <p:ph type="title"/>
          </p:nvPr>
        </p:nvSpPr>
        <p:spPr>
          <a:xfrm>
            <a:off x="346579" y="-98790"/>
            <a:ext cx="7269600" cy="13257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entury Schoolbook"/>
              <a:buNone/>
            </a:pPr>
            <a:r>
              <a:rPr lang="en-US"/>
              <a:t>Population Ecology</a:t>
            </a:r>
            <a:endParaRPr/>
          </a:p>
        </p:txBody>
      </p:sp>
      <p:sp>
        <p:nvSpPr>
          <p:cNvPr id="119" name="Google Shape;119;p17"/>
          <p:cNvSpPr txBox="1"/>
          <p:nvPr>
            <p:ph idx="1" type="body"/>
          </p:nvPr>
        </p:nvSpPr>
        <p:spPr>
          <a:xfrm>
            <a:off x="457200" y="1467450"/>
            <a:ext cx="8229600" cy="4896000"/>
          </a:xfrm>
          <a:prstGeom prst="rect">
            <a:avLst/>
          </a:prstGeom>
          <a:noFill/>
          <a:ln>
            <a:noFill/>
          </a:ln>
        </p:spPr>
        <p:txBody>
          <a:bodyPr anchorCtr="0" anchor="t" bIns="45700" lIns="91425" spcFirstLastPara="1" rIns="91425" wrap="square" tIns="45700">
            <a:noAutofit/>
          </a:bodyPr>
          <a:lstStyle/>
          <a:p>
            <a:pPr indent="-182880" lvl="0" marL="182880" rtl="0" algn="l">
              <a:lnSpc>
                <a:spcPct val="95000"/>
              </a:lnSpc>
              <a:spcBef>
                <a:spcPts val="0"/>
              </a:spcBef>
              <a:spcAft>
                <a:spcPts val="0"/>
              </a:spcAft>
              <a:buSzPts val="2560"/>
              <a:buChar char="•"/>
            </a:pPr>
            <a:r>
              <a:rPr lang="en-US" sz="3200"/>
              <a:t>Population ecology studies organisms from the point of view of the size and structure of their populations</a:t>
            </a:r>
            <a:endParaRPr/>
          </a:p>
          <a:p>
            <a:pPr indent="-182880" lvl="1" marL="457200" rtl="0" algn="l">
              <a:lnSpc>
                <a:spcPct val="90000"/>
              </a:lnSpc>
              <a:spcBef>
                <a:spcPts val="500"/>
              </a:spcBef>
              <a:spcAft>
                <a:spcPts val="0"/>
              </a:spcAft>
              <a:buSzPts val="2800"/>
              <a:buChar char="●"/>
            </a:pPr>
            <a:r>
              <a:rPr lang="en-US" sz="2800"/>
              <a:t>Study the environment by measuring certain properties</a:t>
            </a:r>
            <a:endParaRPr/>
          </a:p>
          <a:p>
            <a:pPr indent="-182880" lvl="2" marL="731520" rtl="0" algn="l">
              <a:lnSpc>
                <a:spcPct val="90000"/>
              </a:lnSpc>
              <a:spcBef>
                <a:spcPts val="600"/>
              </a:spcBef>
              <a:spcAft>
                <a:spcPts val="0"/>
              </a:spcAft>
              <a:buSzPts val="2400"/>
              <a:buChar char="●"/>
            </a:pPr>
            <a:r>
              <a:rPr lang="en-US" sz="2400"/>
              <a:t>Size</a:t>
            </a:r>
            <a:endParaRPr/>
          </a:p>
          <a:p>
            <a:pPr indent="-182880" lvl="2" marL="731520" rtl="0" algn="l">
              <a:lnSpc>
                <a:spcPct val="90000"/>
              </a:lnSpc>
              <a:spcBef>
                <a:spcPts val="600"/>
              </a:spcBef>
              <a:spcAft>
                <a:spcPts val="0"/>
              </a:spcAft>
              <a:buSzPts val="2400"/>
              <a:buChar char="●"/>
            </a:pPr>
            <a:r>
              <a:rPr lang="en-US" sz="2400"/>
              <a:t>Density</a:t>
            </a:r>
            <a:endParaRPr/>
          </a:p>
          <a:p>
            <a:pPr indent="-182880" lvl="2" marL="731520" rtl="0" algn="l">
              <a:lnSpc>
                <a:spcPct val="90000"/>
              </a:lnSpc>
              <a:spcBef>
                <a:spcPts val="600"/>
              </a:spcBef>
              <a:spcAft>
                <a:spcPts val="0"/>
              </a:spcAft>
              <a:buSzPts val="2400"/>
              <a:buChar char="●"/>
            </a:pPr>
            <a:r>
              <a:rPr lang="en-US" sz="2400"/>
              <a:t>Patterns of dispersion</a:t>
            </a:r>
            <a:endParaRPr/>
          </a:p>
          <a:p>
            <a:pPr indent="-182880" lvl="2" marL="731520" rtl="0" algn="l">
              <a:lnSpc>
                <a:spcPct val="90000"/>
              </a:lnSpc>
              <a:spcBef>
                <a:spcPts val="600"/>
              </a:spcBef>
              <a:spcAft>
                <a:spcPts val="0"/>
              </a:spcAft>
              <a:buSzPts val="2400"/>
              <a:buChar char="●"/>
            </a:pPr>
            <a:r>
              <a:rPr lang="en-US" sz="2400"/>
              <a:t>Demographic</a:t>
            </a:r>
            <a:endParaRPr/>
          </a:p>
          <a:p>
            <a:pPr indent="-182880" lvl="2" marL="731520" rtl="0" algn="l">
              <a:lnSpc>
                <a:spcPct val="90000"/>
              </a:lnSpc>
              <a:spcBef>
                <a:spcPts val="600"/>
              </a:spcBef>
              <a:spcAft>
                <a:spcPts val="0"/>
              </a:spcAft>
              <a:buSzPts val="2400"/>
              <a:buChar char="●"/>
            </a:pPr>
            <a:r>
              <a:rPr lang="en-US" sz="2400"/>
              <a:t>Growth</a:t>
            </a:r>
            <a:endParaRPr/>
          </a:p>
          <a:p>
            <a:pPr indent="-182880" lvl="2" marL="731520" rtl="0" algn="l">
              <a:lnSpc>
                <a:spcPct val="90000"/>
              </a:lnSpc>
              <a:spcBef>
                <a:spcPts val="600"/>
              </a:spcBef>
              <a:spcAft>
                <a:spcPts val="0"/>
              </a:spcAft>
              <a:buSzPts val="2400"/>
              <a:buChar char="●"/>
            </a:pPr>
            <a:r>
              <a:rPr lang="en-US" sz="2400"/>
              <a:t>Limiting factors</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entury Schoolbook"/>
              <a:buNone/>
            </a:pPr>
            <a:r>
              <a:rPr lang="en-US"/>
              <a:t>Definition</a:t>
            </a:r>
            <a:endParaRPr/>
          </a:p>
        </p:txBody>
      </p:sp>
      <p:sp>
        <p:nvSpPr>
          <p:cNvPr id="125" name="Google Shape;125;p18"/>
          <p:cNvSpPr txBox="1"/>
          <p:nvPr>
            <p:ph idx="1" type="body"/>
          </p:nvPr>
        </p:nvSpPr>
        <p:spPr>
          <a:xfrm>
            <a:off x="946404" y="1828801"/>
            <a:ext cx="6446520" cy="4351337"/>
          </a:xfrm>
          <a:prstGeom prst="rect">
            <a:avLst/>
          </a:prstGeom>
          <a:noFill/>
          <a:ln>
            <a:noFill/>
          </a:ln>
        </p:spPr>
        <p:txBody>
          <a:bodyPr anchorCtr="0" anchor="t" bIns="45700" lIns="91425" spcFirstLastPara="1" rIns="91425" wrap="square" tIns="45700">
            <a:noAutofit/>
          </a:bodyPr>
          <a:lstStyle/>
          <a:p>
            <a:pPr indent="-182880" lvl="0" marL="182880" rtl="0" algn="l">
              <a:lnSpc>
                <a:spcPct val="95000"/>
              </a:lnSpc>
              <a:spcBef>
                <a:spcPts val="0"/>
              </a:spcBef>
              <a:spcAft>
                <a:spcPts val="0"/>
              </a:spcAft>
              <a:buSzPts val="2240"/>
              <a:buChar char="•"/>
            </a:pPr>
            <a:r>
              <a:rPr lang="en-US" sz="2800"/>
              <a:t>A population is an ecological sense is a group of organisms, of the same species, which roughly occupy the same geographical area at the same time</a:t>
            </a:r>
            <a:endParaRPr sz="2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entury Schoolbook"/>
              <a:buNone/>
            </a:pPr>
            <a:r>
              <a:rPr lang="en-US"/>
              <a:t>4 things that can affect the size of populations</a:t>
            </a:r>
            <a:endParaRPr/>
          </a:p>
        </p:txBody>
      </p:sp>
      <p:sp>
        <p:nvSpPr>
          <p:cNvPr id="131" name="Google Shape;131;p19"/>
          <p:cNvSpPr txBox="1"/>
          <p:nvPr>
            <p:ph idx="1" type="body"/>
          </p:nvPr>
        </p:nvSpPr>
        <p:spPr>
          <a:xfrm>
            <a:off x="946404" y="1828801"/>
            <a:ext cx="6446520" cy="4351337"/>
          </a:xfrm>
          <a:prstGeom prst="rect">
            <a:avLst/>
          </a:prstGeom>
          <a:noFill/>
          <a:ln>
            <a:noFill/>
          </a:ln>
        </p:spPr>
        <p:txBody>
          <a:bodyPr anchorCtr="0" anchor="t" bIns="45700" lIns="91425" spcFirstLastPara="1" rIns="91425" wrap="square" tIns="45700">
            <a:noAutofit/>
          </a:bodyPr>
          <a:lstStyle/>
          <a:p>
            <a:pPr indent="-182880" lvl="0" marL="182880" rtl="0" algn="l">
              <a:lnSpc>
                <a:spcPct val="95000"/>
              </a:lnSpc>
              <a:spcBef>
                <a:spcPts val="0"/>
              </a:spcBef>
              <a:spcAft>
                <a:spcPts val="0"/>
              </a:spcAft>
              <a:buSzPts val="1920"/>
              <a:buChar char="•"/>
            </a:pPr>
            <a:r>
              <a:rPr lang="en-US" sz="2400"/>
              <a:t>Birth rate</a:t>
            </a:r>
            <a:endParaRPr/>
          </a:p>
          <a:p>
            <a:pPr indent="-182880" lvl="1" marL="457200" rtl="0" algn="l">
              <a:lnSpc>
                <a:spcPct val="90000"/>
              </a:lnSpc>
              <a:spcBef>
                <a:spcPts val="500"/>
              </a:spcBef>
              <a:spcAft>
                <a:spcPts val="0"/>
              </a:spcAft>
              <a:buSzPts val="2000"/>
              <a:buChar char="●"/>
            </a:pPr>
            <a:r>
              <a:rPr lang="en-US" sz="2000"/>
              <a:t>Rate at which new members are being born</a:t>
            </a:r>
            <a:endParaRPr/>
          </a:p>
          <a:p>
            <a:pPr indent="-182880" lvl="0" marL="182880" rtl="0" algn="l">
              <a:lnSpc>
                <a:spcPct val="95000"/>
              </a:lnSpc>
              <a:spcBef>
                <a:spcPts val="1700"/>
              </a:spcBef>
              <a:spcAft>
                <a:spcPts val="0"/>
              </a:spcAft>
              <a:buSzPts val="1920"/>
              <a:buChar char="•"/>
            </a:pPr>
            <a:r>
              <a:rPr lang="en-US" sz="2400"/>
              <a:t>Death rate</a:t>
            </a:r>
            <a:endParaRPr/>
          </a:p>
          <a:p>
            <a:pPr indent="-182880" lvl="1" marL="457200" rtl="0" algn="l">
              <a:lnSpc>
                <a:spcPct val="90000"/>
              </a:lnSpc>
              <a:spcBef>
                <a:spcPts val="500"/>
              </a:spcBef>
              <a:spcAft>
                <a:spcPts val="0"/>
              </a:spcAft>
              <a:buSzPts val="2000"/>
              <a:buChar char="●"/>
            </a:pPr>
            <a:r>
              <a:rPr lang="en-US" sz="2000"/>
              <a:t>Rate at which members are dying</a:t>
            </a:r>
            <a:endParaRPr/>
          </a:p>
          <a:p>
            <a:pPr indent="-182880" lvl="0" marL="182880" rtl="0" algn="l">
              <a:lnSpc>
                <a:spcPct val="95000"/>
              </a:lnSpc>
              <a:spcBef>
                <a:spcPts val="1700"/>
              </a:spcBef>
              <a:spcAft>
                <a:spcPts val="0"/>
              </a:spcAft>
              <a:buSzPts val="1920"/>
              <a:buChar char="•"/>
            </a:pPr>
            <a:r>
              <a:rPr lang="en-US" sz="2400"/>
              <a:t>Immigration</a:t>
            </a:r>
            <a:endParaRPr/>
          </a:p>
          <a:p>
            <a:pPr indent="-182880" lvl="1" marL="457200" rtl="0" algn="l">
              <a:lnSpc>
                <a:spcPct val="90000"/>
              </a:lnSpc>
              <a:spcBef>
                <a:spcPts val="500"/>
              </a:spcBef>
              <a:spcAft>
                <a:spcPts val="0"/>
              </a:spcAft>
              <a:buSzPts val="2000"/>
              <a:buChar char="●"/>
            </a:pPr>
            <a:r>
              <a:rPr lang="en-US" sz="2000"/>
              <a:t>Rate at which new members are entering the population</a:t>
            </a:r>
            <a:endParaRPr/>
          </a:p>
          <a:p>
            <a:pPr indent="-182880" lvl="0" marL="182880" rtl="0" algn="l">
              <a:lnSpc>
                <a:spcPct val="95000"/>
              </a:lnSpc>
              <a:spcBef>
                <a:spcPts val="1700"/>
              </a:spcBef>
              <a:spcAft>
                <a:spcPts val="0"/>
              </a:spcAft>
              <a:buSzPts val="1920"/>
              <a:buChar char="•"/>
            </a:pPr>
            <a:r>
              <a:rPr lang="en-US" sz="2400"/>
              <a:t>Emigration</a:t>
            </a:r>
            <a:endParaRPr/>
          </a:p>
          <a:p>
            <a:pPr indent="-182880" lvl="1" marL="457200" rtl="0" algn="l">
              <a:lnSpc>
                <a:spcPct val="90000"/>
              </a:lnSpc>
              <a:spcBef>
                <a:spcPts val="500"/>
              </a:spcBef>
              <a:spcAft>
                <a:spcPts val="0"/>
              </a:spcAft>
              <a:buSzPts val="2000"/>
              <a:buChar char="●"/>
            </a:pPr>
            <a:r>
              <a:rPr lang="en-US" sz="2000"/>
              <a:t>Rate at which members are leaving the population</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entury Schoolbook"/>
              <a:buNone/>
            </a:pPr>
            <a:r>
              <a:rPr lang="en-US"/>
              <a:t>Population growth</a:t>
            </a:r>
            <a:endParaRPr/>
          </a:p>
        </p:txBody>
      </p:sp>
      <p:sp>
        <p:nvSpPr>
          <p:cNvPr id="137" name="Google Shape;137;p20"/>
          <p:cNvSpPr txBox="1"/>
          <p:nvPr>
            <p:ph idx="1" type="body"/>
          </p:nvPr>
        </p:nvSpPr>
        <p:spPr>
          <a:xfrm>
            <a:off x="946404" y="1828801"/>
            <a:ext cx="6446520" cy="4351337"/>
          </a:xfrm>
          <a:prstGeom prst="rect">
            <a:avLst/>
          </a:prstGeom>
          <a:noFill/>
          <a:ln>
            <a:noFill/>
          </a:ln>
        </p:spPr>
        <p:txBody>
          <a:bodyPr anchorCtr="0" anchor="t" bIns="45700" lIns="91425" spcFirstLastPara="1" rIns="91425" wrap="square" tIns="45700">
            <a:noAutofit/>
          </a:bodyPr>
          <a:lstStyle/>
          <a:p>
            <a:pPr indent="-182880" lvl="0" marL="182880" rtl="0" algn="l">
              <a:lnSpc>
                <a:spcPct val="95000"/>
              </a:lnSpc>
              <a:spcBef>
                <a:spcPts val="0"/>
              </a:spcBef>
              <a:spcAft>
                <a:spcPts val="0"/>
              </a:spcAft>
              <a:buSzPts val="2240"/>
              <a:buChar char="•"/>
            </a:pPr>
            <a:r>
              <a:rPr lang="en-US" sz="2800"/>
              <a:t>Population growth occurs when the combination of </a:t>
            </a:r>
            <a:r>
              <a:rPr lang="en-US" sz="2800" u="sng"/>
              <a:t>birth rate </a:t>
            </a:r>
            <a:r>
              <a:rPr lang="en-US" sz="2800"/>
              <a:t>and </a:t>
            </a:r>
            <a:r>
              <a:rPr lang="en-US" sz="2800" u="sng"/>
              <a:t>immigration</a:t>
            </a:r>
            <a:r>
              <a:rPr lang="en-US" sz="2800"/>
              <a:t> exceeds (faster than) </a:t>
            </a:r>
            <a:r>
              <a:rPr lang="en-US" sz="2800" u="sng"/>
              <a:t>death rate</a:t>
            </a:r>
            <a:r>
              <a:rPr lang="en-US" sz="2800"/>
              <a:t> and </a:t>
            </a:r>
            <a:r>
              <a:rPr lang="en-US" sz="2800" u="sng"/>
              <a:t>emigration</a:t>
            </a:r>
            <a:r>
              <a:rPr lang="en-US" sz="2800"/>
              <a:t> </a:t>
            </a:r>
            <a:endParaRPr/>
          </a:p>
          <a:p>
            <a:pPr indent="-40640" lvl="0" marL="182880" rtl="0" algn="l">
              <a:lnSpc>
                <a:spcPct val="95000"/>
              </a:lnSpc>
              <a:spcBef>
                <a:spcPts val="1600"/>
              </a:spcBef>
              <a:spcAft>
                <a:spcPts val="0"/>
              </a:spcAft>
              <a:buSzPts val="2240"/>
              <a:buNone/>
            </a:pPr>
            <a:r>
              <a:t/>
            </a:r>
            <a:endParaRPr sz="2800"/>
          </a:p>
          <a:p>
            <a:pPr indent="-182880" lvl="0" marL="182880" rtl="0" algn="l">
              <a:lnSpc>
                <a:spcPct val="95000"/>
              </a:lnSpc>
              <a:spcBef>
                <a:spcPts val="1600"/>
              </a:spcBef>
              <a:spcAft>
                <a:spcPts val="0"/>
              </a:spcAft>
              <a:buSzPts val="2240"/>
              <a:buChar char="•"/>
            </a:pPr>
            <a:r>
              <a:rPr lang="en-US" sz="2800" u="sng">
                <a:solidFill>
                  <a:schemeClr val="hlink"/>
                </a:solidFill>
                <a:hlinkClick r:id="rId3"/>
              </a:rPr>
              <a:t>https://www.census.gov/popclock/</a:t>
            </a:r>
            <a:endParaRPr sz="2800"/>
          </a:p>
          <a:p>
            <a:pPr indent="-40640" lvl="0" marL="182880" rtl="0" algn="l">
              <a:lnSpc>
                <a:spcPct val="95000"/>
              </a:lnSpc>
              <a:spcBef>
                <a:spcPts val="1600"/>
              </a:spcBef>
              <a:spcAft>
                <a:spcPts val="0"/>
              </a:spcAft>
              <a:buSzPts val="2240"/>
              <a:buNone/>
            </a:pPr>
            <a:r>
              <a:t/>
            </a:r>
            <a:endParaRPr sz="2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216350" y="100279"/>
            <a:ext cx="7269600" cy="8583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entury Schoolbook"/>
              <a:buNone/>
            </a:pPr>
            <a:r>
              <a:rPr lang="en-US"/>
              <a:t>Population growth</a:t>
            </a:r>
            <a:endParaRPr/>
          </a:p>
        </p:txBody>
      </p:sp>
      <p:sp>
        <p:nvSpPr>
          <p:cNvPr id="143" name="Google Shape;143;p21"/>
          <p:cNvSpPr txBox="1"/>
          <p:nvPr>
            <p:ph idx="1" type="body"/>
          </p:nvPr>
        </p:nvSpPr>
        <p:spPr>
          <a:xfrm>
            <a:off x="680929" y="1021326"/>
            <a:ext cx="6446400" cy="4351200"/>
          </a:xfrm>
          <a:prstGeom prst="rect">
            <a:avLst/>
          </a:prstGeom>
          <a:noFill/>
          <a:ln>
            <a:noFill/>
          </a:ln>
        </p:spPr>
        <p:txBody>
          <a:bodyPr anchorCtr="0" anchor="t" bIns="45700" lIns="91425" spcFirstLastPara="1" rIns="91425" wrap="square" tIns="45700">
            <a:noAutofit/>
          </a:bodyPr>
          <a:lstStyle/>
          <a:p>
            <a:pPr indent="-182880" lvl="0" marL="182880" rtl="0" algn="l">
              <a:lnSpc>
                <a:spcPct val="95000"/>
              </a:lnSpc>
              <a:spcBef>
                <a:spcPts val="0"/>
              </a:spcBef>
              <a:spcAft>
                <a:spcPts val="0"/>
              </a:spcAft>
              <a:buSzPts val="2240"/>
              <a:buChar char="•"/>
            </a:pPr>
            <a:r>
              <a:rPr lang="en-US" sz="2800"/>
              <a:t>Two types of population graphs:</a:t>
            </a:r>
            <a:endParaRPr/>
          </a:p>
          <a:p>
            <a:pPr indent="-182880" lvl="1" marL="457200" rtl="0" algn="l">
              <a:lnSpc>
                <a:spcPct val="90000"/>
              </a:lnSpc>
              <a:spcBef>
                <a:spcPts val="500"/>
              </a:spcBef>
              <a:spcAft>
                <a:spcPts val="0"/>
              </a:spcAft>
              <a:buSzPts val="2600"/>
              <a:buChar char="●"/>
            </a:pPr>
            <a:r>
              <a:rPr lang="en-US" sz="2600"/>
              <a:t>Exponential growth (J-curve)</a:t>
            </a:r>
            <a:endParaRPr/>
          </a:p>
          <a:p>
            <a:pPr indent="-17780" lvl="1" marL="457200" rtl="0" algn="l">
              <a:lnSpc>
                <a:spcPct val="90000"/>
              </a:lnSpc>
              <a:spcBef>
                <a:spcPts val="600"/>
              </a:spcBef>
              <a:spcAft>
                <a:spcPts val="0"/>
              </a:spcAft>
              <a:buSzPts val="2600"/>
              <a:buNone/>
            </a:pPr>
            <a:r>
              <a:t/>
            </a:r>
            <a:endParaRPr sz="2600"/>
          </a:p>
          <a:p>
            <a:pPr indent="-17780" lvl="1" marL="457200" rtl="0" algn="l">
              <a:lnSpc>
                <a:spcPct val="90000"/>
              </a:lnSpc>
              <a:spcBef>
                <a:spcPts val="600"/>
              </a:spcBef>
              <a:spcAft>
                <a:spcPts val="0"/>
              </a:spcAft>
              <a:buSzPts val="2600"/>
              <a:buNone/>
            </a:pPr>
            <a:r>
              <a:t/>
            </a:r>
            <a:endParaRPr sz="2600"/>
          </a:p>
        </p:txBody>
      </p:sp>
      <p:pic>
        <p:nvPicPr>
          <p:cNvPr descr="human pop growth" id="144" name="Google Shape;144;p21"/>
          <p:cNvPicPr preferRelativeResize="0"/>
          <p:nvPr/>
        </p:nvPicPr>
        <p:blipFill rotWithShape="1">
          <a:blip r:embed="rId3">
            <a:alphaModFix/>
          </a:blip>
          <a:srcRect b="0" l="0" r="0" t="0"/>
          <a:stretch/>
        </p:blipFill>
        <p:spPr>
          <a:xfrm>
            <a:off x="421923" y="2094770"/>
            <a:ext cx="7296242" cy="401926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txBox="1"/>
          <p:nvPr>
            <p:ph idx="1" type="body"/>
          </p:nvPr>
        </p:nvSpPr>
        <p:spPr>
          <a:xfrm>
            <a:off x="204716" y="805219"/>
            <a:ext cx="7188208" cy="5716114"/>
          </a:xfrm>
          <a:prstGeom prst="rect">
            <a:avLst/>
          </a:prstGeom>
          <a:noFill/>
          <a:ln>
            <a:noFill/>
          </a:ln>
        </p:spPr>
        <p:txBody>
          <a:bodyPr anchorCtr="0" anchor="t" bIns="45700" lIns="91425" spcFirstLastPara="1" rIns="91425" wrap="square" tIns="45700">
            <a:noAutofit/>
          </a:bodyPr>
          <a:lstStyle/>
          <a:p>
            <a:pPr indent="-182880" lvl="0" marL="182880" rtl="0" algn="l">
              <a:lnSpc>
                <a:spcPct val="95000"/>
              </a:lnSpc>
              <a:spcBef>
                <a:spcPts val="0"/>
              </a:spcBef>
              <a:spcAft>
                <a:spcPts val="0"/>
              </a:spcAft>
              <a:buSzPts val="1920"/>
              <a:buChar char="•"/>
            </a:pPr>
            <a:r>
              <a:rPr lang="en-US" sz="2400"/>
              <a:t>In general, organisms will reproduce as much as they possibly can!</a:t>
            </a:r>
            <a:endParaRPr/>
          </a:p>
          <a:p>
            <a:pPr indent="-182880" lvl="0" marL="182880" rtl="0" algn="l">
              <a:lnSpc>
                <a:spcPct val="95000"/>
              </a:lnSpc>
              <a:spcBef>
                <a:spcPts val="1600"/>
              </a:spcBef>
              <a:spcAft>
                <a:spcPts val="0"/>
              </a:spcAft>
              <a:buSzPts val="1920"/>
              <a:buChar char="•"/>
            </a:pPr>
            <a:r>
              <a:rPr lang="en-US" sz="2400"/>
              <a:t>However, a population does not grow indefinitely. At some point, the population stops growing and declines as a result of one or more limiting factors</a:t>
            </a:r>
            <a:endParaRPr/>
          </a:p>
          <a:p>
            <a:pPr indent="-182880" lvl="0" marL="182880" rtl="0" algn="l">
              <a:lnSpc>
                <a:spcPct val="95000"/>
              </a:lnSpc>
              <a:spcBef>
                <a:spcPts val="1600"/>
              </a:spcBef>
              <a:spcAft>
                <a:spcPts val="0"/>
              </a:spcAft>
              <a:buSzPts val="1920"/>
              <a:buChar char="•"/>
            </a:pPr>
            <a:r>
              <a:rPr lang="en-US" sz="2400"/>
              <a:t>A </a:t>
            </a:r>
            <a:r>
              <a:rPr lang="en-US" sz="2400" u="sng"/>
              <a:t>limiting factor</a:t>
            </a:r>
            <a:r>
              <a:rPr lang="en-US" sz="2400"/>
              <a:t> is a resource or environmental condition that limits a population’s growth, i.e. reduces the size or distribution of a population</a:t>
            </a:r>
            <a:endParaRPr/>
          </a:p>
          <a:p>
            <a:pPr indent="-182880" lvl="0" marL="182880" rtl="0" algn="l">
              <a:lnSpc>
                <a:spcPct val="95000"/>
              </a:lnSpc>
              <a:spcBef>
                <a:spcPts val="1600"/>
              </a:spcBef>
              <a:spcAft>
                <a:spcPts val="0"/>
              </a:spcAft>
              <a:buSzPts val="1920"/>
              <a:buChar char="•"/>
            </a:pPr>
            <a:r>
              <a:rPr lang="en-US" sz="2400"/>
              <a:t>Over time, there is a dynamic balance between population potential (i.e. reproduction) and limiting factors that causes population sizes to fluctuate.</a:t>
            </a:r>
            <a:endParaRPr sz="2400"/>
          </a:p>
        </p:txBody>
      </p:sp>
      <p:sp>
        <p:nvSpPr>
          <p:cNvPr id="150" name="Google Shape;150;p22"/>
          <p:cNvSpPr txBox="1"/>
          <p:nvPr/>
        </p:nvSpPr>
        <p:spPr>
          <a:xfrm>
            <a:off x="475625" y="0"/>
            <a:ext cx="77724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400">
                <a:solidFill>
                  <a:srgbClr val="000000"/>
                </a:solidFill>
                <a:latin typeface="Times"/>
                <a:ea typeface="Times"/>
                <a:cs typeface="Times"/>
                <a:sym typeface="Times"/>
              </a:rPr>
              <a:t>Limiting factors</a:t>
            </a:r>
            <a:endParaRPr sz="4400">
              <a:solidFill>
                <a:srgbClr val="000000"/>
              </a:solidFill>
              <a:latin typeface="Times"/>
              <a:ea typeface="Times"/>
              <a:cs typeface="Times"/>
              <a:sym typeface="Time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type="title"/>
          </p:nvPr>
        </p:nvSpPr>
        <p:spPr>
          <a:xfrm>
            <a:off x="946404" y="365760"/>
            <a:ext cx="7269600" cy="1325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23"/>
          <p:cNvSpPr txBox="1"/>
          <p:nvPr>
            <p:ph idx="1" type="body"/>
          </p:nvPr>
        </p:nvSpPr>
        <p:spPr>
          <a:xfrm>
            <a:off x="946404" y="1828801"/>
            <a:ext cx="6446400" cy="4351200"/>
          </a:xfrm>
          <a:prstGeom prst="rect">
            <a:avLst/>
          </a:prstGeom>
        </p:spPr>
        <p:txBody>
          <a:bodyPr anchorCtr="0" anchor="t" bIns="45700" lIns="91425" spcFirstLastPara="1" rIns="91425" wrap="square" tIns="45700">
            <a:noAutofit/>
          </a:bodyPr>
          <a:lstStyle/>
          <a:p>
            <a:pPr indent="0" lvl="0" marL="0" rtl="0" algn="l">
              <a:spcBef>
                <a:spcPts val="1400"/>
              </a:spcBef>
              <a:spcAft>
                <a:spcPts val="200"/>
              </a:spcAft>
              <a:buNone/>
            </a:pPr>
            <a:r>
              <a:t/>
            </a:r>
            <a:endParaRPr/>
          </a:p>
        </p:txBody>
      </p:sp>
      <p:pic>
        <p:nvPicPr>
          <p:cNvPr id="158" name="Google Shape;158;p23"/>
          <p:cNvPicPr preferRelativeResize="0"/>
          <p:nvPr/>
        </p:nvPicPr>
        <p:blipFill rotWithShape="1">
          <a:blip r:embed="rId3">
            <a:alphaModFix/>
          </a:blip>
          <a:srcRect b="0" l="0" r="0" t="0"/>
          <a:stretch/>
        </p:blipFill>
        <p:spPr>
          <a:xfrm>
            <a:off x="523900" y="259612"/>
            <a:ext cx="7291388" cy="614521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txBox="1"/>
          <p:nvPr>
            <p:ph type="title"/>
          </p:nvPr>
        </p:nvSpPr>
        <p:spPr>
          <a:xfrm>
            <a:off x="946400" y="365754"/>
            <a:ext cx="7269600" cy="7476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entury Schoolbook"/>
              <a:buNone/>
            </a:pPr>
            <a:r>
              <a:rPr lang="en-US"/>
              <a:t>Carrying Capacity</a:t>
            </a:r>
            <a:endParaRPr/>
          </a:p>
        </p:txBody>
      </p:sp>
      <p:sp>
        <p:nvSpPr>
          <p:cNvPr id="164" name="Google Shape;164;p24"/>
          <p:cNvSpPr txBox="1"/>
          <p:nvPr>
            <p:ph idx="1" type="body"/>
          </p:nvPr>
        </p:nvSpPr>
        <p:spPr>
          <a:xfrm>
            <a:off x="824725" y="1165125"/>
            <a:ext cx="6446400" cy="3111900"/>
          </a:xfrm>
          <a:prstGeom prst="rect">
            <a:avLst/>
          </a:prstGeom>
          <a:noFill/>
          <a:ln>
            <a:noFill/>
          </a:ln>
        </p:spPr>
        <p:txBody>
          <a:bodyPr anchorCtr="0" anchor="t" bIns="45700" lIns="91425" spcFirstLastPara="1" rIns="91425" wrap="square" tIns="45700">
            <a:noAutofit/>
          </a:bodyPr>
          <a:lstStyle/>
          <a:p>
            <a:pPr indent="-182880" lvl="0" marL="182880" rtl="0" algn="l">
              <a:lnSpc>
                <a:spcPct val="95000"/>
              </a:lnSpc>
              <a:spcBef>
                <a:spcPts val="0"/>
              </a:spcBef>
              <a:spcAft>
                <a:spcPts val="0"/>
              </a:spcAft>
              <a:buSzPts val="1920"/>
              <a:buChar char="•"/>
            </a:pPr>
            <a:r>
              <a:rPr lang="en-US" sz="2400"/>
              <a:t>Limiting factors for populations are usually </a:t>
            </a:r>
            <a:r>
              <a:rPr lang="en-US" sz="2400" u="sng"/>
              <a:t>resources</a:t>
            </a:r>
            <a:r>
              <a:rPr lang="en-US" sz="2400"/>
              <a:t> (e.g. food, water, habitat), and there is a finite amount of these resources in any environment.</a:t>
            </a:r>
            <a:endParaRPr/>
          </a:p>
          <a:p>
            <a:pPr indent="0" lvl="0" marL="0" rtl="0" algn="l">
              <a:lnSpc>
                <a:spcPct val="95000"/>
              </a:lnSpc>
              <a:spcBef>
                <a:spcPts val="1600"/>
              </a:spcBef>
              <a:spcAft>
                <a:spcPts val="0"/>
              </a:spcAft>
              <a:buSzPts val="840"/>
              <a:buFont typeface="Century Schoolbook"/>
              <a:buNone/>
            </a:pPr>
            <a:r>
              <a:t/>
            </a:r>
            <a:endParaRPr sz="1050"/>
          </a:p>
          <a:p>
            <a:pPr indent="-182880" lvl="0" marL="182880" rtl="0" algn="l">
              <a:lnSpc>
                <a:spcPct val="95000"/>
              </a:lnSpc>
              <a:spcBef>
                <a:spcPts val="1600"/>
              </a:spcBef>
              <a:spcAft>
                <a:spcPts val="0"/>
              </a:spcAft>
              <a:buSzPts val="1920"/>
              <a:buChar char="•"/>
            </a:pPr>
            <a:r>
              <a:rPr lang="en-US" sz="2400" u="sng"/>
              <a:t>Carrying capacity </a:t>
            </a:r>
            <a:r>
              <a:rPr lang="en-US" sz="2400"/>
              <a:t>= the number of organisms the environment can support over time</a:t>
            </a:r>
            <a:endParaRPr/>
          </a:p>
          <a:p>
            <a:pPr indent="-91440" lvl="0" marL="182880" rtl="0" algn="l">
              <a:lnSpc>
                <a:spcPct val="95000"/>
              </a:lnSpc>
              <a:spcBef>
                <a:spcPts val="1600"/>
              </a:spcBef>
              <a:spcAft>
                <a:spcPts val="0"/>
              </a:spcAft>
              <a:buSzPts val="1440"/>
              <a:buNone/>
            </a:pPr>
            <a:r>
              <a:t/>
            </a:r>
            <a:endParaRPr/>
          </a:p>
        </p:txBody>
      </p:sp>
      <p:sp>
        <p:nvSpPr>
          <p:cNvPr id="165" name="Google Shape;165;p24"/>
          <p:cNvSpPr txBox="1"/>
          <p:nvPr/>
        </p:nvSpPr>
        <p:spPr>
          <a:xfrm>
            <a:off x="468425" y="4490875"/>
            <a:ext cx="7269600" cy="18264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US" sz="2700">
                <a:solidFill>
                  <a:schemeClr val="dk1"/>
                </a:solidFill>
                <a:latin typeface="Times"/>
                <a:ea typeface="Times"/>
                <a:cs typeface="Times"/>
                <a:sym typeface="Times"/>
              </a:rPr>
              <a:t>From your Unit Guide:</a:t>
            </a:r>
            <a:endParaRPr sz="2900">
              <a:solidFill>
                <a:schemeClr val="dk1"/>
              </a:solidFill>
              <a:latin typeface="Times"/>
              <a:ea typeface="Times"/>
              <a:cs typeface="Times"/>
              <a:sym typeface="Times"/>
            </a:endParaRPr>
          </a:p>
          <a:p>
            <a:pPr indent="0" lvl="0" marL="0" rtl="0" algn="l">
              <a:spcBef>
                <a:spcPts val="560"/>
              </a:spcBef>
              <a:spcAft>
                <a:spcPts val="0"/>
              </a:spcAft>
              <a:buNone/>
            </a:pPr>
            <a:r>
              <a:rPr i="1" lang="en-US" sz="2500">
                <a:solidFill>
                  <a:schemeClr val="dk1"/>
                </a:solidFill>
                <a:latin typeface="Times"/>
                <a:ea typeface="Times"/>
                <a:cs typeface="Times"/>
                <a:sym typeface="Times"/>
              </a:rPr>
              <a:t>Carrying capacity refers to the number of organisms that can live </a:t>
            </a:r>
            <a:r>
              <a:rPr i="1" lang="en-US" sz="2500" u="sng">
                <a:solidFill>
                  <a:schemeClr val="dk1"/>
                </a:solidFill>
                <a:latin typeface="Times"/>
                <a:ea typeface="Times"/>
                <a:cs typeface="Times"/>
                <a:sym typeface="Times"/>
              </a:rPr>
              <a:t>sustainably</a:t>
            </a:r>
            <a:r>
              <a:rPr i="1" lang="en-US" sz="2500">
                <a:solidFill>
                  <a:schemeClr val="dk1"/>
                </a:solidFill>
                <a:latin typeface="Times"/>
                <a:ea typeface="Times"/>
                <a:cs typeface="Times"/>
                <a:sym typeface="Times"/>
              </a:rPr>
              <a:t> in a particular environment without destroying its resources.</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685800" y="457200"/>
            <a:ext cx="7772400" cy="838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entury Schoolbook"/>
              <a:buNone/>
            </a:pPr>
            <a:r>
              <a:rPr lang="en-US"/>
              <a:t>Carrying Capacity</a:t>
            </a:r>
            <a:endParaRPr/>
          </a:p>
        </p:txBody>
      </p:sp>
      <p:sp>
        <p:nvSpPr>
          <p:cNvPr id="172" name="Google Shape;172;p25"/>
          <p:cNvSpPr txBox="1"/>
          <p:nvPr>
            <p:ph idx="1" type="body"/>
          </p:nvPr>
        </p:nvSpPr>
        <p:spPr>
          <a:xfrm>
            <a:off x="609600" y="1371600"/>
            <a:ext cx="7924800" cy="5257800"/>
          </a:xfrm>
          <a:prstGeom prst="rect">
            <a:avLst/>
          </a:prstGeom>
          <a:noFill/>
          <a:ln>
            <a:noFill/>
          </a:ln>
        </p:spPr>
        <p:txBody>
          <a:bodyPr anchorCtr="0" anchor="t" bIns="45700" lIns="91425" spcFirstLastPara="1" rIns="91425" wrap="square" tIns="45700">
            <a:noAutofit/>
          </a:bodyPr>
          <a:lstStyle/>
          <a:p>
            <a:pPr indent="-182880" lvl="0" marL="182880" rtl="0" algn="l">
              <a:lnSpc>
                <a:spcPct val="95000"/>
              </a:lnSpc>
              <a:spcBef>
                <a:spcPts val="0"/>
              </a:spcBef>
              <a:spcAft>
                <a:spcPts val="0"/>
              </a:spcAft>
              <a:buSzPts val="2220"/>
              <a:buChar char="•"/>
            </a:pPr>
            <a:r>
              <a:rPr lang="en-US" sz="2775"/>
              <a:t>A population can temporarily rise above or fall below its carrying capacity.</a:t>
            </a:r>
            <a:endParaRPr/>
          </a:p>
          <a:p>
            <a:pPr indent="0" lvl="0" marL="0" rtl="0" algn="l">
              <a:lnSpc>
                <a:spcPct val="95000"/>
              </a:lnSpc>
              <a:spcBef>
                <a:spcPts val="1600"/>
              </a:spcBef>
              <a:spcAft>
                <a:spcPts val="0"/>
              </a:spcAft>
              <a:buSzPts val="2220"/>
              <a:buFont typeface="Century Schoolbook"/>
              <a:buNone/>
            </a:pPr>
            <a:r>
              <a:t/>
            </a:r>
            <a:endParaRPr sz="2775"/>
          </a:p>
          <a:p>
            <a:pPr indent="-182880" lvl="0" marL="182880" rtl="0" algn="l">
              <a:lnSpc>
                <a:spcPct val="95000"/>
              </a:lnSpc>
              <a:spcBef>
                <a:spcPts val="1600"/>
              </a:spcBef>
              <a:spcAft>
                <a:spcPts val="0"/>
              </a:spcAft>
              <a:buSzPts val="2220"/>
              <a:buChar char="•"/>
            </a:pPr>
            <a:r>
              <a:rPr lang="en-US" sz="2775"/>
              <a:t>If there are not enough resources, organisms might migrate, reproduce less, or die.</a:t>
            </a:r>
            <a:endParaRPr/>
          </a:p>
          <a:p>
            <a:pPr indent="0" lvl="0" marL="0" rtl="0" algn="ctr">
              <a:lnSpc>
                <a:spcPct val="95000"/>
              </a:lnSpc>
              <a:spcBef>
                <a:spcPts val="1600"/>
              </a:spcBef>
              <a:spcAft>
                <a:spcPts val="0"/>
              </a:spcAft>
              <a:buSzPts val="2220"/>
              <a:buFont typeface="Century Schoolbook"/>
              <a:buNone/>
            </a:pPr>
            <a:r>
              <a:rPr i="1" lang="en-US" sz="2775"/>
              <a:t>Move, change, or die!</a:t>
            </a:r>
            <a:endParaRPr/>
          </a:p>
          <a:p>
            <a:pPr indent="0" lvl="0" marL="0" rtl="0" algn="l">
              <a:lnSpc>
                <a:spcPct val="95000"/>
              </a:lnSpc>
              <a:spcBef>
                <a:spcPts val="1600"/>
              </a:spcBef>
              <a:spcAft>
                <a:spcPts val="0"/>
              </a:spcAft>
              <a:buSzPts val="2220"/>
              <a:buFont typeface="Century Schoolbook"/>
              <a:buNone/>
            </a:pPr>
            <a:r>
              <a:t/>
            </a:r>
            <a:endParaRPr sz="2775"/>
          </a:p>
          <a:p>
            <a:pPr indent="-182880" lvl="0" marL="182880" rtl="0" algn="l">
              <a:lnSpc>
                <a:spcPct val="95000"/>
              </a:lnSpc>
              <a:spcBef>
                <a:spcPts val="1600"/>
              </a:spcBef>
              <a:spcAft>
                <a:spcPts val="0"/>
              </a:spcAft>
              <a:buSzPts val="2220"/>
              <a:buChar char="•"/>
            </a:pPr>
            <a:r>
              <a:rPr lang="en-US" sz="2775"/>
              <a:t>Populations can crash, level off, or fluctuate in response to predators, seasons, etc.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descr="carrying capacity overshoot" id="178" name="Google Shape;178;p26"/>
          <p:cNvPicPr preferRelativeResize="0"/>
          <p:nvPr/>
        </p:nvPicPr>
        <p:blipFill rotWithShape="1">
          <a:blip r:embed="rId3">
            <a:alphaModFix/>
          </a:blip>
          <a:srcRect b="0" l="0" r="0" t="0"/>
          <a:stretch/>
        </p:blipFill>
        <p:spPr>
          <a:xfrm>
            <a:off x="762000" y="2303968"/>
            <a:ext cx="6143767" cy="4327020"/>
          </a:xfrm>
          <a:prstGeom prst="rect">
            <a:avLst/>
          </a:prstGeom>
          <a:noFill/>
          <a:ln>
            <a:noFill/>
          </a:ln>
        </p:spPr>
      </p:pic>
      <p:sp>
        <p:nvSpPr>
          <p:cNvPr id="179" name="Google Shape;179;p26"/>
          <p:cNvSpPr txBox="1"/>
          <p:nvPr/>
        </p:nvSpPr>
        <p:spPr>
          <a:xfrm>
            <a:off x="609600" y="304800"/>
            <a:ext cx="7924800" cy="132343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4400" u="none" cap="none" strike="noStrike">
                <a:solidFill>
                  <a:schemeClr val="dk1"/>
                </a:solidFill>
                <a:latin typeface="Times"/>
                <a:ea typeface="Times"/>
                <a:cs typeface="Times"/>
                <a:sym typeface="Times"/>
              </a:rPr>
              <a:t>Populations sizes often </a:t>
            </a:r>
            <a:r>
              <a:rPr b="0" i="0" lang="en-US" sz="4400" u="sng" cap="none" strike="noStrike">
                <a:solidFill>
                  <a:schemeClr val="dk1"/>
                </a:solidFill>
                <a:latin typeface="Times"/>
                <a:ea typeface="Times"/>
                <a:cs typeface="Times"/>
                <a:sym typeface="Times"/>
              </a:rPr>
              <a:t>fluctuate</a:t>
            </a:r>
            <a:endParaRPr/>
          </a:p>
          <a:p>
            <a:pPr indent="0" lvl="0" marL="0" marR="0" rtl="0" algn="l">
              <a:spcBef>
                <a:spcPts val="1200"/>
              </a:spcBef>
              <a:spcAft>
                <a:spcPts val="0"/>
              </a:spcAft>
              <a:buNone/>
            </a:pPr>
            <a:r>
              <a:t/>
            </a:r>
            <a:endParaRPr sz="2400">
              <a:solidFill>
                <a:schemeClr val="dk1"/>
              </a:solidFill>
              <a:latin typeface="Times"/>
              <a:ea typeface="Times"/>
              <a:cs typeface="Times"/>
              <a:sym typeface="Times"/>
            </a:endParaRPr>
          </a:p>
          <a:p>
            <a:pPr indent="0" lvl="0" marL="0" marR="0" rtl="0" algn="l">
              <a:spcBef>
                <a:spcPts val="1200"/>
              </a:spcBef>
              <a:spcAft>
                <a:spcPts val="0"/>
              </a:spcAft>
              <a:buNone/>
            </a:pPr>
            <a:r>
              <a:rPr b="0" i="0" lang="en-US" sz="2400" u="none" cap="none" strike="noStrike">
                <a:solidFill>
                  <a:schemeClr val="dk1"/>
                </a:solidFill>
                <a:latin typeface="Times"/>
                <a:ea typeface="Times"/>
                <a:cs typeface="Times"/>
                <a:sym typeface="Times"/>
              </a:rPr>
              <a:t>Logistic growth (s-curve)</a:t>
            </a:r>
            <a:endParaRPr b="0" i="0" sz="2400" u="none" cap="none" strike="noStrike">
              <a:solidFill>
                <a:schemeClr val="dk1"/>
              </a:solidFill>
              <a:latin typeface="Times"/>
              <a:ea typeface="Times"/>
              <a:cs typeface="Times"/>
              <a:sym typeface="Time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4" name="Shape 184"/>
        <p:cNvGrpSpPr/>
        <p:nvPr/>
      </p:nvGrpSpPr>
      <p:grpSpPr>
        <a:xfrm>
          <a:off x="0" y="0"/>
          <a:ext cx="0" cy="0"/>
          <a:chOff x="0" y="0"/>
          <a:chExt cx="0" cy="0"/>
        </a:xfrm>
      </p:grpSpPr>
      <p:sp>
        <p:nvSpPr>
          <p:cNvPr id="185" name="Google Shape;185;p27"/>
          <p:cNvSpPr txBox="1"/>
          <p:nvPr>
            <p:ph type="title"/>
          </p:nvPr>
        </p:nvSpPr>
        <p:spPr>
          <a:xfrm>
            <a:off x="385025" y="116300"/>
            <a:ext cx="77724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t>Ecosystem Dynamics, Functioning, and Resilience</a:t>
            </a:r>
            <a:endParaRPr/>
          </a:p>
        </p:txBody>
      </p:sp>
      <p:sp>
        <p:nvSpPr>
          <p:cNvPr id="186" name="Google Shape;186;p27"/>
          <p:cNvSpPr txBox="1"/>
          <p:nvPr>
            <p:ph idx="1" type="body"/>
          </p:nvPr>
        </p:nvSpPr>
        <p:spPr>
          <a:xfrm>
            <a:off x="184625" y="1142650"/>
            <a:ext cx="7972800" cy="4959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800"/>
              <a:buFont typeface="Times"/>
              <a:buNone/>
            </a:pPr>
            <a:r>
              <a:rPr lang="en-US" sz="2700"/>
              <a:t>"A complex set of interactions within an ecosystem can keep its numbers and types of organisms relatively constant over long periods of time under stable conditions.</a:t>
            </a:r>
            <a:endParaRPr sz="1700"/>
          </a:p>
          <a:p>
            <a:pPr indent="0" lvl="0" marL="0" rtl="0" algn="ctr">
              <a:spcBef>
                <a:spcPts val="560"/>
              </a:spcBef>
              <a:spcAft>
                <a:spcPts val="0"/>
              </a:spcAft>
              <a:buClr>
                <a:schemeClr val="dk1"/>
              </a:buClr>
              <a:buSzPts val="2800"/>
              <a:buFont typeface="Times"/>
              <a:buNone/>
            </a:pPr>
            <a:r>
              <a:rPr lang="en-US" sz="2700"/>
              <a:t>If a modest biological or physical disturbance to an ecosystem occurs, it may return to its more or less original status (i.e., the system is resilient), as opposed to becoming a very different ecosystem.</a:t>
            </a:r>
            <a:endParaRPr sz="1700"/>
          </a:p>
          <a:p>
            <a:pPr indent="0" lvl="0" marL="0" rtl="0" algn="ctr">
              <a:spcBef>
                <a:spcPts val="560"/>
              </a:spcBef>
              <a:spcAft>
                <a:spcPts val="0"/>
              </a:spcAft>
              <a:buClr>
                <a:schemeClr val="dk1"/>
              </a:buClr>
              <a:buSzPts val="2800"/>
              <a:buFont typeface="Times"/>
              <a:buNone/>
            </a:pPr>
            <a:r>
              <a:rPr lang="en-US" sz="2700"/>
              <a:t>Extreme fluctuations in conditions or the size of any population, however, can challenge the functioning of ecosystems in terms of resources and habitat availability.”</a:t>
            </a:r>
            <a:endParaRPr sz="2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1" name="Shape 191"/>
        <p:cNvGrpSpPr/>
        <p:nvPr/>
      </p:nvGrpSpPr>
      <p:grpSpPr>
        <a:xfrm>
          <a:off x="0" y="0"/>
          <a:ext cx="0" cy="0"/>
          <a:chOff x="0" y="0"/>
          <a:chExt cx="0" cy="0"/>
        </a:xfrm>
      </p:grpSpPr>
      <p:sp>
        <p:nvSpPr>
          <p:cNvPr id="192" name="Google Shape;192;p28"/>
          <p:cNvSpPr txBox="1"/>
          <p:nvPr>
            <p:ph type="title"/>
          </p:nvPr>
        </p:nvSpPr>
        <p:spPr>
          <a:xfrm>
            <a:off x="609600" y="136350"/>
            <a:ext cx="77724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In other words…</a:t>
            </a:r>
            <a:endParaRPr/>
          </a:p>
        </p:txBody>
      </p:sp>
      <p:sp>
        <p:nvSpPr>
          <p:cNvPr id="193" name="Google Shape;193;p28"/>
          <p:cNvSpPr txBox="1"/>
          <p:nvPr>
            <p:ph idx="1" type="body"/>
          </p:nvPr>
        </p:nvSpPr>
        <p:spPr>
          <a:xfrm>
            <a:off x="152400" y="974550"/>
            <a:ext cx="8142600" cy="5334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Times"/>
              <a:buChar char="•"/>
            </a:pPr>
            <a:r>
              <a:rPr lang="en-US" sz="2800"/>
              <a:t>Populations naturally fluctuate, but remain relatively stable (i.e. around the carrying capacity) if the environment doesn’t change too much.</a:t>
            </a:r>
            <a:endParaRPr/>
          </a:p>
          <a:p>
            <a:pPr indent="-342900" lvl="0" marL="342900" rtl="0" algn="l">
              <a:spcBef>
                <a:spcPts val="320"/>
              </a:spcBef>
              <a:spcAft>
                <a:spcPts val="0"/>
              </a:spcAft>
              <a:buClr>
                <a:schemeClr val="dk1"/>
              </a:buClr>
              <a:buSzPts val="1600"/>
              <a:buFont typeface="Times"/>
              <a:buNone/>
            </a:pPr>
            <a:r>
              <a:t/>
            </a:r>
            <a:endParaRPr sz="1600"/>
          </a:p>
          <a:p>
            <a:pPr indent="-342900" lvl="0" marL="342900" rtl="0" algn="l">
              <a:spcBef>
                <a:spcPts val="560"/>
              </a:spcBef>
              <a:spcAft>
                <a:spcPts val="0"/>
              </a:spcAft>
              <a:buClr>
                <a:schemeClr val="dk1"/>
              </a:buClr>
              <a:buSzPts val="2800"/>
              <a:buFont typeface="Times"/>
              <a:buChar char="•"/>
            </a:pPr>
            <a:r>
              <a:rPr lang="en-US" sz="2800"/>
              <a:t>If for some reason, the environment or the population size changes dramatically, then this change can destabilize the system</a:t>
            </a:r>
            <a:endParaRPr/>
          </a:p>
          <a:p>
            <a:pPr indent="-342900" lvl="0" marL="342900" rtl="0" algn="l">
              <a:spcBef>
                <a:spcPts val="320"/>
              </a:spcBef>
              <a:spcAft>
                <a:spcPts val="0"/>
              </a:spcAft>
              <a:buClr>
                <a:schemeClr val="dk1"/>
              </a:buClr>
              <a:buSzPts val="1600"/>
              <a:buFont typeface="Times"/>
              <a:buNone/>
            </a:pPr>
            <a:r>
              <a:t/>
            </a:r>
            <a:endParaRPr sz="1600"/>
          </a:p>
          <a:p>
            <a:pPr indent="-342900" lvl="0" marL="342900" rtl="0" algn="l">
              <a:spcBef>
                <a:spcPts val="560"/>
              </a:spcBef>
              <a:spcAft>
                <a:spcPts val="0"/>
              </a:spcAft>
              <a:buClr>
                <a:schemeClr val="dk1"/>
              </a:buClr>
              <a:buSzPts val="2800"/>
              <a:buFont typeface="Times"/>
              <a:buChar char="•"/>
            </a:pPr>
            <a:r>
              <a:rPr lang="en-US" sz="2800"/>
              <a:t>In these cases, the carrying capacity itself may change indefinitely.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ph type="title"/>
          </p:nvPr>
        </p:nvSpPr>
        <p:spPr>
          <a:xfrm>
            <a:off x="238275" y="481400"/>
            <a:ext cx="77724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Changes in Carrying Capacity</a:t>
            </a:r>
            <a:endParaRPr/>
          </a:p>
        </p:txBody>
      </p:sp>
      <p:sp>
        <p:nvSpPr>
          <p:cNvPr id="200" name="Google Shape;200;p29"/>
          <p:cNvSpPr txBox="1"/>
          <p:nvPr>
            <p:ph idx="1" type="body"/>
          </p:nvPr>
        </p:nvSpPr>
        <p:spPr>
          <a:xfrm>
            <a:off x="331425" y="1447800"/>
            <a:ext cx="7924800" cy="54102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Times"/>
              <a:buChar char="•"/>
            </a:pPr>
            <a:r>
              <a:rPr lang="en-US" sz="2800"/>
              <a:t>Extreme changes in resources or conditions can destabilize the system changing organisms’ carrying capacities indefinitely</a:t>
            </a:r>
            <a:endParaRPr/>
          </a:p>
          <a:p>
            <a:pPr indent="-342900" lvl="0" marL="342900" rtl="0" algn="l">
              <a:spcBef>
                <a:spcPts val="320"/>
              </a:spcBef>
              <a:spcAft>
                <a:spcPts val="0"/>
              </a:spcAft>
              <a:buClr>
                <a:schemeClr val="dk1"/>
              </a:buClr>
              <a:buSzPts val="1600"/>
              <a:buFont typeface="Times"/>
              <a:buNone/>
            </a:pPr>
            <a:r>
              <a:t/>
            </a:r>
            <a:endParaRPr sz="1600"/>
          </a:p>
          <a:p>
            <a:pPr indent="-342900" lvl="0" marL="342900" rtl="0" algn="l">
              <a:spcBef>
                <a:spcPts val="560"/>
              </a:spcBef>
              <a:spcAft>
                <a:spcPts val="0"/>
              </a:spcAft>
              <a:buClr>
                <a:schemeClr val="dk1"/>
              </a:buClr>
              <a:buSzPts val="2800"/>
              <a:buFont typeface="Times"/>
              <a:buChar char="•"/>
            </a:pPr>
            <a:r>
              <a:rPr lang="en-US" sz="2800"/>
              <a:t> Examples:</a:t>
            </a:r>
            <a:endParaRPr/>
          </a:p>
          <a:p>
            <a:pPr indent="-285750" lvl="1" marL="742950" rtl="0" algn="l">
              <a:spcBef>
                <a:spcPts val="520"/>
              </a:spcBef>
              <a:spcAft>
                <a:spcPts val="0"/>
              </a:spcAft>
              <a:buClr>
                <a:schemeClr val="dk1"/>
              </a:buClr>
              <a:buSzPts val="2600"/>
              <a:buFont typeface="Times"/>
              <a:buChar char="●"/>
            </a:pPr>
            <a:r>
              <a:rPr lang="en-US" sz="2600"/>
              <a:t>climate change</a:t>
            </a:r>
            <a:endParaRPr/>
          </a:p>
          <a:p>
            <a:pPr indent="-285750" lvl="1" marL="742950" rtl="0" algn="l">
              <a:spcBef>
                <a:spcPts val="520"/>
              </a:spcBef>
              <a:spcAft>
                <a:spcPts val="0"/>
              </a:spcAft>
              <a:buClr>
                <a:schemeClr val="dk1"/>
              </a:buClr>
              <a:buSzPts val="2600"/>
              <a:buFont typeface="Times"/>
              <a:buChar char="●"/>
            </a:pPr>
            <a:r>
              <a:rPr lang="en-US" sz="2600"/>
              <a:t>habitat destruction</a:t>
            </a:r>
            <a:endParaRPr/>
          </a:p>
          <a:p>
            <a:pPr indent="-285750" lvl="1" marL="742950" rtl="0" algn="l">
              <a:spcBef>
                <a:spcPts val="520"/>
              </a:spcBef>
              <a:spcAft>
                <a:spcPts val="0"/>
              </a:spcAft>
              <a:buClr>
                <a:schemeClr val="dk1"/>
              </a:buClr>
              <a:buSzPts val="2600"/>
              <a:buFont typeface="Times"/>
              <a:buChar char="●"/>
            </a:pPr>
            <a:r>
              <a:rPr lang="en-US" sz="2600"/>
              <a:t>invasive species</a:t>
            </a:r>
            <a:endParaRPr/>
          </a:p>
          <a:p>
            <a:pPr indent="-285750" lvl="1" marL="742950" rtl="0" algn="l">
              <a:spcBef>
                <a:spcPts val="520"/>
              </a:spcBef>
              <a:spcAft>
                <a:spcPts val="0"/>
              </a:spcAft>
              <a:buClr>
                <a:schemeClr val="dk1"/>
              </a:buClr>
              <a:buSzPts val="2600"/>
              <a:buFont typeface="Times"/>
              <a:buChar char="●"/>
            </a:pPr>
            <a:r>
              <a:rPr lang="en-US" sz="2600"/>
              <a:t>natural disaster</a:t>
            </a:r>
            <a:endParaRPr/>
          </a:p>
          <a:p>
            <a:pPr indent="-285750" lvl="1" marL="742950" rtl="0" algn="l">
              <a:spcBef>
                <a:spcPts val="520"/>
              </a:spcBef>
              <a:spcAft>
                <a:spcPts val="0"/>
              </a:spcAft>
              <a:buClr>
                <a:schemeClr val="dk1"/>
              </a:buClr>
              <a:buSzPts val="2600"/>
              <a:buFont typeface="Times"/>
              <a:buChar char="●"/>
            </a:pPr>
            <a:r>
              <a:rPr lang="en-US" sz="2600"/>
              <a:t>unsustainable use of resources</a:t>
            </a:r>
            <a:endParaRPr/>
          </a:p>
          <a:p>
            <a:pPr indent="-139700" lvl="0" marL="342900" rtl="0" algn="l">
              <a:spcBef>
                <a:spcPts val="640"/>
              </a:spcBef>
              <a:spcAft>
                <a:spcPts val="0"/>
              </a:spcAft>
              <a:buClr>
                <a:schemeClr val="dk1"/>
              </a:buClr>
              <a:buSzPts val="3200"/>
              <a:buFont typeface="Times"/>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30"/>
          <p:cNvPicPr preferRelativeResize="0"/>
          <p:nvPr/>
        </p:nvPicPr>
        <p:blipFill>
          <a:blip r:embed="rId3">
            <a:alphaModFix/>
          </a:blip>
          <a:stretch>
            <a:fillRect/>
          </a:stretch>
        </p:blipFill>
        <p:spPr>
          <a:xfrm>
            <a:off x="283125" y="1033000"/>
            <a:ext cx="7801751" cy="5432251"/>
          </a:xfrm>
          <a:prstGeom prst="rect">
            <a:avLst/>
          </a:prstGeom>
          <a:noFill/>
          <a:ln>
            <a:noFill/>
          </a:ln>
        </p:spPr>
      </p:pic>
      <p:sp>
        <p:nvSpPr>
          <p:cNvPr id="207" name="Google Shape;207;p30"/>
          <p:cNvSpPr txBox="1"/>
          <p:nvPr/>
        </p:nvSpPr>
        <p:spPr>
          <a:xfrm>
            <a:off x="503325" y="220200"/>
            <a:ext cx="74871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100">
                <a:latin typeface="Century Schoolbook"/>
                <a:ea typeface="Century Schoolbook"/>
                <a:cs typeface="Century Schoolbook"/>
                <a:sym typeface="Century Schoolbook"/>
              </a:rPr>
              <a:t>Human Population Growth Graph</a:t>
            </a:r>
            <a:endParaRPr b="1" sz="3100">
              <a:latin typeface="Century Schoolbook"/>
              <a:ea typeface="Century Schoolbook"/>
              <a:cs typeface="Century Schoolbook"/>
              <a:sym typeface="Century Schoolbook"/>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31"/>
          <p:cNvPicPr preferRelativeResize="0"/>
          <p:nvPr/>
        </p:nvPicPr>
        <p:blipFill rotWithShape="1">
          <a:blip r:embed="rId3">
            <a:alphaModFix/>
          </a:blip>
          <a:srcRect b="0" l="0" r="0" t="0"/>
          <a:stretch/>
        </p:blipFill>
        <p:spPr>
          <a:xfrm>
            <a:off x="0" y="0"/>
            <a:ext cx="9136063" cy="6858000"/>
          </a:xfrm>
          <a:prstGeom prst="rect">
            <a:avLst/>
          </a:prstGeom>
          <a:noFill/>
          <a:ln>
            <a:noFill/>
          </a:ln>
        </p:spPr>
      </p:pic>
      <p:sp>
        <p:nvSpPr>
          <p:cNvPr id="214" name="Google Shape;214;p31"/>
          <p:cNvSpPr txBox="1"/>
          <p:nvPr/>
        </p:nvSpPr>
        <p:spPr>
          <a:xfrm>
            <a:off x="8150250" y="849375"/>
            <a:ext cx="920400" cy="400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US">
                <a:latin typeface="Century Schoolbook"/>
                <a:ea typeface="Century Schoolbook"/>
                <a:cs typeface="Century Schoolbook"/>
                <a:sym typeface="Century Schoolbook"/>
              </a:rPr>
              <a:t>16.8 bil.</a:t>
            </a:r>
            <a:endParaRPr b="1">
              <a:latin typeface="Century Schoolbook"/>
              <a:ea typeface="Century Schoolbook"/>
              <a:cs typeface="Century Schoolbook"/>
              <a:sym typeface="Century Schoolbook"/>
            </a:endParaRPr>
          </a:p>
        </p:txBody>
      </p:sp>
      <p:sp>
        <p:nvSpPr>
          <p:cNvPr id="215" name="Google Shape;215;p31"/>
          <p:cNvSpPr txBox="1"/>
          <p:nvPr/>
        </p:nvSpPr>
        <p:spPr>
          <a:xfrm>
            <a:off x="8108250" y="2176225"/>
            <a:ext cx="920400" cy="400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US">
                <a:latin typeface="Century Schoolbook"/>
                <a:ea typeface="Century Schoolbook"/>
                <a:cs typeface="Century Schoolbook"/>
                <a:sym typeface="Century Schoolbook"/>
              </a:rPr>
              <a:t>11</a:t>
            </a:r>
            <a:r>
              <a:rPr b="1" lang="en-US">
                <a:latin typeface="Century Schoolbook"/>
                <a:ea typeface="Century Schoolbook"/>
                <a:cs typeface="Century Schoolbook"/>
                <a:sym typeface="Century Schoolbook"/>
              </a:rPr>
              <a:t>.2 bil.</a:t>
            </a:r>
            <a:endParaRPr b="1">
              <a:latin typeface="Century Schoolbook"/>
              <a:ea typeface="Century Schoolbook"/>
              <a:cs typeface="Century Schoolbook"/>
              <a:sym typeface="Century Schoolbook"/>
            </a:endParaRPr>
          </a:p>
        </p:txBody>
      </p:sp>
      <p:sp>
        <p:nvSpPr>
          <p:cNvPr id="216" name="Google Shape;216;p31"/>
          <p:cNvSpPr txBox="1"/>
          <p:nvPr/>
        </p:nvSpPr>
        <p:spPr>
          <a:xfrm>
            <a:off x="8150250" y="3366100"/>
            <a:ext cx="920400" cy="400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US">
                <a:latin typeface="Century Schoolbook"/>
                <a:ea typeface="Century Schoolbook"/>
                <a:cs typeface="Century Schoolbook"/>
                <a:sym typeface="Century Schoolbook"/>
              </a:rPr>
              <a:t>7</a:t>
            </a:r>
            <a:r>
              <a:rPr b="1" lang="en-US">
                <a:latin typeface="Century Schoolbook"/>
                <a:ea typeface="Century Schoolbook"/>
                <a:cs typeface="Century Schoolbook"/>
                <a:sym typeface="Century Schoolbook"/>
              </a:rPr>
              <a:t>.5 bil.</a:t>
            </a:r>
            <a:endParaRPr b="1">
              <a:latin typeface="Century Schoolbook"/>
              <a:ea typeface="Century Schoolbook"/>
              <a:cs typeface="Century Schoolbook"/>
              <a:sym typeface="Century Schoolbook"/>
            </a:endParaRPr>
          </a:p>
        </p:txBody>
      </p:sp>
      <p:sp>
        <p:nvSpPr>
          <p:cNvPr id="217" name="Google Shape;217;p31"/>
          <p:cNvSpPr/>
          <p:nvPr/>
        </p:nvSpPr>
        <p:spPr>
          <a:xfrm>
            <a:off x="4121100" y="3890925"/>
            <a:ext cx="4351800" cy="1050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000"/>
                                        <p:tgtEl>
                                          <p:spTgt spid="2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2"/>
          <p:cNvSpPr txBox="1"/>
          <p:nvPr>
            <p:ph type="title"/>
          </p:nvPr>
        </p:nvSpPr>
        <p:spPr>
          <a:xfrm>
            <a:off x="455625" y="0"/>
            <a:ext cx="7772400" cy="762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Earth Overshoot Day</a:t>
            </a:r>
            <a:endParaRPr/>
          </a:p>
        </p:txBody>
      </p:sp>
      <p:sp>
        <p:nvSpPr>
          <p:cNvPr id="224" name="Google Shape;224;p32"/>
          <p:cNvSpPr txBox="1"/>
          <p:nvPr>
            <p:ph idx="1" type="body"/>
          </p:nvPr>
        </p:nvSpPr>
        <p:spPr>
          <a:xfrm>
            <a:off x="133900" y="762000"/>
            <a:ext cx="8229600" cy="36009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Times"/>
              <a:buChar char="•"/>
            </a:pPr>
            <a:r>
              <a:rPr lang="en-US" sz="2400"/>
              <a:t>Earth Overshoot Day marks the date when humanity’s demand for ecological resources and services in a given year exceeds what Earth can regenerate in that year</a:t>
            </a:r>
            <a:endParaRPr sz="2400"/>
          </a:p>
          <a:p>
            <a:pPr indent="0" lvl="0" marL="0" rtl="0" algn="l">
              <a:spcBef>
                <a:spcPts val="0"/>
              </a:spcBef>
              <a:spcAft>
                <a:spcPts val="0"/>
              </a:spcAft>
              <a:buNone/>
            </a:pPr>
            <a:r>
              <a:t/>
            </a:r>
            <a:endParaRPr sz="2200" u="sng">
              <a:solidFill>
                <a:srgbClr val="262626"/>
              </a:solidFill>
            </a:endParaRPr>
          </a:p>
          <a:p>
            <a:pPr indent="0" lvl="0" marL="0" rtl="0" algn="ctr">
              <a:spcBef>
                <a:spcPts val="0"/>
              </a:spcBef>
              <a:spcAft>
                <a:spcPts val="0"/>
              </a:spcAft>
              <a:buNone/>
            </a:pPr>
            <a:r>
              <a:rPr lang="en-US" sz="2200" u="sng">
                <a:solidFill>
                  <a:srgbClr val="262626"/>
                </a:solidFill>
              </a:rPr>
              <a:t>K</a:t>
            </a:r>
            <a:r>
              <a:rPr lang="en-US" sz="2200" u="sng"/>
              <a:t>ind of like exceeding our carrying capacity</a:t>
            </a:r>
            <a:endParaRPr sz="2400"/>
          </a:p>
        </p:txBody>
      </p:sp>
      <p:pic>
        <p:nvPicPr>
          <p:cNvPr id="225" name="Google Shape;225;p32"/>
          <p:cNvPicPr preferRelativeResize="0"/>
          <p:nvPr/>
        </p:nvPicPr>
        <p:blipFill rotWithShape="1">
          <a:blip r:embed="rId3">
            <a:alphaModFix/>
          </a:blip>
          <a:srcRect b="10850" l="2430" r="0" t="0"/>
          <a:stretch/>
        </p:blipFill>
        <p:spPr>
          <a:xfrm>
            <a:off x="1332450" y="2988826"/>
            <a:ext cx="5571799" cy="3719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0" name="Shape 230"/>
        <p:cNvGrpSpPr/>
        <p:nvPr/>
      </p:nvGrpSpPr>
      <p:grpSpPr>
        <a:xfrm>
          <a:off x="0" y="0"/>
          <a:ext cx="0" cy="0"/>
          <a:chOff x="0" y="0"/>
          <a:chExt cx="0" cy="0"/>
        </a:xfrm>
      </p:grpSpPr>
      <p:sp>
        <p:nvSpPr>
          <p:cNvPr id="231" name="Google Shape;231;p33"/>
          <p:cNvSpPr txBox="1"/>
          <p:nvPr>
            <p:ph type="title"/>
          </p:nvPr>
        </p:nvSpPr>
        <p:spPr>
          <a:xfrm>
            <a:off x="565500" y="88225"/>
            <a:ext cx="7772400" cy="762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Earth Overshoot Day</a:t>
            </a:r>
            <a:endParaRPr/>
          </a:p>
        </p:txBody>
      </p:sp>
      <p:sp>
        <p:nvSpPr>
          <p:cNvPr id="232" name="Google Shape;232;p33"/>
          <p:cNvSpPr txBox="1"/>
          <p:nvPr>
            <p:ph idx="1" type="body"/>
          </p:nvPr>
        </p:nvSpPr>
        <p:spPr>
          <a:xfrm>
            <a:off x="154425" y="767400"/>
            <a:ext cx="7772400" cy="53232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Times"/>
              <a:buChar char="•"/>
            </a:pPr>
            <a:r>
              <a:rPr lang="en-US" sz="2400"/>
              <a:t>Where are we getting the resources that we use after Earth Overshoot Day?</a:t>
            </a:r>
            <a:endParaRPr/>
          </a:p>
          <a:p>
            <a:pPr indent="-342900" lvl="0" marL="342900" rtl="0" algn="l">
              <a:spcBef>
                <a:spcPts val="480"/>
              </a:spcBef>
              <a:spcAft>
                <a:spcPts val="0"/>
              </a:spcAft>
              <a:buClr>
                <a:schemeClr val="dk1"/>
              </a:buClr>
              <a:buSzPts val="2400"/>
              <a:buFont typeface="Times"/>
              <a:buChar char="•"/>
            </a:pPr>
            <a:r>
              <a:rPr lang="en-US" sz="2400"/>
              <a:t>We are borrowing resources from</a:t>
            </a:r>
            <a:endParaRPr/>
          </a:p>
          <a:p>
            <a:pPr indent="-285750" lvl="1" marL="742950" rtl="0" algn="l">
              <a:spcBef>
                <a:spcPts val="440"/>
              </a:spcBef>
              <a:spcAft>
                <a:spcPts val="0"/>
              </a:spcAft>
              <a:buClr>
                <a:schemeClr val="dk1"/>
              </a:buClr>
              <a:buSzPts val="2200"/>
              <a:buFont typeface="Times"/>
              <a:buChar char="●"/>
            </a:pPr>
            <a:r>
              <a:rPr lang="en-US" sz="2200"/>
              <a:t>the past (using up “old” resources that took many thousands of years to accumulate, and won’t be renewed for eons, if ever)</a:t>
            </a:r>
            <a:endParaRPr/>
          </a:p>
          <a:p>
            <a:pPr indent="-228600" lvl="2" marL="1143000" rtl="0" algn="l">
              <a:spcBef>
                <a:spcPts val="400"/>
              </a:spcBef>
              <a:spcAft>
                <a:spcPts val="0"/>
              </a:spcAft>
              <a:buClr>
                <a:schemeClr val="dk1"/>
              </a:buClr>
              <a:buSzPts val="2000"/>
              <a:buFont typeface="Times"/>
              <a:buChar char="●"/>
            </a:pPr>
            <a:r>
              <a:rPr lang="en-US" sz="2000"/>
              <a:t>Fossil fuels (coal, oil, natural gas)</a:t>
            </a:r>
            <a:endParaRPr/>
          </a:p>
          <a:p>
            <a:pPr indent="-228600" lvl="2" marL="1143000" rtl="0" algn="l">
              <a:spcBef>
                <a:spcPts val="400"/>
              </a:spcBef>
              <a:spcAft>
                <a:spcPts val="0"/>
              </a:spcAft>
              <a:buClr>
                <a:schemeClr val="dk1"/>
              </a:buClr>
              <a:buSzPts val="2000"/>
              <a:buFont typeface="Times"/>
              <a:buChar char="●"/>
            </a:pPr>
            <a:r>
              <a:rPr lang="en-US" sz="2000"/>
              <a:t>Water (groundwater aquifers)</a:t>
            </a:r>
            <a:endParaRPr/>
          </a:p>
          <a:p>
            <a:pPr indent="-228600" lvl="2" marL="1143000" rtl="0" algn="l">
              <a:spcBef>
                <a:spcPts val="400"/>
              </a:spcBef>
              <a:spcAft>
                <a:spcPts val="0"/>
              </a:spcAft>
              <a:buClr>
                <a:schemeClr val="dk1"/>
              </a:buClr>
              <a:buSzPts val="2000"/>
              <a:buFont typeface="Times"/>
              <a:buChar char="●"/>
            </a:pPr>
            <a:r>
              <a:rPr lang="en-US" sz="2000"/>
              <a:t>Old growth forests</a:t>
            </a:r>
            <a:endParaRPr/>
          </a:p>
          <a:p>
            <a:pPr indent="-285750" lvl="1" marL="742950" rtl="0" algn="l">
              <a:spcBef>
                <a:spcPts val="440"/>
              </a:spcBef>
              <a:spcAft>
                <a:spcPts val="0"/>
              </a:spcAft>
              <a:buClr>
                <a:schemeClr val="dk1"/>
              </a:buClr>
              <a:buSzPts val="2200"/>
              <a:buFont typeface="Times"/>
              <a:buChar char="●"/>
            </a:pPr>
            <a:r>
              <a:rPr lang="en-US" sz="2200"/>
              <a:t>the present</a:t>
            </a:r>
            <a:endParaRPr/>
          </a:p>
          <a:p>
            <a:pPr indent="-228600" lvl="2" marL="1143000" rtl="0" algn="l">
              <a:spcBef>
                <a:spcPts val="400"/>
              </a:spcBef>
              <a:spcAft>
                <a:spcPts val="0"/>
              </a:spcAft>
              <a:buClr>
                <a:schemeClr val="dk1"/>
              </a:buClr>
              <a:buSzPts val="2000"/>
              <a:buFont typeface="Times"/>
              <a:buChar char="●"/>
            </a:pPr>
            <a:r>
              <a:rPr lang="en-US" sz="2000"/>
              <a:t>decreasing resources available to other organisms 🡪 loss of biodiversity</a:t>
            </a:r>
            <a:endParaRPr/>
          </a:p>
          <a:p>
            <a:pPr indent="-228600" lvl="2" marL="1143000" rtl="0" algn="l">
              <a:spcBef>
                <a:spcPts val="400"/>
              </a:spcBef>
              <a:spcAft>
                <a:spcPts val="0"/>
              </a:spcAft>
              <a:buClr>
                <a:schemeClr val="dk1"/>
              </a:buClr>
              <a:buSzPts val="2000"/>
              <a:buFont typeface="Times"/>
              <a:buChar char="●"/>
            </a:pPr>
            <a:r>
              <a:rPr lang="en-US" sz="2000"/>
              <a:t>people who don’t have enough to maintain a decent quality of life</a:t>
            </a:r>
            <a:endParaRPr sz="2000"/>
          </a:p>
          <a:p>
            <a:pPr indent="-285750" lvl="1" marL="742950" rtl="0" algn="l">
              <a:spcBef>
                <a:spcPts val="440"/>
              </a:spcBef>
              <a:spcAft>
                <a:spcPts val="0"/>
              </a:spcAft>
              <a:buClr>
                <a:schemeClr val="dk1"/>
              </a:buClr>
              <a:buSzPts val="2200"/>
              <a:buFont typeface="Times"/>
              <a:buChar char="●"/>
            </a:pPr>
            <a:r>
              <a:rPr lang="en-US" sz="2200"/>
              <a:t>the future – YOURS!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7" name="Shape 237"/>
        <p:cNvGrpSpPr/>
        <p:nvPr/>
      </p:nvGrpSpPr>
      <p:grpSpPr>
        <a:xfrm>
          <a:off x="0" y="0"/>
          <a:ext cx="0" cy="0"/>
          <a:chOff x="0" y="0"/>
          <a:chExt cx="0" cy="0"/>
        </a:xfrm>
      </p:grpSpPr>
      <p:sp>
        <p:nvSpPr>
          <p:cNvPr id="238" name="Google Shape;238;p34"/>
          <p:cNvSpPr txBox="1"/>
          <p:nvPr>
            <p:ph type="title"/>
          </p:nvPr>
        </p:nvSpPr>
        <p:spPr>
          <a:xfrm>
            <a:off x="455175" y="168425"/>
            <a:ext cx="7772400" cy="990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Human Carrying Capacity</a:t>
            </a:r>
            <a:endParaRPr>
              <a:latin typeface="Arial"/>
              <a:ea typeface="Arial"/>
              <a:cs typeface="Arial"/>
              <a:sym typeface="Arial"/>
            </a:endParaRPr>
          </a:p>
        </p:txBody>
      </p:sp>
      <p:sp>
        <p:nvSpPr>
          <p:cNvPr id="239" name="Google Shape;239;p34"/>
          <p:cNvSpPr txBox="1"/>
          <p:nvPr>
            <p:ph idx="1" type="body"/>
          </p:nvPr>
        </p:nvSpPr>
        <p:spPr>
          <a:xfrm>
            <a:off x="264700" y="1159025"/>
            <a:ext cx="77724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Arial"/>
              <a:buChar char="•"/>
            </a:pPr>
            <a:r>
              <a:rPr lang="en-US" sz="2800">
                <a:latin typeface="Arial"/>
                <a:ea typeface="Arial"/>
                <a:cs typeface="Arial"/>
                <a:sym typeface="Arial"/>
              </a:rPr>
              <a:t>Humans’ carrying capacity on Earth depends on the quality of life that we expect. Explain.</a:t>
            </a:r>
            <a:endParaRPr/>
          </a:p>
          <a:p>
            <a:pPr indent="-285750" lvl="1" marL="742950" rtl="0" algn="l">
              <a:spcBef>
                <a:spcPts val="480"/>
              </a:spcBef>
              <a:spcAft>
                <a:spcPts val="0"/>
              </a:spcAft>
              <a:buClr>
                <a:schemeClr val="dk1"/>
              </a:buClr>
              <a:buSzPts val="2400"/>
              <a:buFont typeface="Arial"/>
              <a:buChar char="●"/>
            </a:pPr>
            <a:r>
              <a:rPr lang="en-US" sz="2400">
                <a:latin typeface="Arial"/>
                <a:ea typeface="Arial"/>
                <a:cs typeface="Arial"/>
                <a:sym typeface="Arial"/>
              </a:rPr>
              <a:t>Is there some minimum acceptable quality of life that is acceptable / ethical? Who decides?</a:t>
            </a:r>
            <a:endParaRPr/>
          </a:p>
          <a:p>
            <a:pPr indent="-285750" lvl="1" marL="742950" rtl="0" algn="l">
              <a:spcBef>
                <a:spcPts val="480"/>
              </a:spcBef>
              <a:spcAft>
                <a:spcPts val="0"/>
              </a:spcAft>
              <a:buClr>
                <a:schemeClr val="dk1"/>
              </a:buClr>
              <a:buSzPts val="2400"/>
              <a:buFont typeface="Arial"/>
              <a:buChar char="●"/>
            </a:pPr>
            <a:r>
              <a:rPr lang="en-US" sz="2400">
                <a:latin typeface="Arial"/>
                <a:ea typeface="Arial"/>
                <a:cs typeface="Arial"/>
                <a:sym typeface="Arial"/>
              </a:rPr>
              <a:t>Does a higher quality of life necessarily require more resources?</a:t>
            </a:r>
            <a:endParaRPr/>
          </a:p>
          <a:p>
            <a:pPr indent="-342900" lvl="0" marL="342900" rtl="0" algn="l">
              <a:spcBef>
                <a:spcPts val="560"/>
              </a:spcBef>
              <a:spcAft>
                <a:spcPts val="0"/>
              </a:spcAft>
              <a:buClr>
                <a:schemeClr val="dk1"/>
              </a:buClr>
              <a:buSzPts val="2800"/>
              <a:buFont typeface="Arial"/>
              <a:buChar char="•"/>
            </a:pPr>
            <a:r>
              <a:rPr lang="en-US" sz="2800">
                <a:latin typeface="Arial"/>
                <a:ea typeface="Arial"/>
                <a:cs typeface="Arial"/>
                <a:sym typeface="Arial"/>
              </a:rPr>
              <a:t>Can humans increase/decrease our carrying capacity? How? For how long?</a:t>
            </a:r>
            <a:endParaRPr sz="2800">
              <a:latin typeface="Arial"/>
              <a:ea typeface="Arial"/>
              <a:cs typeface="Arial"/>
              <a:sym typeface="Arial"/>
            </a:endParaRPr>
          </a:p>
          <a:p>
            <a:pPr indent="-342900" lvl="0" marL="342900" rtl="0" algn="ctr">
              <a:spcBef>
                <a:spcPts val="600"/>
              </a:spcBef>
              <a:spcAft>
                <a:spcPts val="0"/>
              </a:spcAft>
              <a:buClr>
                <a:schemeClr val="dk1"/>
              </a:buClr>
              <a:buSzPts val="3000"/>
              <a:buFont typeface="Calibri"/>
              <a:buNone/>
            </a:pPr>
            <a:r>
              <a:rPr i="1" lang="en-US" sz="3000">
                <a:latin typeface="Calibri"/>
                <a:ea typeface="Calibri"/>
                <a:cs typeface="Calibri"/>
                <a:sym typeface="Calibri"/>
              </a:rPr>
              <a:t>Carrying capacity is all about RESOURCES (relative to the population) – how many resources are available and how we use them</a:t>
            </a:r>
            <a:r>
              <a:rPr i="1" lang="en-US" sz="3000">
                <a:latin typeface="Arial"/>
                <a:ea typeface="Arial"/>
                <a:cs typeface="Arial"/>
                <a:sym typeface="Arial"/>
              </a:rPr>
              <a:t>.</a:t>
            </a:r>
            <a:endParaRPr i="1" sz="3000">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