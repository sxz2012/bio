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6858000" cx="9144000"/>
  <p:notesSz cx="6858000" cy="9144000"/>
  <p:embeddedFontLst>
    <p:embeddedFont>
      <p:font typeface="Overlock"/>
      <p:regular r:id="rId33"/>
      <p:bold r:id="rId34"/>
      <p:italic r:id="rId35"/>
      <p:boldItalic r:id="rId36"/>
    </p:embeddedFont>
    <p:embeddedFont>
      <p:font typeface="Roboto"/>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2880">
          <p15:clr>
            <a:srgbClr val="000000"/>
          </p15:clr>
        </p15:guide>
        <p15:guide id="2" pos="2160">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font" Target="fonts/Roboto-bold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Overlock-regular.fntdata"/><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Overlock-italic.fntdata"/><Relationship Id="rId12" Type="http://schemas.openxmlformats.org/officeDocument/2006/relationships/slide" Target="slides/slide7.xml"/><Relationship Id="rId34" Type="http://schemas.openxmlformats.org/officeDocument/2006/relationships/font" Target="fonts/Overlock-bold.fntdata"/><Relationship Id="rId15" Type="http://schemas.openxmlformats.org/officeDocument/2006/relationships/slide" Target="slides/slide10.xml"/><Relationship Id="rId37" Type="http://schemas.openxmlformats.org/officeDocument/2006/relationships/font" Target="fonts/Roboto-regular.fntdata"/><Relationship Id="rId14" Type="http://schemas.openxmlformats.org/officeDocument/2006/relationships/slide" Target="slides/slide9.xml"/><Relationship Id="rId36" Type="http://schemas.openxmlformats.org/officeDocument/2006/relationships/font" Target="fonts/Overlock-boldItalic.fntdata"/><Relationship Id="rId17" Type="http://schemas.openxmlformats.org/officeDocument/2006/relationships/slide" Target="slides/slide12.xml"/><Relationship Id="rId39" Type="http://schemas.openxmlformats.org/officeDocument/2006/relationships/font" Target="fonts/Roboto-italic.fntdata"/><Relationship Id="rId16" Type="http://schemas.openxmlformats.org/officeDocument/2006/relationships/slide" Target="slides/slide11.xml"/><Relationship Id="rId38" Type="http://schemas.openxmlformats.org/officeDocument/2006/relationships/font" Target="fonts/Roboto-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78f1ee6cd8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278f1ee6cd8_0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g278f1ee6cd8_0_0: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Times New Roman"/>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773cee3ad0_2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g2773cee3ad0_2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i="1" sz="1200">
              <a:solidFill>
                <a:schemeClr val="dk1"/>
              </a:solidFill>
              <a:latin typeface="Calibri"/>
              <a:ea typeface="Calibri"/>
              <a:cs typeface="Calibri"/>
              <a:sym typeface="Calibri"/>
            </a:endParaRPr>
          </a:p>
        </p:txBody>
      </p:sp>
      <p:sp>
        <p:nvSpPr>
          <p:cNvPr id="145" name="Google Shape;145;g2773cee3ad0_2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773cee3ad0_1_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g2773cee3ad0_1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a routine we will do all year long – use it effectively! Look at your own paper then check in with your group – “I wasn’t sure about #3”) Get in the habit of marking things you are not sure about </a:t>
            </a:r>
            <a:r>
              <a:rPr lang="en-US" u="sng"/>
              <a:t>while</a:t>
            </a:r>
            <a:r>
              <a:rPr lang="en-US" u="none"/>
              <a:t> you are doing</a:t>
            </a:r>
            <a:r>
              <a:rPr lang="en-US"/>
              <a:t> your homework!</a:t>
            </a:r>
            <a:endParaRPr/>
          </a:p>
          <a:p>
            <a:pPr indent="0" lvl="1" marL="457200" rtl="0" algn="l">
              <a:spcBef>
                <a:spcPts val="0"/>
              </a:spcBef>
              <a:spcAft>
                <a:spcPts val="0"/>
              </a:spcAft>
              <a:buNone/>
            </a:pPr>
            <a:r>
              <a:rPr lang="en-US"/>
              <a:t>Learn to use this time wisely! Focus on the hard stuff!</a:t>
            </a:r>
            <a:endParaRPr/>
          </a:p>
          <a:p>
            <a:pPr indent="0" lvl="1" marL="457200" rtl="0" algn="l">
              <a:spcBef>
                <a:spcPts val="0"/>
              </a:spcBef>
              <a:spcAft>
                <a:spcPts val="0"/>
              </a:spcAft>
              <a:buNone/>
            </a:pPr>
            <a:r>
              <a:rPr lang="en-US"/>
              <a:t>Don’t just read answers to each other! Explain/Ask questions</a:t>
            </a:r>
            <a:endParaRPr/>
          </a:p>
        </p:txBody>
      </p:sp>
      <p:sp>
        <p:nvSpPr>
          <p:cNvPr id="152" name="Google Shape;152;g2773cee3ad0_1_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8" name="Google Shape;158;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3d9235177a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g23d9235177a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p>
          <a:p>
            <a:pPr indent="0" lvl="0" marL="0" marR="0" rtl="0" algn="l">
              <a:lnSpc>
                <a:spcPct val="100000"/>
              </a:lnSpc>
              <a:spcBef>
                <a:spcPts val="0"/>
              </a:spcBef>
              <a:spcAft>
                <a:spcPts val="0"/>
              </a:spcAft>
              <a:buClr>
                <a:schemeClr val="dk1"/>
              </a:buClr>
              <a:buSzPts val="1200"/>
              <a:buFont typeface="Calibri"/>
              <a:buNone/>
            </a:pPr>
            <a:r>
              <a:rPr lang="en-US"/>
              <a:t>Plants and animals are not opposites! Make sure that the plant on your EEE diagram is performing both PS/CR (and both gases moving both ways)</a:t>
            </a:r>
            <a:endParaRPr/>
          </a:p>
          <a:p>
            <a:pPr indent="0" lvl="0" marL="0" marR="0" rtl="0" algn="l">
              <a:lnSpc>
                <a:spcPct val="100000"/>
              </a:lnSpc>
              <a:spcBef>
                <a:spcPts val="0"/>
              </a:spcBef>
              <a:spcAft>
                <a:spcPts val="0"/>
              </a:spcAft>
              <a:buClr>
                <a:schemeClr val="dk1"/>
              </a:buClr>
              <a:buSzPts val="1200"/>
              <a:buFont typeface="Calibri"/>
              <a:buNone/>
            </a:pPr>
            <a:r>
              <a:rPr lang="en-US"/>
              <a:t>Analogy: If I’m heating a pot of water on the stove, the flame does not “turn into” the hot water! Some energy moves from flame to water, but a lot of heat is lost into air</a:t>
            </a:r>
            <a:endParaRPr/>
          </a:p>
        </p:txBody>
      </p:sp>
      <p:sp>
        <p:nvSpPr>
          <p:cNvPr id="165" name="Google Shape;165;g23d9235177a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23d9235177a_0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g23d9235177a_0_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82bb8bf3cf_1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82bb8bf3cf_1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g382bb8bf3cf_1_0: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Times New Roman"/>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82bb8bf3cf_1_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82bb8bf3cf_1_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g382bb8bf3cf_1_8: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Times New Roman"/>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2f61d759a49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2f61d759a49_0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g2f61d759a49_0_0: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Times New Roman"/>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light energy to chemical energy</a:t>
            </a:r>
            <a:endParaRPr/>
          </a:p>
        </p:txBody>
      </p:sp>
      <p:sp>
        <p:nvSpPr>
          <p:cNvPr id="201" name="Google Shape;201;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7" name="Google Shape;207;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2" name="Google Shape;222;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lang="en-US" sz="1200">
                <a:solidFill>
                  <a:srgbClr val="202124"/>
                </a:solidFill>
                <a:highlight>
                  <a:srgbClr val="FFFFFF"/>
                </a:highlight>
                <a:latin typeface="Roboto"/>
                <a:ea typeface="Roboto"/>
                <a:cs typeface="Roboto"/>
                <a:sym typeface="Roboto"/>
              </a:rPr>
              <a:t>bacteria, fungi, some insects, and snails</a:t>
            </a:r>
            <a:r>
              <a:rPr lang="en-US" sz="1200">
                <a:solidFill>
                  <a:srgbClr val="202124"/>
                </a:solidFill>
                <a:highlight>
                  <a:srgbClr val="FFFFFF"/>
                </a:highlight>
                <a:latin typeface="Roboto"/>
                <a:ea typeface="Roboto"/>
                <a:cs typeface="Roboto"/>
                <a:sym typeface="Roboto"/>
              </a:rPr>
              <a:t>,</a:t>
            </a:r>
            <a:endParaRPr/>
          </a:p>
        </p:txBody>
      </p:sp>
      <p:sp>
        <p:nvSpPr>
          <p:cNvPr id="240" name="Google Shape;240;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8" name="Google Shape;248;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7" name="Google Shape;257;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5" name="Google Shape;265;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4" name="Google Shape;274;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2f61d759a49_0_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2f61d759a49_0_1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g2f61d759a49_0_11: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Times New Roman"/>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920b667a4d_1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920b667a4d_1_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914400" rtl="0" algn="l">
              <a:lnSpc>
                <a:spcPct val="115000"/>
              </a:lnSpc>
              <a:spcBef>
                <a:spcPts val="0"/>
              </a:spcBef>
              <a:spcAft>
                <a:spcPts val="0"/>
              </a:spcAft>
              <a:buNone/>
            </a:pPr>
            <a:r>
              <a:rPr lang="en-US" sz="1200">
                <a:solidFill>
                  <a:schemeClr val="dk1"/>
                </a:solidFill>
              </a:rPr>
              <a:t>·  	·  	</a:t>
            </a:r>
            <a:endParaRPr/>
          </a:p>
        </p:txBody>
      </p:sp>
      <p:sp>
        <p:nvSpPr>
          <p:cNvPr id="296" name="Google Shape;296;g920b667a4d_1_0: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Times New Roman"/>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5f9a7dd086_0_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02" name="Google Shape;302;g5f9a7dd086_0_1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317500" lvl="0" marL="457200" rtl="0" algn="l">
              <a:lnSpc>
                <a:spcPct val="100000"/>
              </a:lnSpc>
              <a:spcBef>
                <a:spcPts val="0"/>
              </a:spcBef>
              <a:spcAft>
                <a:spcPts val="0"/>
              </a:spcAft>
              <a:buSzPts val="1400"/>
              <a:buChar char="-"/>
            </a:pPr>
            <a:r>
              <a:rPr lang="en-US"/>
              <a:t>decomposers should not be pointing to the grass</a:t>
            </a:r>
            <a:endParaRPr/>
          </a:p>
          <a:p>
            <a:pPr indent="-317500" lvl="0" marL="457200" rtl="0" algn="l">
              <a:lnSpc>
                <a:spcPct val="100000"/>
              </a:lnSpc>
              <a:spcBef>
                <a:spcPts val="0"/>
              </a:spcBef>
              <a:spcAft>
                <a:spcPts val="0"/>
              </a:spcAft>
              <a:buSzPts val="1400"/>
              <a:buChar char="-"/>
            </a:pPr>
            <a:r>
              <a:rPr lang="en-US"/>
              <a:t>arrows could be pointing from each organism to the decomposers</a:t>
            </a:r>
            <a:endParaRPr/>
          </a:p>
          <a:p>
            <a:pPr indent="-317500" lvl="0" marL="457200" rtl="0" algn="l">
              <a:lnSpc>
                <a:spcPct val="100000"/>
              </a:lnSpc>
              <a:spcBef>
                <a:spcPts val="0"/>
              </a:spcBef>
              <a:spcAft>
                <a:spcPts val="0"/>
              </a:spcAft>
              <a:buSzPts val="1400"/>
              <a:buChar char="-"/>
            </a:pPr>
            <a:r>
              <a:rPr lang="en-US"/>
              <a:t>there should be heat coming off from each arrow to show the 10% rule</a:t>
            </a:r>
            <a:endParaRPr/>
          </a:p>
          <a:p>
            <a:pPr indent="-317500" lvl="0" marL="457200" rtl="0" algn="l">
              <a:lnSpc>
                <a:spcPct val="100000"/>
              </a:lnSpc>
              <a:spcBef>
                <a:spcPts val="0"/>
              </a:spcBef>
              <a:spcAft>
                <a:spcPts val="0"/>
              </a:spcAft>
              <a:buSzPts val="1400"/>
              <a:buChar char="-"/>
            </a:pPr>
            <a:r>
              <a:rPr lang="en-US"/>
              <a:t>there should be a sun in the diagram to show where the grass is getting its energy</a:t>
            </a:r>
            <a:endParaRPr/>
          </a:p>
        </p:txBody>
      </p:sp>
      <p:sp>
        <p:nvSpPr>
          <p:cNvPr id="303" name="Google Shape;303;g5f9a7dd086_0_16: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Times New Roman"/>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WHAT IS WRONG WITH THIS FOOD CHAIN?</a:t>
            </a:r>
            <a:endParaRPr/>
          </a:p>
        </p:txBody>
      </p:sp>
      <p:sp>
        <p:nvSpPr>
          <p:cNvPr id="311" name="Google Shape;311;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5" name="Google Shape;325;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1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7" name="Google Shape;337;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685347" y="1122363"/>
            <a:ext cx="7773300" cy="2387700"/>
          </a:xfrm>
          <a:prstGeom prst="rect">
            <a:avLst/>
          </a:prstGeom>
          <a:noFill/>
          <a:ln>
            <a:noFill/>
          </a:ln>
        </p:spPr>
        <p:txBody>
          <a:bodyPr anchorCtr="0" anchor="b" bIns="45700" lIns="91425" spcFirstLastPara="1" rIns="91425" wrap="square" tIns="45700">
            <a:noAutofit/>
          </a:bodyPr>
          <a:lstStyle>
            <a:lvl1pPr lvl="0" rtl="0" algn="ctr">
              <a:lnSpc>
                <a:spcPct val="90000"/>
              </a:lnSpc>
              <a:spcBef>
                <a:spcPts val="0"/>
              </a:spcBef>
              <a:spcAft>
                <a:spcPts val="0"/>
              </a:spcAft>
              <a:buSzPts val="1400"/>
              <a:buNone/>
              <a:defRPr sz="4800"/>
            </a:lvl1pPr>
            <a:lvl2pPr lvl="1" rtl="0" algn="ctr">
              <a:lnSpc>
                <a:spcPct val="90000"/>
              </a:lnSpc>
              <a:spcBef>
                <a:spcPts val="0"/>
              </a:spcBef>
              <a:spcAft>
                <a:spcPts val="0"/>
              </a:spcAft>
              <a:buSzPts val="1400"/>
              <a:buNone/>
              <a:defRPr/>
            </a:lvl2pPr>
            <a:lvl3pPr lvl="2" rtl="0" algn="ctr">
              <a:lnSpc>
                <a:spcPct val="90000"/>
              </a:lnSpc>
              <a:spcBef>
                <a:spcPts val="0"/>
              </a:spcBef>
              <a:spcAft>
                <a:spcPts val="0"/>
              </a:spcAft>
              <a:buSzPts val="1400"/>
              <a:buNone/>
              <a:defRPr/>
            </a:lvl3pPr>
            <a:lvl4pPr lvl="3" rtl="0" algn="ctr">
              <a:lnSpc>
                <a:spcPct val="90000"/>
              </a:lnSpc>
              <a:spcBef>
                <a:spcPts val="0"/>
              </a:spcBef>
              <a:spcAft>
                <a:spcPts val="0"/>
              </a:spcAft>
              <a:buSzPts val="1400"/>
              <a:buNone/>
              <a:defRPr/>
            </a:lvl4pPr>
            <a:lvl5pPr lvl="4" rtl="0" algn="ctr">
              <a:lnSpc>
                <a:spcPct val="90000"/>
              </a:lnSpc>
              <a:spcBef>
                <a:spcPts val="0"/>
              </a:spcBef>
              <a:spcAft>
                <a:spcPts val="0"/>
              </a:spcAft>
              <a:buSzPts val="1400"/>
              <a:buNone/>
              <a:defRPr/>
            </a:lvl5pPr>
            <a:lvl6pPr lvl="5" rtl="0" algn="ctr">
              <a:lnSpc>
                <a:spcPct val="90000"/>
              </a:lnSpc>
              <a:spcBef>
                <a:spcPts val="0"/>
              </a:spcBef>
              <a:spcAft>
                <a:spcPts val="0"/>
              </a:spcAft>
              <a:buSzPts val="1400"/>
              <a:buNone/>
              <a:defRPr/>
            </a:lvl6pPr>
            <a:lvl7pPr lvl="6" rtl="0" algn="ctr">
              <a:lnSpc>
                <a:spcPct val="90000"/>
              </a:lnSpc>
              <a:spcBef>
                <a:spcPts val="0"/>
              </a:spcBef>
              <a:spcAft>
                <a:spcPts val="0"/>
              </a:spcAft>
              <a:buSzPts val="1400"/>
              <a:buNone/>
              <a:defRPr/>
            </a:lvl7pPr>
            <a:lvl8pPr lvl="7" rtl="0" algn="ctr">
              <a:lnSpc>
                <a:spcPct val="90000"/>
              </a:lnSpc>
              <a:spcBef>
                <a:spcPts val="0"/>
              </a:spcBef>
              <a:spcAft>
                <a:spcPts val="0"/>
              </a:spcAft>
              <a:buSzPts val="1400"/>
              <a:buNone/>
              <a:defRPr/>
            </a:lvl8pPr>
            <a:lvl9pPr lvl="8" rtl="0" algn="ctr">
              <a:lnSpc>
                <a:spcPct val="90000"/>
              </a:lnSpc>
              <a:spcBef>
                <a:spcPts val="0"/>
              </a:spcBef>
              <a:spcAft>
                <a:spcPts val="0"/>
              </a:spcAft>
              <a:buSzPts val="1400"/>
              <a:buNone/>
              <a:defRPr/>
            </a:lvl9pPr>
          </a:lstStyle>
          <a:p/>
        </p:txBody>
      </p:sp>
      <p:sp>
        <p:nvSpPr>
          <p:cNvPr id="17" name="Google Shape;17;p2"/>
          <p:cNvSpPr txBox="1"/>
          <p:nvPr>
            <p:ph idx="1" type="subTitle"/>
          </p:nvPr>
        </p:nvSpPr>
        <p:spPr>
          <a:xfrm>
            <a:off x="685347" y="3602038"/>
            <a:ext cx="7773300" cy="1655700"/>
          </a:xfrm>
          <a:prstGeom prst="rect">
            <a:avLst/>
          </a:prstGeom>
          <a:noFill/>
          <a:ln>
            <a:noFill/>
          </a:ln>
        </p:spPr>
        <p:txBody>
          <a:bodyPr anchorCtr="0" anchor="t" bIns="45700" lIns="91425" spcFirstLastPara="1" rIns="91425" wrap="square" tIns="45700">
            <a:noAutofit/>
          </a:bodyPr>
          <a:lstStyle>
            <a:lvl1pPr lvl="0" rtl="0" algn="ctr">
              <a:lnSpc>
                <a:spcPct val="120000"/>
              </a:lnSpc>
              <a:spcBef>
                <a:spcPts val="1000"/>
              </a:spcBef>
              <a:spcAft>
                <a:spcPts val="0"/>
              </a:spcAft>
              <a:buClr>
                <a:schemeClr val="lt1"/>
              </a:buClr>
              <a:buSzPts val="2400"/>
              <a:buNone/>
              <a:defRPr sz="2400"/>
            </a:lvl1pPr>
            <a:lvl2pPr lvl="1" rtl="0" algn="ctr">
              <a:lnSpc>
                <a:spcPct val="120000"/>
              </a:lnSpc>
              <a:spcBef>
                <a:spcPts val="500"/>
              </a:spcBef>
              <a:spcAft>
                <a:spcPts val="0"/>
              </a:spcAft>
              <a:buClr>
                <a:schemeClr val="lt1"/>
              </a:buClr>
              <a:buSzPts val="2000"/>
              <a:buNone/>
              <a:defRPr sz="2000"/>
            </a:lvl2pPr>
            <a:lvl3pPr lvl="2" rtl="0" algn="ctr">
              <a:lnSpc>
                <a:spcPct val="120000"/>
              </a:lnSpc>
              <a:spcBef>
                <a:spcPts val="500"/>
              </a:spcBef>
              <a:spcAft>
                <a:spcPts val="0"/>
              </a:spcAft>
              <a:buClr>
                <a:schemeClr val="lt1"/>
              </a:buClr>
              <a:buSzPts val="1800"/>
              <a:buNone/>
              <a:defRPr sz="1800"/>
            </a:lvl3pPr>
            <a:lvl4pPr lvl="3" rtl="0" algn="ctr">
              <a:lnSpc>
                <a:spcPct val="120000"/>
              </a:lnSpc>
              <a:spcBef>
                <a:spcPts val="500"/>
              </a:spcBef>
              <a:spcAft>
                <a:spcPts val="0"/>
              </a:spcAft>
              <a:buClr>
                <a:schemeClr val="lt1"/>
              </a:buClr>
              <a:buSzPts val="1600"/>
              <a:buNone/>
              <a:defRPr sz="1600"/>
            </a:lvl4pPr>
            <a:lvl5pPr lvl="4" rtl="0" algn="ctr">
              <a:lnSpc>
                <a:spcPct val="120000"/>
              </a:lnSpc>
              <a:spcBef>
                <a:spcPts val="500"/>
              </a:spcBef>
              <a:spcAft>
                <a:spcPts val="0"/>
              </a:spcAft>
              <a:buClr>
                <a:schemeClr val="lt1"/>
              </a:buClr>
              <a:buSzPts val="1600"/>
              <a:buNone/>
              <a:defRPr sz="1600"/>
            </a:lvl5pPr>
            <a:lvl6pPr lvl="5" rtl="0" algn="ctr">
              <a:lnSpc>
                <a:spcPct val="120000"/>
              </a:lnSpc>
              <a:spcBef>
                <a:spcPts val="500"/>
              </a:spcBef>
              <a:spcAft>
                <a:spcPts val="0"/>
              </a:spcAft>
              <a:buClr>
                <a:schemeClr val="lt1"/>
              </a:buClr>
              <a:buSzPts val="1600"/>
              <a:buNone/>
              <a:defRPr sz="1600"/>
            </a:lvl6pPr>
            <a:lvl7pPr lvl="6" rtl="0" algn="ctr">
              <a:lnSpc>
                <a:spcPct val="120000"/>
              </a:lnSpc>
              <a:spcBef>
                <a:spcPts val="500"/>
              </a:spcBef>
              <a:spcAft>
                <a:spcPts val="0"/>
              </a:spcAft>
              <a:buClr>
                <a:schemeClr val="lt1"/>
              </a:buClr>
              <a:buSzPts val="1600"/>
              <a:buNone/>
              <a:defRPr sz="1600"/>
            </a:lvl7pPr>
            <a:lvl8pPr lvl="7" rtl="0" algn="ctr">
              <a:lnSpc>
                <a:spcPct val="120000"/>
              </a:lnSpc>
              <a:spcBef>
                <a:spcPts val="500"/>
              </a:spcBef>
              <a:spcAft>
                <a:spcPts val="0"/>
              </a:spcAft>
              <a:buClr>
                <a:schemeClr val="lt1"/>
              </a:buClr>
              <a:buSzPts val="1600"/>
              <a:buNone/>
              <a:defRPr sz="1600"/>
            </a:lvl8pPr>
            <a:lvl9pPr lvl="8" rtl="0" algn="ctr">
              <a:lnSpc>
                <a:spcPct val="120000"/>
              </a:lnSpc>
              <a:spcBef>
                <a:spcPts val="500"/>
              </a:spcBef>
              <a:spcAft>
                <a:spcPts val="0"/>
              </a:spcAft>
              <a:buClr>
                <a:schemeClr val="lt1"/>
              </a:buClr>
              <a:buSzPts val="1600"/>
              <a:buNone/>
              <a:defRPr sz="1600"/>
            </a:lvl9pPr>
          </a:lstStyle>
          <a:p/>
        </p:txBody>
      </p:sp>
      <p:sp>
        <p:nvSpPr>
          <p:cNvPr id="18" name="Google Shape;18;p2"/>
          <p:cNvSpPr txBox="1"/>
          <p:nvPr>
            <p:ph idx="10" type="dt"/>
          </p:nvPr>
        </p:nvSpPr>
        <p:spPr>
          <a:xfrm>
            <a:off x="5759450" y="5883275"/>
            <a:ext cx="20574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9" name="Google Shape;19;p2"/>
          <p:cNvSpPr txBox="1"/>
          <p:nvPr>
            <p:ph idx="11" type="ftr"/>
          </p:nvPr>
        </p:nvSpPr>
        <p:spPr>
          <a:xfrm>
            <a:off x="685800" y="5883275"/>
            <a:ext cx="50037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0" name="Google Shape;20;p2"/>
          <p:cNvSpPr txBox="1"/>
          <p:nvPr>
            <p:ph idx="12" type="sldNum"/>
          </p:nvPr>
        </p:nvSpPr>
        <p:spPr>
          <a:xfrm>
            <a:off x="7885112" y="5883275"/>
            <a:ext cx="565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685800" y="609600"/>
            <a:ext cx="7764600" cy="1325700"/>
          </a:xfrm>
          <a:prstGeom prst="rect">
            <a:avLst/>
          </a:prstGeom>
          <a:noFill/>
          <a:ln>
            <a:noFill/>
          </a:ln>
        </p:spPr>
        <p:txBody>
          <a:bodyPr anchorCtr="0" anchor="ctr" bIns="45700" lIns="91425" spcFirstLastPara="1" rIns="91425" wrap="square" tIns="45700">
            <a:noAutofit/>
          </a:bodyPr>
          <a:lstStyle>
            <a:lvl1pPr lvl="0" rtl="0" algn="ctr">
              <a:lnSpc>
                <a:spcPct val="90000"/>
              </a:lnSpc>
              <a:spcBef>
                <a:spcPts val="0"/>
              </a:spcBef>
              <a:spcAft>
                <a:spcPts val="0"/>
              </a:spcAft>
              <a:buSzPts val="1400"/>
              <a:buNone/>
              <a:defRPr/>
            </a:lvl1pPr>
            <a:lvl2pPr lvl="1" rtl="0" algn="ctr">
              <a:lnSpc>
                <a:spcPct val="90000"/>
              </a:lnSpc>
              <a:spcBef>
                <a:spcPts val="0"/>
              </a:spcBef>
              <a:spcAft>
                <a:spcPts val="0"/>
              </a:spcAft>
              <a:buSzPts val="1400"/>
              <a:buNone/>
              <a:defRPr/>
            </a:lvl2pPr>
            <a:lvl3pPr lvl="2" rtl="0" algn="ctr">
              <a:lnSpc>
                <a:spcPct val="90000"/>
              </a:lnSpc>
              <a:spcBef>
                <a:spcPts val="0"/>
              </a:spcBef>
              <a:spcAft>
                <a:spcPts val="0"/>
              </a:spcAft>
              <a:buSzPts val="1400"/>
              <a:buNone/>
              <a:defRPr/>
            </a:lvl3pPr>
            <a:lvl4pPr lvl="3" rtl="0" algn="ctr">
              <a:lnSpc>
                <a:spcPct val="90000"/>
              </a:lnSpc>
              <a:spcBef>
                <a:spcPts val="0"/>
              </a:spcBef>
              <a:spcAft>
                <a:spcPts val="0"/>
              </a:spcAft>
              <a:buSzPts val="1400"/>
              <a:buNone/>
              <a:defRPr/>
            </a:lvl4pPr>
            <a:lvl5pPr lvl="4" rtl="0" algn="ctr">
              <a:lnSpc>
                <a:spcPct val="90000"/>
              </a:lnSpc>
              <a:spcBef>
                <a:spcPts val="0"/>
              </a:spcBef>
              <a:spcAft>
                <a:spcPts val="0"/>
              </a:spcAft>
              <a:buSzPts val="1400"/>
              <a:buNone/>
              <a:defRPr/>
            </a:lvl5pPr>
            <a:lvl6pPr lvl="5" rtl="0" algn="ctr">
              <a:lnSpc>
                <a:spcPct val="90000"/>
              </a:lnSpc>
              <a:spcBef>
                <a:spcPts val="0"/>
              </a:spcBef>
              <a:spcAft>
                <a:spcPts val="0"/>
              </a:spcAft>
              <a:buSzPts val="1400"/>
              <a:buNone/>
              <a:defRPr/>
            </a:lvl6pPr>
            <a:lvl7pPr lvl="6" rtl="0" algn="ctr">
              <a:lnSpc>
                <a:spcPct val="90000"/>
              </a:lnSpc>
              <a:spcBef>
                <a:spcPts val="0"/>
              </a:spcBef>
              <a:spcAft>
                <a:spcPts val="0"/>
              </a:spcAft>
              <a:buSzPts val="1400"/>
              <a:buNone/>
              <a:defRPr/>
            </a:lvl7pPr>
            <a:lvl8pPr lvl="7" rtl="0" algn="ctr">
              <a:lnSpc>
                <a:spcPct val="90000"/>
              </a:lnSpc>
              <a:spcBef>
                <a:spcPts val="0"/>
              </a:spcBef>
              <a:spcAft>
                <a:spcPts val="0"/>
              </a:spcAft>
              <a:buSzPts val="1400"/>
              <a:buNone/>
              <a:defRPr/>
            </a:lvl8pPr>
            <a:lvl9pPr lvl="8" rtl="0" algn="ctr">
              <a:lnSpc>
                <a:spcPct val="90000"/>
              </a:lnSpc>
              <a:spcBef>
                <a:spcPts val="0"/>
              </a:spcBef>
              <a:spcAft>
                <a:spcPts val="0"/>
              </a:spcAft>
              <a:buSzPts val="1400"/>
              <a:buNone/>
              <a:defRPr/>
            </a:lvl9pPr>
          </a:lstStyle>
          <a:p/>
        </p:txBody>
      </p:sp>
      <p:sp>
        <p:nvSpPr>
          <p:cNvPr id="23" name="Google Shape;23;p3"/>
          <p:cNvSpPr txBox="1"/>
          <p:nvPr>
            <p:ph idx="1" type="body"/>
          </p:nvPr>
        </p:nvSpPr>
        <p:spPr>
          <a:xfrm>
            <a:off x="685800" y="2095500"/>
            <a:ext cx="7764600" cy="3695700"/>
          </a:xfrm>
          <a:prstGeom prst="rect">
            <a:avLst/>
          </a:prstGeom>
          <a:noFill/>
          <a:ln>
            <a:noFill/>
          </a:ln>
        </p:spPr>
        <p:txBody>
          <a:bodyPr anchorCtr="0" anchor="t" bIns="45700" lIns="91425" spcFirstLastPara="1" rIns="91425" wrap="square" tIns="45700">
            <a:noAutofit/>
          </a:bodyPr>
          <a:lstStyle>
            <a:lvl1pPr indent="-342900" lvl="0" marL="457200" rtl="0" algn="l">
              <a:lnSpc>
                <a:spcPct val="120000"/>
              </a:lnSpc>
              <a:spcBef>
                <a:spcPts val="1000"/>
              </a:spcBef>
              <a:spcAft>
                <a:spcPts val="0"/>
              </a:spcAft>
              <a:buClr>
                <a:schemeClr val="lt1"/>
              </a:buClr>
              <a:buSzPts val="1800"/>
              <a:buChar char="•"/>
              <a:defRPr/>
            </a:lvl1pPr>
            <a:lvl2pPr indent="-342900" lvl="1" marL="914400" rtl="0" algn="l">
              <a:lnSpc>
                <a:spcPct val="120000"/>
              </a:lnSpc>
              <a:spcBef>
                <a:spcPts val="500"/>
              </a:spcBef>
              <a:spcAft>
                <a:spcPts val="0"/>
              </a:spcAft>
              <a:buClr>
                <a:schemeClr val="lt1"/>
              </a:buClr>
              <a:buSzPts val="1800"/>
              <a:buChar char="•"/>
              <a:defRPr/>
            </a:lvl2pPr>
            <a:lvl3pPr indent="-342900" lvl="2" marL="1371600" rtl="0" algn="l">
              <a:lnSpc>
                <a:spcPct val="120000"/>
              </a:lnSpc>
              <a:spcBef>
                <a:spcPts val="500"/>
              </a:spcBef>
              <a:spcAft>
                <a:spcPts val="0"/>
              </a:spcAft>
              <a:buClr>
                <a:schemeClr val="lt1"/>
              </a:buClr>
              <a:buSzPts val="1800"/>
              <a:buChar char="•"/>
              <a:defRPr/>
            </a:lvl3pPr>
            <a:lvl4pPr indent="-342900" lvl="3" marL="1828800" rtl="0" algn="l">
              <a:lnSpc>
                <a:spcPct val="120000"/>
              </a:lnSpc>
              <a:spcBef>
                <a:spcPts val="500"/>
              </a:spcBef>
              <a:spcAft>
                <a:spcPts val="0"/>
              </a:spcAft>
              <a:buClr>
                <a:schemeClr val="lt1"/>
              </a:buClr>
              <a:buSzPts val="1800"/>
              <a:buChar char="•"/>
              <a:defRPr/>
            </a:lvl4pPr>
            <a:lvl5pPr indent="-342900" lvl="4" marL="2286000" rtl="0" algn="l">
              <a:lnSpc>
                <a:spcPct val="120000"/>
              </a:lnSpc>
              <a:spcBef>
                <a:spcPts val="500"/>
              </a:spcBef>
              <a:spcAft>
                <a:spcPts val="0"/>
              </a:spcAft>
              <a:buClr>
                <a:schemeClr val="lt1"/>
              </a:buClr>
              <a:buSzPts val="1800"/>
              <a:buChar char="•"/>
              <a:defRPr/>
            </a:lvl5pPr>
            <a:lvl6pPr indent="-342900" lvl="5" marL="2743200" rtl="0" algn="l">
              <a:lnSpc>
                <a:spcPct val="120000"/>
              </a:lnSpc>
              <a:spcBef>
                <a:spcPts val="500"/>
              </a:spcBef>
              <a:spcAft>
                <a:spcPts val="0"/>
              </a:spcAft>
              <a:buClr>
                <a:schemeClr val="lt1"/>
              </a:buClr>
              <a:buSzPts val="1800"/>
              <a:buChar char="•"/>
              <a:defRPr/>
            </a:lvl6pPr>
            <a:lvl7pPr indent="-342900" lvl="6" marL="3200400" rtl="0" algn="l">
              <a:lnSpc>
                <a:spcPct val="120000"/>
              </a:lnSpc>
              <a:spcBef>
                <a:spcPts val="500"/>
              </a:spcBef>
              <a:spcAft>
                <a:spcPts val="0"/>
              </a:spcAft>
              <a:buClr>
                <a:schemeClr val="lt1"/>
              </a:buClr>
              <a:buSzPts val="1800"/>
              <a:buChar char="•"/>
              <a:defRPr/>
            </a:lvl7pPr>
            <a:lvl8pPr indent="-342900" lvl="7" marL="3657600" rtl="0" algn="l">
              <a:lnSpc>
                <a:spcPct val="120000"/>
              </a:lnSpc>
              <a:spcBef>
                <a:spcPts val="500"/>
              </a:spcBef>
              <a:spcAft>
                <a:spcPts val="0"/>
              </a:spcAft>
              <a:buClr>
                <a:schemeClr val="lt1"/>
              </a:buClr>
              <a:buSzPts val="1800"/>
              <a:buChar char="•"/>
              <a:defRPr/>
            </a:lvl8pPr>
            <a:lvl9pPr indent="-342900" lvl="8" marL="4114800" rtl="0" algn="l">
              <a:lnSpc>
                <a:spcPct val="120000"/>
              </a:lnSpc>
              <a:spcBef>
                <a:spcPts val="500"/>
              </a:spcBef>
              <a:spcAft>
                <a:spcPts val="0"/>
              </a:spcAft>
              <a:buClr>
                <a:schemeClr val="lt1"/>
              </a:buClr>
              <a:buSzPts val="1800"/>
              <a:buChar char="•"/>
              <a:defRPr/>
            </a:lvl9pPr>
          </a:lstStyle>
          <a:p/>
        </p:txBody>
      </p:sp>
      <p:sp>
        <p:nvSpPr>
          <p:cNvPr id="24" name="Google Shape;24;p3"/>
          <p:cNvSpPr txBox="1"/>
          <p:nvPr>
            <p:ph idx="10" type="dt"/>
          </p:nvPr>
        </p:nvSpPr>
        <p:spPr>
          <a:xfrm>
            <a:off x="5759450" y="5883275"/>
            <a:ext cx="20574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5" name="Google Shape;25;p3"/>
          <p:cNvSpPr txBox="1"/>
          <p:nvPr>
            <p:ph idx="11" type="ftr"/>
          </p:nvPr>
        </p:nvSpPr>
        <p:spPr>
          <a:xfrm>
            <a:off x="685800" y="5883275"/>
            <a:ext cx="50037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26" name="Google Shape;26;p3"/>
          <p:cNvSpPr txBox="1"/>
          <p:nvPr>
            <p:ph idx="12" type="sldNum"/>
          </p:nvPr>
        </p:nvSpPr>
        <p:spPr>
          <a:xfrm>
            <a:off x="7885112" y="5883275"/>
            <a:ext cx="565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over Content" type="txOverObj">
  <p:cSld name="TEXT_OVER_OBJECT">
    <p:spTree>
      <p:nvGrpSpPr>
        <p:cNvPr id="27" name="Shape 27"/>
        <p:cNvGrpSpPr/>
        <p:nvPr/>
      </p:nvGrpSpPr>
      <p:grpSpPr>
        <a:xfrm>
          <a:off x="0" y="0"/>
          <a:ext cx="0" cy="0"/>
          <a:chOff x="0" y="0"/>
          <a:chExt cx="0" cy="0"/>
        </a:xfrm>
      </p:grpSpPr>
      <p:sp>
        <p:nvSpPr>
          <p:cNvPr id="28" name="Google Shape;28;p4"/>
          <p:cNvSpPr txBox="1"/>
          <p:nvPr>
            <p:ph type="title"/>
          </p:nvPr>
        </p:nvSpPr>
        <p:spPr>
          <a:xfrm>
            <a:off x="685800" y="609600"/>
            <a:ext cx="7772400" cy="1143000"/>
          </a:xfrm>
          <a:prstGeom prst="rect">
            <a:avLst/>
          </a:prstGeom>
          <a:noFill/>
          <a:ln>
            <a:noFill/>
          </a:ln>
        </p:spPr>
        <p:txBody>
          <a:bodyPr anchorCtr="0" anchor="ctr" bIns="45700" lIns="91425" spcFirstLastPara="1" rIns="91425" wrap="square" tIns="45700">
            <a:noAutofit/>
          </a:bodyPr>
          <a:lstStyle>
            <a:lvl1pPr lvl="0" rtl="0" algn="ctr">
              <a:lnSpc>
                <a:spcPct val="90000"/>
              </a:lnSpc>
              <a:spcBef>
                <a:spcPts val="0"/>
              </a:spcBef>
              <a:spcAft>
                <a:spcPts val="0"/>
              </a:spcAft>
              <a:buSzPts val="1400"/>
              <a:buNone/>
              <a:defRPr/>
            </a:lvl1pPr>
            <a:lvl2pPr lvl="1" rtl="0" algn="ctr">
              <a:lnSpc>
                <a:spcPct val="90000"/>
              </a:lnSpc>
              <a:spcBef>
                <a:spcPts val="0"/>
              </a:spcBef>
              <a:spcAft>
                <a:spcPts val="0"/>
              </a:spcAft>
              <a:buSzPts val="1400"/>
              <a:buNone/>
              <a:defRPr/>
            </a:lvl2pPr>
            <a:lvl3pPr lvl="2" rtl="0" algn="ctr">
              <a:lnSpc>
                <a:spcPct val="90000"/>
              </a:lnSpc>
              <a:spcBef>
                <a:spcPts val="0"/>
              </a:spcBef>
              <a:spcAft>
                <a:spcPts val="0"/>
              </a:spcAft>
              <a:buSzPts val="1400"/>
              <a:buNone/>
              <a:defRPr/>
            </a:lvl3pPr>
            <a:lvl4pPr lvl="3" rtl="0" algn="ctr">
              <a:lnSpc>
                <a:spcPct val="90000"/>
              </a:lnSpc>
              <a:spcBef>
                <a:spcPts val="0"/>
              </a:spcBef>
              <a:spcAft>
                <a:spcPts val="0"/>
              </a:spcAft>
              <a:buSzPts val="1400"/>
              <a:buNone/>
              <a:defRPr/>
            </a:lvl4pPr>
            <a:lvl5pPr lvl="4" rtl="0" algn="ctr">
              <a:lnSpc>
                <a:spcPct val="90000"/>
              </a:lnSpc>
              <a:spcBef>
                <a:spcPts val="0"/>
              </a:spcBef>
              <a:spcAft>
                <a:spcPts val="0"/>
              </a:spcAft>
              <a:buSzPts val="1400"/>
              <a:buNone/>
              <a:defRPr/>
            </a:lvl5pPr>
            <a:lvl6pPr lvl="5" rtl="0" algn="ctr">
              <a:lnSpc>
                <a:spcPct val="90000"/>
              </a:lnSpc>
              <a:spcBef>
                <a:spcPts val="0"/>
              </a:spcBef>
              <a:spcAft>
                <a:spcPts val="0"/>
              </a:spcAft>
              <a:buSzPts val="1400"/>
              <a:buNone/>
              <a:defRPr/>
            </a:lvl6pPr>
            <a:lvl7pPr lvl="6" rtl="0" algn="ctr">
              <a:lnSpc>
                <a:spcPct val="90000"/>
              </a:lnSpc>
              <a:spcBef>
                <a:spcPts val="0"/>
              </a:spcBef>
              <a:spcAft>
                <a:spcPts val="0"/>
              </a:spcAft>
              <a:buSzPts val="1400"/>
              <a:buNone/>
              <a:defRPr/>
            </a:lvl7pPr>
            <a:lvl8pPr lvl="7" rtl="0" algn="ctr">
              <a:lnSpc>
                <a:spcPct val="90000"/>
              </a:lnSpc>
              <a:spcBef>
                <a:spcPts val="0"/>
              </a:spcBef>
              <a:spcAft>
                <a:spcPts val="0"/>
              </a:spcAft>
              <a:buSzPts val="1400"/>
              <a:buNone/>
              <a:defRPr/>
            </a:lvl8pPr>
            <a:lvl9pPr lvl="8" rtl="0" algn="ctr">
              <a:lnSpc>
                <a:spcPct val="90000"/>
              </a:lnSpc>
              <a:spcBef>
                <a:spcPts val="0"/>
              </a:spcBef>
              <a:spcAft>
                <a:spcPts val="0"/>
              </a:spcAft>
              <a:buSzPts val="1400"/>
              <a:buNone/>
              <a:defRPr/>
            </a:lvl9pPr>
          </a:lstStyle>
          <a:p/>
        </p:txBody>
      </p:sp>
      <p:sp>
        <p:nvSpPr>
          <p:cNvPr id="29" name="Google Shape;29;p4"/>
          <p:cNvSpPr txBox="1"/>
          <p:nvPr>
            <p:ph idx="1" type="body"/>
          </p:nvPr>
        </p:nvSpPr>
        <p:spPr>
          <a:xfrm>
            <a:off x="685800" y="1981200"/>
            <a:ext cx="7772400" cy="1981200"/>
          </a:xfrm>
          <a:prstGeom prst="rect">
            <a:avLst/>
          </a:prstGeom>
          <a:noFill/>
          <a:ln>
            <a:noFill/>
          </a:ln>
        </p:spPr>
        <p:txBody>
          <a:bodyPr anchorCtr="0" anchor="t" bIns="45700" lIns="91425" spcFirstLastPara="1" rIns="91425" wrap="square" tIns="45700">
            <a:noAutofit/>
          </a:bodyPr>
          <a:lstStyle>
            <a:lvl1pPr indent="-342900" lvl="0" marL="457200" rtl="0" algn="l">
              <a:lnSpc>
                <a:spcPct val="120000"/>
              </a:lnSpc>
              <a:spcBef>
                <a:spcPts val="1000"/>
              </a:spcBef>
              <a:spcAft>
                <a:spcPts val="0"/>
              </a:spcAft>
              <a:buClr>
                <a:schemeClr val="lt1"/>
              </a:buClr>
              <a:buSzPts val="1800"/>
              <a:buChar char="•"/>
              <a:defRPr/>
            </a:lvl1pPr>
            <a:lvl2pPr indent="-342900" lvl="1" marL="914400" rtl="0" algn="l">
              <a:lnSpc>
                <a:spcPct val="120000"/>
              </a:lnSpc>
              <a:spcBef>
                <a:spcPts val="500"/>
              </a:spcBef>
              <a:spcAft>
                <a:spcPts val="0"/>
              </a:spcAft>
              <a:buClr>
                <a:schemeClr val="lt1"/>
              </a:buClr>
              <a:buSzPts val="1800"/>
              <a:buChar char="•"/>
              <a:defRPr/>
            </a:lvl2pPr>
            <a:lvl3pPr indent="-342900" lvl="2" marL="1371600" rtl="0" algn="l">
              <a:lnSpc>
                <a:spcPct val="120000"/>
              </a:lnSpc>
              <a:spcBef>
                <a:spcPts val="500"/>
              </a:spcBef>
              <a:spcAft>
                <a:spcPts val="0"/>
              </a:spcAft>
              <a:buClr>
                <a:schemeClr val="lt1"/>
              </a:buClr>
              <a:buSzPts val="1800"/>
              <a:buChar char="•"/>
              <a:defRPr/>
            </a:lvl3pPr>
            <a:lvl4pPr indent="-342900" lvl="3" marL="1828800" rtl="0" algn="l">
              <a:lnSpc>
                <a:spcPct val="120000"/>
              </a:lnSpc>
              <a:spcBef>
                <a:spcPts val="500"/>
              </a:spcBef>
              <a:spcAft>
                <a:spcPts val="0"/>
              </a:spcAft>
              <a:buClr>
                <a:schemeClr val="lt1"/>
              </a:buClr>
              <a:buSzPts val="1800"/>
              <a:buChar char="•"/>
              <a:defRPr/>
            </a:lvl4pPr>
            <a:lvl5pPr indent="-342900" lvl="4" marL="2286000" rtl="0" algn="l">
              <a:lnSpc>
                <a:spcPct val="120000"/>
              </a:lnSpc>
              <a:spcBef>
                <a:spcPts val="500"/>
              </a:spcBef>
              <a:spcAft>
                <a:spcPts val="0"/>
              </a:spcAft>
              <a:buClr>
                <a:schemeClr val="lt1"/>
              </a:buClr>
              <a:buSzPts val="1800"/>
              <a:buChar char="•"/>
              <a:defRPr/>
            </a:lvl5pPr>
            <a:lvl6pPr indent="-342900" lvl="5" marL="2743200" rtl="0" algn="l">
              <a:lnSpc>
                <a:spcPct val="120000"/>
              </a:lnSpc>
              <a:spcBef>
                <a:spcPts val="500"/>
              </a:spcBef>
              <a:spcAft>
                <a:spcPts val="0"/>
              </a:spcAft>
              <a:buClr>
                <a:schemeClr val="lt1"/>
              </a:buClr>
              <a:buSzPts val="1800"/>
              <a:buChar char="•"/>
              <a:defRPr/>
            </a:lvl6pPr>
            <a:lvl7pPr indent="-342900" lvl="6" marL="3200400" rtl="0" algn="l">
              <a:lnSpc>
                <a:spcPct val="120000"/>
              </a:lnSpc>
              <a:spcBef>
                <a:spcPts val="500"/>
              </a:spcBef>
              <a:spcAft>
                <a:spcPts val="0"/>
              </a:spcAft>
              <a:buClr>
                <a:schemeClr val="lt1"/>
              </a:buClr>
              <a:buSzPts val="1800"/>
              <a:buChar char="•"/>
              <a:defRPr/>
            </a:lvl7pPr>
            <a:lvl8pPr indent="-342900" lvl="7" marL="3657600" rtl="0" algn="l">
              <a:lnSpc>
                <a:spcPct val="120000"/>
              </a:lnSpc>
              <a:spcBef>
                <a:spcPts val="500"/>
              </a:spcBef>
              <a:spcAft>
                <a:spcPts val="0"/>
              </a:spcAft>
              <a:buClr>
                <a:schemeClr val="lt1"/>
              </a:buClr>
              <a:buSzPts val="1800"/>
              <a:buChar char="•"/>
              <a:defRPr/>
            </a:lvl8pPr>
            <a:lvl9pPr indent="-342900" lvl="8" marL="4114800" rtl="0" algn="l">
              <a:lnSpc>
                <a:spcPct val="120000"/>
              </a:lnSpc>
              <a:spcBef>
                <a:spcPts val="500"/>
              </a:spcBef>
              <a:spcAft>
                <a:spcPts val="0"/>
              </a:spcAft>
              <a:buClr>
                <a:schemeClr val="lt1"/>
              </a:buClr>
              <a:buSzPts val="1800"/>
              <a:buChar char="•"/>
              <a:defRPr/>
            </a:lvl9pPr>
          </a:lstStyle>
          <a:p/>
        </p:txBody>
      </p:sp>
      <p:sp>
        <p:nvSpPr>
          <p:cNvPr id="30" name="Google Shape;30;p4"/>
          <p:cNvSpPr txBox="1"/>
          <p:nvPr>
            <p:ph idx="2" type="body"/>
          </p:nvPr>
        </p:nvSpPr>
        <p:spPr>
          <a:xfrm>
            <a:off x="685800" y="4114800"/>
            <a:ext cx="7772400" cy="1981200"/>
          </a:xfrm>
          <a:prstGeom prst="rect">
            <a:avLst/>
          </a:prstGeom>
          <a:noFill/>
          <a:ln>
            <a:noFill/>
          </a:ln>
        </p:spPr>
        <p:txBody>
          <a:bodyPr anchorCtr="0" anchor="t" bIns="45700" lIns="91425" spcFirstLastPara="1" rIns="91425" wrap="square" tIns="45700">
            <a:noAutofit/>
          </a:bodyPr>
          <a:lstStyle>
            <a:lvl1pPr indent="-342900" lvl="0" marL="457200" rtl="0" algn="l">
              <a:lnSpc>
                <a:spcPct val="120000"/>
              </a:lnSpc>
              <a:spcBef>
                <a:spcPts val="1000"/>
              </a:spcBef>
              <a:spcAft>
                <a:spcPts val="0"/>
              </a:spcAft>
              <a:buClr>
                <a:schemeClr val="lt1"/>
              </a:buClr>
              <a:buSzPts val="1800"/>
              <a:buChar char="•"/>
              <a:defRPr/>
            </a:lvl1pPr>
            <a:lvl2pPr indent="-342900" lvl="1" marL="914400" rtl="0" algn="l">
              <a:lnSpc>
                <a:spcPct val="120000"/>
              </a:lnSpc>
              <a:spcBef>
                <a:spcPts val="500"/>
              </a:spcBef>
              <a:spcAft>
                <a:spcPts val="0"/>
              </a:spcAft>
              <a:buClr>
                <a:schemeClr val="lt1"/>
              </a:buClr>
              <a:buSzPts val="1800"/>
              <a:buChar char="•"/>
              <a:defRPr/>
            </a:lvl2pPr>
            <a:lvl3pPr indent="-342900" lvl="2" marL="1371600" rtl="0" algn="l">
              <a:lnSpc>
                <a:spcPct val="120000"/>
              </a:lnSpc>
              <a:spcBef>
                <a:spcPts val="500"/>
              </a:spcBef>
              <a:spcAft>
                <a:spcPts val="0"/>
              </a:spcAft>
              <a:buClr>
                <a:schemeClr val="lt1"/>
              </a:buClr>
              <a:buSzPts val="1800"/>
              <a:buChar char="•"/>
              <a:defRPr/>
            </a:lvl3pPr>
            <a:lvl4pPr indent="-342900" lvl="3" marL="1828800" rtl="0" algn="l">
              <a:lnSpc>
                <a:spcPct val="120000"/>
              </a:lnSpc>
              <a:spcBef>
                <a:spcPts val="500"/>
              </a:spcBef>
              <a:spcAft>
                <a:spcPts val="0"/>
              </a:spcAft>
              <a:buClr>
                <a:schemeClr val="lt1"/>
              </a:buClr>
              <a:buSzPts val="1800"/>
              <a:buChar char="•"/>
              <a:defRPr/>
            </a:lvl4pPr>
            <a:lvl5pPr indent="-342900" lvl="4" marL="2286000" rtl="0" algn="l">
              <a:lnSpc>
                <a:spcPct val="120000"/>
              </a:lnSpc>
              <a:spcBef>
                <a:spcPts val="500"/>
              </a:spcBef>
              <a:spcAft>
                <a:spcPts val="0"/>
              </a:spcAft>
              <a:buClr>
                <a:schemeClr val="lt1"/>
              </a:buClr>
              <a:buSzPts val="1800"/>
              <a:buChar char="•"/>
              <a:defRPr/>
            </a:lvl5pPr>
            <a:lvl6pPr indent="-342900" lvl="5" marL="2743200" rtl="0" algn="l">
              <a:lnSpc>
                <a:spcPct val="120000"/>
              </a:lnSpc>
              <a:spcBef>
                <a:spcPts val="500"/>
              </a:spcBef>
              <a:spcAft>
                <a:spcPts val="0"/>
              </a:spcAft>
              <a:buClr>
                <a:schemeClr val="lt1"/>
              </a:buClr>
              <a:buSzPts val="1800"/>
              <a:buChar char="•"/>
              <a:defRPr/>
            </a:lvl6pPr>
            <a:lvl7pPr indent="-342900" lvl="6" marL="3200400" rtl="0" algn="l">
              <a:lnSpc>
                <a:spcPct val="120000"/>
              </a:lnSpc>
              <a:spcBef>
                <a:spcPts val="500"/>
              </a:spcBef>
              <a:spcAft>
                <a:spcPts val="0"/>
              </a:spcAft>
              <a:buClr>
                <a:schemeClr val="lt1"/>
              </a:buClr>
              <a:buSzPts val="1800"/>
              <a:buChar char="•"/>
              <a:defRPr/>
            </a:lvl7pPr>
            <a:lvl8pPr indent="-342900" lvl="7" marL="3657600" rtl="0" algn="l">
              <a:lnSpc>
                <a:spcPct val="120000"/>
              </a:lnSpc>
              <a:spcBef>
                <a:spcPts val="500"/>
              </a:spcBef>
              <a:spcAft>
                <a:spcPts val="0"/>
              </a:spcAft>
              <a:buClr>
                <a:schemeClr val="lt1"/>
              </a:buClr>
              <a:buSzPts val="1800"/>
              <a:buChar char="•"/>
              <a:defRPr/>
            </a:lvl8pPr>
            <a:lvl9pPr indent="-342900" lvl="8" marL="4114800" rtl="0" algn="l">
              <a:lnSpc>
                <a:spcPct val="120000"/>
              </a:lnSpc>
              <a:spcBef>
                <a:spcPts val="500"/>
              </a:spcBef>
              <a:spcAft>
                <a:spcPts val="0"/>
              </a:spcAft>
              <a:buClr>
                <a:schemeClr val="lt1"/>
              </a:buClr>
              <a:buSzPts val="1800"/>
              <a:buChar char="•"/>
              <a:defRPr/>
            </a:lvl9pPr>
          </a:lstStyle>
          <a:p/>
        </p:txBody>
      </p:sp>
      <p:sp>
        <p:nvSpPr>
          <p:cNvPr id="31" name="Google Shape;31;p4"/>
          <p:cNvSpPr txBox="1"/>
          <p:nvPr>
            <p:ph idx="10" type="dt"/>
          </p:nvPr>
        </p:nvSpPr>
        <p:spPr>
          <a:xfrm>
            <a:off x="5759450" y="5883275"/>
            <a:ext cx="20574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32" name="Google Shape;32;p4"/>
          <p:cNvSpPr txBox="1"/>
          <p:nvPr>
            <p:ph idx="11" type="ftr"/>
          </p:nvPr>
        </p:nvSpPr>
        <p:spPr>
          <a:xfrm>
            <a:off x="685800" y="5883275"/>
            <a:ext cx="50037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33" name="Google Shape;33;p4"/>
          <p:cNvSpPr txBox="1"/>
          <p:nvPr>
            <p:ph idx="12" type="sldNum"/>
          </p:nvPr>
        </p:nvSpPr>
        <p:spPr>
          <a:xfrm>
            <a:off x="7885112" y="5883275"/>
            <a:ext cx="565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4" name="Shape 34"/>
        <p:cNvGrpSpPr/>
        <p:nvPr/>
      </p:nvGrpSpPr>
      <p:grpSpPr>
        <a:xfrm>
          <a:off x="0" y="0"/>
          <a:ext cx="0" cy="0"/>
          <a:chOff x="0" y="0"/>
          <a:chExt cx="0" cy="0"/>
        </a:xfrm>
      </p:grpSpPr>
      <p:sp>
        <p:nvSpPr>
          <p:cNvPr id="35" name="Google Shape;35;p5"/>
          <p:cNvSpPr txBox="1"/>
          <p:nvPr>
            <p:ph type="title"/>
          </p:nvPr>
        </p:nvSpPr>
        <p:spPr>
          <a:xfrm rot="5400000">
            <a:off x="4906318" y="2246850"/>
            <a:ext cx="5181600" cy="1907100"/>
          </a:xfrm>
          <a:prstGeom prst="rect">
            <a:avLst/>
          </a:prstGeom>
          <a:noFill/>
          <a:ln>
            <a:noFill/>
          </a:ln>
        </p:spPr>
        <p:txBody>
          <a:bodyPr anchorCtr="0" anchor="ctr" bIns="45700" lIns="91425" spcFirstLastPara="1" rIns="91425" wrap="square" tIns="45700">
            <a:noAutofit/>
          </a:bodyPr>
          <a:lstStyle>
            <a:lvl1pPr lvl="0" rtl="0" algn="l">
              <a:lnSpc>
                <a:spcPct val="90000"/>
              </a:lnSpc>
              <a:spcBef>
                <a:spcPts val="0"/>
              </a:spcBef>
              <a:spcAft>
                <a:spcPts val="0"/>
              </a:spcAft>
              <a:buSzPts val="1400"/>
              <a:buNone/>
              <a:defRPr/>
            </a:lvl1pPr>
            <a:lvl2pPr lvl="1" rtl="0" algn="ctr">
              <a:lnSpc>
                <a:spcPct val="90000"/>
              </a:lnSpc>
              <a:spcBef>
                <a:spcPts val="0"/>
              </a:spcBef>
              <a:spcAft>
                <a:spcPts val="0"/>
              </a:spcAft>
              <a:buSzPts val="1400"/>
              <a:buNone/>
              <a:defRPr/>
            </a:lvl2pPr>
            <a:lvl3pPr lvl="2" rtl="0" algn="ctr">
              <a:lnSpc>
                <a:spcPct val="90000"/>
              </a:lnSpc>
              <a:spcBef>
                <a:spcPts val="0"/>
              </a:spcBef>
              <a:spcAft>
                <a:spcPts val="0"/>
              </a:spcAft>
              <a:buSzPts val="1400"/>
              <a:buNone/>
              <a:defRPr/>
            </a:lvl3pPr>
            <a:lvl4pPr lvl="3" rtl="0" algn="ctr">
              <a:lnSpc>
                <a:spcPct val="90000"/>
              </a:lnSpc>
              <a:spcBef>
                <a:spcPts val="0"/>
              </a:spcBef>
              <a:spcAft>
                <a:spcPts val="0"/>
              </a:spcAft>
              <a:buSzPts val="1400"/>
              <a:buNone/>
              <a:defRPr/>
            </a:lvl4pPr>
            <a:lvl5pPr lvl="4" rtl="0" algn="ctr">
              <a:lnSpc>
                <a:spcPct val="90000"/>
              </a:lnSpc>
              <a:spcBef>
                <a:spcPts val="0"/>
              </a:spcBef>
              <a:spcAft>
                <a:spcPts val="0"/>
              </a:spcAft>
              <a:buSzPts val="1400"/>
              <a:buNone/>
              <a:defRPr/>
            </a:lvl5pPr>
            <a:lvl6pPr lvl="5" rtl="0" algn="ctr">
              <a:lnSpc>
                <a:spcPct val="90000"/>
              </a:lnSpc>
              <a:spcBef>
                <a:spcPts val="0"/>
              </a:spcBef>
              <a:spcAft>
                <a:spcPts val="0"/>
              </a:spcAft>
              <a:buSzPts val="1400"/>
              <a:buNone/>
              <a:defRPr/>
            </a:lvl6pPr>
            <a:lvl7pPr lvl="6" rtl="0" algn="ctr">
              <a:lnSpc>
                <a:spcPct val="90000"/>
              </a:lnSpc>
              <a:spcBef>
                <a:spcPts val="0"/>
              </a:spcBef>
              <a:spcAft>
                <a:spcPts val="0"/>
              </a:spcAft>
              <a:buSzPts val="1400"/>
              <a:buNone/>
              <a:defRPr/>
            </a:lvl7pPr>
            <a:lvl8pPr lvl="7" rtl="0" algn="ctr">
              <a:lnSpc>
                <a:spcPct val="90000"/>
              </a:lnSpc>
              <a:spcBef>
                <a:spcPts val="0"/>
              </a:spcBef>
              <a:spcAft>
                <a:spcPts val="0"/>
              </a:spcAft>
              <a:buSzPts val="1400"/>
              <a:buNone/>
              <a:defRPr/>
            </a:lvl8pPr>
            <a:lvl9pPr lvl="8" rtl="0" algn="ctr">
              <a:lnSpc>
                <a:spcPct val="90000"/>
              </a:lnSpc>
              <a:spcBef>
                <a:spcPts val="0"/>
              </a:spcBef>
              <a:spcAft>
                <a:spcPts val="0"/>
              </a:spcAft>
              <a:buSzPts val="1400"/>
              <a:buNone/>
              <a:defRPr/>
            </a:lvl9pPr>
          </a:lstStyle>
          <a:p/>
        </p:txBody>
      </p:sp>
      <p:sp>
        <p:nvSpPr>
          <p:cNvPr id="36" name="Google Shape;36;p5"/>
          <p:cNvSpPr txBox="1"/>
          <p:nvPr>
            <p:ph idx="1" type="body"/>
          </p:nvPr>
        </p:nvSpPr>
        <p:spPr>
          <a:xfrm rot="5400000">
            <a:off x="966525" y="328350"/>
            <a:ext cx="5181600" cy="5744100"/>
          </a:xfrm>
          <a:prstGeom prst="rect">
            <a:avLst/>
          </a:prstGeom>
          <a:noFill/>
          <a:ln>
            <a:noFill/>
          </a:ln>
        </p:spPr>
        <p:txBody>
          <a:bodyPr anchorCtr="0" anchor="t" bIns="45700" lIns="91425" spcFirstLastPara="1" rIns="91425" wrap="square" tIns="45700">
            <a:noAutofit/>
          </a:bodyPr>
          <a:lstStyle>
            <a:lvl1pPr indent="-342900" lvl="0" marL="457200" rtl="0" algn="l">
              <a:lnSpc>
                <a:spcPct val="120000"/>
              </a:lnSpc>
              <a:spcBef>
                <a:spcPts val="1000"/>
              </a:spcBef>
              <a:spcAft>
                <a:spcPts val="0"/>
              </a:spcAft>
              <a:buClr>
                <a:schemeClr val="lt1"/>
              </a:buClr>
              <a:buSzPts val="1800"/>
              <a:buChar char="•"/>
              <a:defRPr/>
            </a:lvl1pPr>
            <a:lvl2pPr indent="-342900" lvl="1" marL="914400" rtl="0" algn="l">
              <a:lnSpc>
                <a:spcPct val="120000"/>
              </a:lnSpc>
              <a:spcBef>
                <a:spcPts val="500"/>
              </a:spcBef>
              <a:spcAft>
                <a:spcPts val="0"/>
              </a:spcAft>
              <a:buClr>
                <a:schemeClr val="lt1"/>
              </a:buClr>
              <a:buSzPts val="1800"/>
              <a:buChar char="•"/>
              <a:defRPr/>
            </a:lvl2pPr>
            <a:lvl3pPr indent="-342900" lvl="2" marL="1371600" rtl="0" algn="l">
              <a:lnSpc>
                <a:spcPct val="120000"/>
              </a:lnSpc>
              <a:spcBef>
                <a:spcPts val="500"/>
              </a:spcBef>
              <a:spcAft>
                <a:spcPts val="0"/>
              </a:spcAft>
              <a:buClr>
                <a:schemeClr val="lt1"/>
              </a:buClr>
              <a:buSzPts val="1800"/>
              <a:buChar char="•"/>
              <a:defRPr/>
            </a:lvl3pPr>
            <a:lvl4pPr indent="-342900" lvl="3" marL="1828800" rtl="0" algn="l">
              <a:lnSpc>
                <a:spcPct val="120000"/>
              </a:lnSpc>
              <a:spcBef>
                <a:spcPts val="500"/>
              </a:spcBef>
              <a:spcAft>
                <a:spcPts val="0"/>
              </a:spcAft>
              <a:buClr>
                <a:schemeClr val="lt1"/>
              </a:buClr>
              <a:buSzPts val="1800"/>
              <a:buChar char="•"/>
              <a:defRPr/>
            </a:lvl4pPr>
            <a:lvl5pPr indent="-342900" lvl="4" marL="2286000" rtl="0" algn="l">
              <a:lnSpc>
                <a:spcPct val="120000"/>
              </a:lnSpc>
              <a:spcBef>
                <a:spcPts val="500"/>
              </a:spcBef>
              <a:spcAft>
                <a:spcPts val="0"/>
              </a:spcAft>
              <a:buClr>
                <a:schemeClr val="lt1"/>
              </a:buClr>
              <a:buSzPts val="1800"/>
              <a:buChar char="•"/>
              <a:defRPr/>
            </a:lvl5pPr>
            <a:lvl6pPr indent="-342900" lvl="5" marL="2743200" rtl="0" algn="l">
              <a:lnSpc>
                <a:spcPct val="120000"/>
              </a:lnSpc>
              <a:spcBef>
                <a:spcPts val="500"/>
              </a:spcBef>
              <a:spcAft>
                <a:spcPts val="0"/>
              </a:spcAft>
              <a:buClr>
                <a:schemeClr val="lt1"/>
              </a:buClr>
              <a:buSzPts val="1800"/>
              <a:buChar char="•"/>
              <a:defRPr/>
            </a:lvl6pPr>
            <a:lvl7pPr indent="-342900" lvl="6" marL="3200400" rtl="0" algn="l">
              <a:lnSpc>
                <a:spcPct val="120000"/>
              </a:lnSpc>
              <a:spcBef>
                <a:spcPts val="500"/>
              </a:spcBef>
              <a:spcAft>
                <a:spcPts val="0"/>
              </a:spcAft>
              <a:buClr>
                <a:schemeClr val="lt1"/>
              </a:buClr>
              <a:buSzPts val="1800"/>
              <a:buChar char="•"/>
              <a:defRPr/>
            </a:lvl7pPr>
            <a:lvl8pPr indent="-342900" lvl="7" marL="3657600" rtl="0" algn="l">
              <a:lnSpc>
                <a:spcPct val="120000"/>
              </a:lnSpc>
              <a:spcBef>
                <a:spcPts val="500"/>
              </a:spcBef>
              <a:spcAft>
                <a:spcPts val="0"/>
              </a:spcAft>
              <a:buClr>
                <a:schemeClr val="lt1"/>
              </a:buClr>
              <a:buSzPts val="1800"/>
              <a:buChar char="•"/>
              <a:defRPr/>
            </a:lvl8pPr>
            <a:lvl9pPr indent="-342900" lvl="8" marL="4114800" rtl="0" algn="l">
              <a:lnSpc>
                <a:spcPct val="120000"/>
              </a:lnSpc>
              <a:spcBef>
                <a:spcPts val="500"/>
              </a:spcBef>
              <a:spcAft>
                <a:spcPts val="0"/>
              </a:spcAft>
              <a:buClr>
                <a:schemeClr val="lt1"/>
              </a:buClr>
              <a:buSzPts val="1800"/>
              <a:buChar char="•"/>
              <a:defRPr/>
            </a:lvl9pPr>
          </a:lstStyle>
          <a:p/>
        </p:txBody>
      </p:sp>
      <p:sp>
        <p:nvSpPr>
          <p:cNvPr id="37" name="Google Shape;37;p5"/>
          <p:cNvSpPr txBox="1"/>
          <p:nvPr>
            <p:ph idx="10" type="dt"/>
          </p:nvPr>
        </p:nvSpPr>
        <p:spPr>
          <a:xfrm>
            <a:off x="5759450" y="5883275"/>
            <a:ext cx="20574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38" name="Google Shape;38;p5"/>
          <p:cNvSpPr txBox="1"/>
          <p:nvPr>
            <p:ph idx="11" type="ftr"/>
          </p:nvPr>
        </p:nvSpPr>
        <p:spPr>
          <a:xfrm>
            <a:off x="685800" y="5883275"/>
            <a:ext cx="50037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39" name="Google Shape;39;p5"/>
          <p:cNvSpPr txBox="1"/>
          <p:nvPr>
            <p:ph idx="12" type="sldNum"/>
          </p:nvPr>
        </p:nvSpPr>
        <p:spPr>
          <a:xfrm>
            <a:off x="7885112" y="5883275"/>
            <a:ext cx="565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40" name="Shape 40"/>
        <p:cNvGrpSpPr/>
        <p:nvPr/>
      </p:nvGrpSpPr>
      <p:grpSpPr>
        <a:xfrm>
          <a:off x="0" y="0"/>
          <a:ext cx="0" cy="0"/>
          <a:chOff x="0" y="0"/>
          <a:chExt cx="0" cy="0"/>
        </a:xfrm>
      </p:grpSpPr>
      <p:sp>
        <p:nvSpPr>
          <p:cNvPr id="41" name="Google Shape;41;p6"/>
          <p:cNvSpPr txBox="1"/>
          <p:nvPr>
            <p:ph type="title"/>
          </p:nvPr>
        </p:nvSpPr>
        <p:spPr>
          <a:xfrm>
            <a:off x="685800" y="609600"/>
            <a:ext cx="7764600" cy="1325700"/>
          </a:xfrm>
          <a:prstGeom prst="rect">
            <a:avLst/>
          </a:prstGeom>
          <a:noFill/>
          <a:ln>
            <a:noFill/>
          </a:ln>
        </p:spPr>
        <p:txBody>
          <a:bodyPr anchorCtr="0" anchor="ctr" bIns="45700" lIns="91425" spcFirstLastPara="1" rIns="91425" wrap="square" tIns="45700">
            <a:noAutofit/>
          </a:bodyPr>
          <a:lstStyle>
            <a:lvl1pPr lvl="0" rtl="0" algn="ctr">
              <a:lnSpc>
                <a:spcPct val="90000"/>
              </a:lnSpc>
              <a:spcBef>
                <a:spcPts val="0"/>
              </a:spcBef>
              <a:spcAft>
                <a:spcPts val="0"/>
              </a:spcAft>
              <a:buSzPts val="1400"/>
              <a:buNone/>
              <a:defRPr/>
            </a:lvl1pPr>
            <a:lvl2pPr lvl="1" rtl="0" algn="ctr">
              <a:lnSpc>
                <a:spcPct val="90000"/>
              </a:lnSpc>
              <a:spcBef>
                <a:spcPts val="0"/>
              </a:spcBef>
              <a:spcAft>
                <a:spcPts val="0"/>
              </a:spcAft>
              <a:buSzPts val="1400"/>
              <a:buNone/>
              <a:defRPr/>
            </a:lvl2pPr>
            <a:lvl3pPr lvl="2" rtl="0" algn="ctr">
              <a:lnSpc>
                <a:spcPct val="90000"/>
              </a:lnSpc>
              <a:spcBef>
                <a:spcPts val="0"/>
              </a:spcBef>
              <a:spcAft>
                <a:spcPts val="0"/>
              </a:spcAft>
              <a:buSzPts val="1400"/>
              <a:buNone/>
              <a:defRPr/>
            </a:lvl3pPr>
            <a:lvl4pPr lvl="3" rtl="0" algn="ctr">
              <a:lnSpc>
                <a:spcPct val="90000"/>
              </a:lnSpc>
              <a:spcBef>
                <a:spcPts val="0"/>
              </a:spcBef>
              <a:spcAft>
                <a:spcPts val="0"/>
              </a:spcAft>
              <a:buSzPts val="1400"/>
              <a:buNone/>
              <a:defRPr/>
            </a:lvl4pPr>
            <a:lvl5pPr lvl="4" rtl="0" algn="ctr">
              <a:lnSpc>
                <a:spcPct val="90000"/>
              </a:lnSpc>
              <a:spcBef>
                <a:spcPts val="0"/>
              </a:spcBef>
              <a:spcAft>
                <a:spcPts val="0"/>
              </a:spcAft>
              <a:buSzPts val="1400"/>
              <a:buNone/>
              <a:defRPr/>
            </a:lvl5pPr>
            <a:lvl6pPr lvl="5" rtl="0" algn="ctr">
              <a:lnSpc>
                <a:spcPct val="90000"/>
              </a:lnSpc>
              <a:spcBef>
                <a:spcPts val="0"/>
              </a:spcBef>
              <a:spcAft>
                <a:spcPts val="0"/>
              </a:spcAft>
              <a:buSzPts val="1400"/>
              <a:buNone/>
              <a:defRPr/>
            </a:lvl6pPr>
            <a:lvl7pPr lvl="6" rtl="0" algn="ctr">
              <a:lnSpc>
                <a:spcPct val="90000"/>
              </a:lnSpc>
              <a:spcBef>
                <a:spcPts val="0"/>
              </a:spcBef>
              <a:spcAft>
                <a:spcPts val="0"/>
              </a:spcAft>
              <a:buSzPts val="1400"/>
              <a:buNone/>
              <a:defRPr/>
            </a:lvl7pPr>
            <a:lvl8pPr lvl="7" rtl="0" algn="ctr">
              <a:lnSpc>
                <a:spcPct val="90000"/>
              </a:lnSpc>
              <a:spcBef>
                <a:spcPts val="0"/>
              </a:spcBef>
              <a:spcAft>
                <a:spcPts val="0"/>
              </a:spcAft>
              <a:buSzPts val="1400"/>
              <a:buNone/>
              <a:defRPr/>
            </a:lvl8pPr>
            <a:lvl9pPr lvl="8" rtl="0" algn="ctr">
              <a:lnSpc>
                <a:spcPct val="90000"/>
              </a:lnSpc>
              <a:spcBef>
                <a:spcPts val="0"/>
              </a:spcBef>
              <a:spcAft>
                <a:spcPts val="0"/>
              </a:spcAft>
              <a:buSzPts val="1400"/>
              <a:buNone/>
              <a:defRPr/>
            </a:lvl9pPr>
          </a:lstStyle>
          <a:p/>
        </p:txBody>
      </p:sp>
      <p:sp>
        <p:nvSpPr>
          <p:cNvPr id="42" name="Google Shape;42;p6"/>
          <p:cNvSpPr txBox="1"/>
          <p:nvPr>
            <p:ph idx="1" type="body"/>
          </p:nvPr>
        </p:nvSpPr>
        <p:spPr>
          <a:xfrm rot="5400000">
            <a:off x="2720112" y="61050"/>
            <a:ext cx="3695700" cy="7764600"/>
          </a:xfrm>
          <a:prstGeom prst="rect">
            <a:avLst/>
          </a:prstGeom>
          <a:noFill/>
          <a:ln>
            <a:noFill/>
          </a:ln>
        </p:spPr>
        <p:txBody>
          <a:bodyPr anchorCtr="0" anchor="t" bIns="45700" lIns="91425" spcFirstLastPara="1" rIns="91425" wrap="square" tIns="45700">
            <a:noAutofit/>
          </a:bodyPr>
          <a:lstStyle>
            <a:lvl1pPr indent="-342900" lvl="0" marL="457200" rtl="0" algn="l">
              <a:lnSpc>
                <a:spcPct val="120000"/>
              </a:lnSpc>
              <a:spcBef>
                <a:spcPts val="1000"/>
              </a:spcBef>
              <a:spcAft>
                <a:spcPts val="0"/>
              </a:spcAft>
              <a:buClr>
                <a:schemeClr val="lt1"/>
              </a:buClr>
              <a:buSzPts val="1800"/>
              <a:buChar char="•"/>
              <a:defRPr/>
            </a:lvl1pPr>
            <a:lvl2pPr indent="-342900" lvl="1" marL="914400" rtl="0" algn="l">
              <a:lnSpc>
                <a:spcPct val="120000"/>
              </a:lnSpc>
              <a:spcBef>
                <a:spcPts val="500"/>
              </a:spcBef>
              <a:spcAft>
                <a:spcPts val="0"/>
              </a:spcAft>
              <a:buClr>
                <a:schemeClr val="lt1"/>
              </a:buClr>
              <a:buSzPts val="1800"/>
              <a:buChar char="•"/>
              <a:defRPr/>
            </a:lvl2pPr>
            <a:lvl3pPr indent="-342900" lvl="2" marL="1371600" rtl="0" algn="l">
              <a:lnSpc>
                <a:spcPct val="120000"/>
              </a:lnSpc>
              <a:spcBef>
                <a:spcPts val="500"/>
              </a:spcBef>
              <a:spcAft>
                <a:spcPts val="0"/>
              </a:spcAft>
              <a:buClr>
                <a:schemeClr val="lt1"/>
              </a:buClr>
              <a:buSzPts val="1800"/>
              <a:buChar char="•"/>
              <a:defRPr/>
            </a:lvl3pPr>
            <a:lvl4pPr indent="-342900" lvl="3" marL="1828800" rtl="0" algn="l">
              <a:lnSpc>
                <a:spcPct val="120000"/>
              </a:lnSpc>
              <a:spcBef>
                <a:spcPts val="500"/>
              </a:spcBef>
              <a:spcAft>
                <a:spcPts val="0"/>
              </a:spcAft>
              <a:buClr>
                <a:schemeClr val="lt1"/>
              </a:buClr>
              <a:buSzPts val="1800"/>
              <a:buChar char="•"/>
              <a:defRPr/>
            </a:lvl4pPr>
            <a:lvl5pPr indent="-342900" lvl="4" marL="2286000" rtl="0" algn="l">
              <a:lnSpc>
                <a:spcPct val="120000"/>
              </a:lnSpc>
              <a:spcBef>
                <a:spcPts val="500"/>
              </a:spcBef>
              <a:spcAft>
                <a:spcPts val="0"/>
              </a:spcAft>
              <a:buClr>
                <a:schemeClr val="lt1"/>
              </a:buClr>
              <a:buSzPts val="1800"/>
              <a:buChar char="•"/>
              <a:defRPr/>
            </a:lvl5pPr>
            <a:lvl6pPr indent="-342900" lvl="5" marL="2743200" rtl="0" algn="l">
              <a:lnSpc>
                <a:spcPct val="120000"/>
              </a:lnSpc>
              <a:spcBef>
                <a:spcPts val="500"/>
              </a:spcBef>
              <a:spcAft>
                <a:spcPts val="0"/>
              </a:spcAft>
              <a:buClr>
                <a:schemeClr val="lt1"/>
              </a:buClr>
              <a:buSzPts val="1800"/>
              <a:buChar char="•"/>
              <a:defRPr/>
            </a:lvl6pPr>
            <a:lvl7pPr indent="-342900" lvl="6" marL="3200400" rtl="0" algn="l">
              <a:lnSpc>
                <a:spcPct val="120000"/>
              </a:lnSpc>
              <a:spcBef>
                <a:spcPts val="500"/>
              </a:spcBef>
              <a:spcAft>
                <a:spcPts val="0"/>
              </a:spcAft>
              <a:buClr>
                <a:schemeClr val="lt1"/>
              </a:buClr>
              <a:buSzPts val="1800"/>
              <a:buChar char="•"/>
              <a:defRPr/>
            </a:lvl7pPr>
            <a:lvl8pPr indent="-342900" lvl="7" marL="3657600" rtl="0" algn="l">
              <a:lnSpc>
                <a:spcPct val="120000"/>
              </a:lnSpc>
              <a:spcBef>
                <a:spcPts val="500"/>
              </a:spcBef>
              <a:spcAft>
                <a:spcPts val="0"/>
              </a:spcAft>
              <a:buClr>
                <a:schemeClr val="lt1"/>
              </a:buClr>
              <a:buSzPts val="1800"/>
              <a:buChar char="•"/>
              <a:defRPr/>
            </a:lvl8pPr>
            <a:lvl9pPr indent="-342900" lvl="8" marL="4114800" rtl="0" algn="l">
              <a:lnSpc>
                <a:spcPct val="120000"/>
              </a:lnSpc>
              <a:spcBef>
                <a:spcPts val="500"/>
              </a:spcBef>
              <a:spcAft>
                <a:spcPts val="0"/>
              </a:spcAft>
              <a:buClr>
                <a:schemeClr val="lt1"/>
              </a:buClr>
              <a:buSzPts val="1800"/>
              <a:buChar char="•"/>
              <a:defRPr/>
            </a:lvl9pPr>
          </a:lstStyle>
          <a:p/>
        </p:txBody>
      </p:sp>
      <p:sp>
        <p:nvSpPr>
          <p:cNvPr id="43" name="Google Shape;43;p6"/>
          <p:cNvSpPr txBox="1"/>
          <p:nvPr>
            <p:ph idx="10" type="dt"/>
          </p:nvPr>
        </p:nvSpPr>
        <p:spPr>
          <a:xfrm>
            <a:off x="5759450" y="5883275"/>
            <a:ext cx="20574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44" name="Google Shape;44;p6"/>
          <p:cNvSpPr txBox="1"/>
          <p:nvPr>
            <p:ph idx="11" type="ftr"/>
          </p:nvPr>
        </p:nvSpPr>
        <p:spPr>
          <a:xfrm>
            <a:off x="685800" y="5883275"/>
            <a:ext cx="50037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45" name="Google Shape;45;p6"/>
          <p:cNvSpPr txBox="1"/>
          <p:nvPr>
            <p:ph idx="12" type="sldNum"/>
          </p:nvPr>
        </p:nvSpPr>
        <p:spPr>
          <a:xfrm>
            <a:off x="7885112" y="5883275"/>
            <a:ext cx="565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46" name="Shape 46"/>
        <p:cNvGrpSpPr/>
        <p:nvPr/>
      </p:nvGrpSpPr>
      <p:grpSpPr>
        <a:xfrm>
          <a:off x="0" y="0"/>
          <a:ext cx="0" cy="0"/>
          <a:chOff x="0" y="0"/>
          <a:chExt cx="0" cy="0"/>
        </a:xfrm>
      </p:grpSpPr>
      <p:sp>
        <p:nvSpPr>
          <p:cNvPr id="47" name="Google Shape;47;p7"/>
          <p:cNvSpPr txBox="1"/>
          <p:nvPr>
            <p:ph type="title"/>
          </p:nvPr>
        </p:nvSpPr>
        <p:spPr>
          <a:xfrm>
            <a:off x="685346" y="609601"/>
            <a:ext cx="7765200" cy="1325700"/>
          </a:xfrm>
          <a:prstGeom prst="rect">
            <a:avLst/>
          </a:prstGeom>
          <a:noFill/>
          <a:ln>
            <a:noFill/>
          </a:ln>
        </p:spPr>
        <p:txBody>
          <a:bodyPr anchorCtr="0" anchor="ctr" bIns="45700" lIns="91425" spcFirstLastPara="1" rIns="91425" wrap="square" tIns="45700">
            <a:noAutofit/>
          </a:bodyPr>
          <a:lstStyle>
            <a:lvl1pPr lvl="0" rtl="0" algn="ctr">
              <a:lnSpc>
                <a:spcPct val="90000"/>
              </a:lnSpc>
              <a:spcBef>
                <a:spcPts val="0"/>
              </a:spcBef>
              <a:spcAft>
                <a:spcPts val="0"/>
              </a:spcAft>
              <a:buSzPts val="1400"/>
              <a:buNone/>
              <a:defRPr/>
            </a:lvl1pPr>
            <a:lvl2pPr lvl="1" rtl="0" algn="ctr">
              <a:lnSpc>
                <a:spcPct val="90000"/>
              </a:lnSpc>
              <a:spcBef>
                <a:spcPts val="0"/>
              </a:spcBef>
              <a:spcAft>
                <a:spcPts val="0"/>
              </a:spcAft>
              <a:buSzPts val="1400"/>
              <a:buNone/>
              <a:defRPr/>
            </a:lvl2pPr>
            <a:lvl3pPr lvl="2" rtl="0" algn="ctr">
              <a:lnSpc>
                <a:spcPct val="90000"/>
              </a:lnSpc>
              <a:spcBef>
                <a:spcPts val="0"/>
              </a:spcBef>
              <a:spcAft>
                <a:spcPts val="0"/>
              </a:spcAft>
              <a:buSzPts val="1400"/>
              <a:buNone/>
              <a:defRPr/>
            </a:lvl3pPr>
            <a:lvl4pPr lvl="3" rtl="0" algn="ctr">
              <a:lnSpc>
                <a:spcPct val="90000"/>
              </a:lnSpc>
              <a:spcBef>
                <a:spcPts val="0"/>
              </a:spcBef>
              <a:spcAft>
                <a:spcPts val="0"/>
              </a:spcAft>
              <a:buSzPts val="1400"/>
              <a:buNone/>
              <a:defRPr/>
            </a:lvl4pPr>
            <a:lvl5pPr lvl="4" rtl="0" algn="ctr">
              <a:lnSpc>
                <a:spcPct val="90000"/>
              </a:lnSpc>
              <a:spcBef>
                <a:spcPts val="0"/>
              </a:spcBef>
              <a:spcAft>
                <a:spcPts val="0"/>
              </a:spcAft>
              <a:buSzPts val="1400"/>
              <a:buNone/>
              <a:defRPr/>
            </a:lvl5pPr>
            <a:lvl6pPr lvl="5" rtl="0" algn="ctr">
              <a:lnSpc>
                <a:spcPct val="90000"/>
              </a:lnSpc>
              <a:spcBef>
                <a:spcPts val="0"/>
              </a:spcBef>
              <a:spcAft>
                <a:spcPts val="0"/>
              </a:spcAft>
              <a:buSzPts val="1400"/>
              <a:buNone/>
              <a:defRPr/>
            </a:lvl6pPr>
            <a:lvl7pPr lvl="6" rtl="0" algn="ctr">
              <a:lnSpc>
                <a:spcPct val="90000"/>
              </a:lnSpc>
              <a:spcBef>
                <a:spcPts val="0"/>
              </a:spcBef>
              <a:spcAft>
                <a:spcPts val="0"/>
              </a:spcAft>
              <a:buSzPts val="1400"/>
              <a:buNone/>
              <a:defRPr/>
            </a:lvl7pPr>
            <a:lvl8pPr lvl="7" rtl="0" algn="ctr">
              <a:lnSpc>
                <a:spcPct val="90000"/>
              </a:lnSpc>
              <a:spcBef>
                <a:spcPts val="0"/>
              </a:spcBef>
              <a:spcAft>
                <a:spcPts val="0"/>
              </a:spcAft>
              <a:buSzPts val="1400"/>
              <a:buNone/>
              <a:defRPr/>
            </a:lvl8pPr>
            <a:lvl9pPr lvl="8" rtl="0" algn="ctr">
              <a:lnSpc>
                <a:spcPct val="90000"/>
              </a:lnSpc>
              <a:spcBef>
                <a:spcPts val="0"/>
              </a:spcBef>
              <a:spcAft>
                <a:spcPts val="0"/>
              </a:spcAft>
              <a:buSzPts val="1400"/>
              <a:buNone/>
              <a:defRPr/>
            </a:lvl9pPr>
          </a:lstStyle>
          <a:p/>
        </p:txBody>
      </p:sp>
      <p:sp>
        <p:nvSpPr>
          <p:cNvPr id="48" name="Google Shape;48;p7"/>
          <p:cNvSpPr txBox="1"/>
          <p:nvPr>
            <p:ph idx="1" type="body"/>
          </p:nvPr>
        </p:nvSpPr>
        <p:spPr>
          <a:xfrm>
            <a:off x="685347" y="3989147"/>
            <a:ext cx="2474100" cy="576300"/>
          </a:xfrm>
          <a:prstGeom prst="rect">
            <a:avLst/>
          </a:prstGeom>
          <a:noFill/>
          <a:ln>
            <a:noFill/>
          </a:ln>
        </p:spPr>
        <p:txBody>
          <a:bodyPr anchorCtr="0" anchor="b" bIns="45700" lIns="91425" spcFirstLastPara="1" rIns="91425" wrap="square" tIns="45700">
            <a:noAutofit/>
          </a:bodyPr>
          <a:lstStyle>
            <a:lvl1pPr indent="-228600" lvl="0" marL="457200" rtl="0" algn="ctr">
              <a:lnSpc>
                <a:spcPct val="100000"/>
              </a:lnSpc>
              <a:spcBef>
                <a:spcPts val="1000"/>
              </a:spcBef>
              <a:spcAft>
                <a:spcPts val="0"/>
              </a:spcAft>
              <a:buClr>
                <a:schemeClr val="lt1"/>
              </a:buClr>
              <a:buSzPts val="2000"/>
              <a:buNone/>
              <a:defRPr b="0" sz="2000">
                <a:solidFill>
                  <a:schemeClr val="lt1"/>
                </a:solidFill>
              </a:defRPr>
            </a:lvl1pPr>
            <a:lvl2pPr indent="-228600" lvl="1" marL="914400" rtl="0" algn="l">
              <a:lnSpc>
                <a:spcPct val="120000"/>
              </a:lnSpc>
              <a:spcBef>
                <a:spcPts val="500"/>
              </a:spcBef>
              <a:spcAft>
                <a:spcPts val="0"/>
              </a:spcAft>
              <a:buClr>
                <a:schemeClr val="lt1"/>
              </a:buClr>
              <a:buSzPts val="2000"/>
              <a:buNone/>
              <a:defRPr b="1" sz="2000"/>
            </a:lvl2pPr>
            <a:lvl3pPr indent="-228600" lvl="2" marL="1371600" rtl="0" algn="l">
              <a:lnSpc>
                <a:spcPct val="120000"/>
              </a:lnSpc>
              <a:spcBef>
                <a:spcPts val="500"/>
              </a:spcBef>
              <a:spcAft>
                <a:spcPts val="0"/>
              </a:spcAft>
              <a:buClr>
                <a:schemeClr val="lt1"/>
              </a:buClr>
              <a:buSzPts val="1800"/>
              <a:buNone/>
              <a:defRPr b="1" sz="1800"/>
            </a:lvl3pPr>
            <a:lvl4pPr indent="-228600" lvl="3" marL="1828800" rtl="0" algn="l">
              <a:lnSpc>
                <a:spcPct val="120000"/>
              </a:lnSpc>
              <a:spcBef>
                <a:spcPts val="500"/>
              </a:spcBef>
              <a:spcAft>
                <a:spcPts val="0"/>
              </a:spcAft>
              <a:buClr>
                <a:schemeClr val="lt1"/>
              </a:buClr>
              <a:buSzPts val="1600"/>
              <a:buNone/>
              <a:defRPr b="1" sz="1600"/>
            </a:lvl4pPr>
            <a:lvl5pPr indent="-228600" lvl="4" marL="2286000" rtl="0" algn="l">
              <a:lnSpc>
                <a:spcPct val="120000"/>
              </a:lnSpc>
              <a:spcBef>
                <a:spcPts val="500"/>
              </a:spcBef>
              <a:spcAft>
                <a:spcPts val="0"/>
              </a:spcAft>
              <a:buClr>
                <a:schemeClr val="lt1"/>
              </a:buClr>
              <a:buSzPts val="1600"/>
              <a:buNone/>
              <a:defRPr b="1" sz="1600"/>
            </a:lvl5pPr>
            <a:lvl6pPr indent="-228600" lvl="5" marL="2743200" rtl="0" algn="l">
              <a:lnSpc>
                <a:spcPct val="120000"/>
              </a:lnSpc>
              <a:spcBef>
                <a:spcPts val="500"/>
              </a:spcBef>
              <a:spcAft>
                <a:spcPts val="0"/>
              </a:spcAft>
              <a:buClr>
                <a:schemeClr val="lt1"/>
              </a:buClr>
              <a:buSzPts val="1600"/>
              <a:buNone/>
              <a:defRPr b="1" sz="1600"/>
            </a:lvl6pPr>
            <a:lvl7pPr indent="-228600" lvl="6" marL="3200400" rtl="0" algn="l">
              <a:lnSpc>
                <a:spcPct val="120000"/>
              </a:lnSpc>
              <a:spcBef>
                <a:spcPts val="500"/>
              </a:spcBef>
              <a:spcAft>
                <a:spcPts val="0"/>
              </a:spcAft>
              <a:buClr>
                <a:schemeClr val="lt1"/>
              </a:buClr>
              <a:buSzPts val="1600"/>
              <a:buNone/>
              <a:defRPr b="1" sz="1600"/>
            </a:lvl7pPr>
            <a:lvl8pPr indent="-228600" lvl="7" marL="3657600" rtl="0" algn="l">
              <a:lnSpc>
                <a:spcPct val="120000"/>
              </a:lnSpc>
              <a:spcBef>
                <a:spcPts val="500"/>
              </a:spcBef>
              <a:spcAft>
                <a:spcPts val="0"/>
              </a:spcAft>
              <a:buClr>
                <a:schemeClr val="lt1"/>
              </a:buClr>
              <a:buSzPts val="1600"/>
              <a:buNone/>
              <a:defRPr b="1" sz="1600"/>
            </a:lvl8pPr>
            <a:lvl9pPr indent="-228600" lvl="8" marL="4114800" rtl="0" algn="l">
              <a:lnSpc>
                <a:spcPct val="120000"/>
              </a:lnSpc>
              <a:spcBef>
                <a:spcPts val="500"/>
              </a:spcBef>
              <a:spcAft>
                <a:spcPts val="0"/>
              </a:spcAft>
              <a:buClr>
                <a:schemeClr val="lt1"/>
              </a:buClr>
              <a:buSzPts val="1600"/>
              <a:buNone/>
              <a:defRPr b="1" sz="1600"/>
            </a:lvl9pPr>
          </a:lstStyle>
          <a:p/>
        </p:txBody>
      </p:sp>
      <p:sp>
        <p:nvSpPr>
          <p:cNvPr id="49" name="Google Shape;49;p7"/>
          <p:cNvSpPr/>
          <p:nvPr>
            <p:ph idx="2" type="pic"/>
          </p:nvPr>
        </p:nvSpPr>
        <p:spPr>
          <a:xfrm>
            <a:off x="819015" y="2092235"/>
            <a:ext cx="2205000" cy="1524000"/>
          </a:xfrm>
          <a:prstGeom prst="roundRect">
            <a:avLst>
              <a:gd fmla="val 0" name="adj"/>
            </a:avLst>
          </a:prstGeom>
          <a:noFill/>
          <a:ln cap="sq" cmpd="sng" w="14605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txBody>
          <a:bodyPr anchorCtr="0" anchor="t" bIns="45700" lIns="91425" spcFirstLastPara="1" rIns="91425" wrap="square" tIns="45700">
            <a:noAutofit/>
          </a:bodyPr>
          <a:lstStyle>
            <a:lvl1pPr lvl="0" marR="0" rtl="0" algn="ctr">
              <a:lnSpc>
                <a:spcPct val="120000"/>
              </a:lnSpc>
              <a:spcBef>
                <a:spcPts val="1000"/>
              </a:spcBef>
              <a:spcAft>
                <a:spcPts val="0"/>
              </a:spcAft>
              <a:buClr>
                <a:schemeClr val="lt1"/>
              </a:buClr>
              <a:buSzPts val="1600"/>
              <a:buFont typeface="Arial"/>
              <a:buNone/>
              <a:defRPr b="0" i="0" sz="1600" u="none" cap="none" strike="noStrike">
                <a:solidFill>
                  <a:schemeClr val="lt1"/>
                </a:solidFill>
                <a:latin typeface="Rockwell"/>
                <a:ea typeface="Rockwell"/>
                <a:cs typeface="Rockwell"/>
                <a:sym typeface="Rockwell"/>
              </a:defRPr>
            </a:lvl1pPr>
            <a:lvl2pPr lvl="1" marR="0" rtl="0" algn="l">
              <a:lnSpc>
                <a:spcPct val="120000"/>
              </a:lnSpc>
              <a:spcBef>
                <a:spcPts val="500"/>
              </a:spcBef>
              <a:spcAft>
                <a:spcPts val="0"/>
              </a:spcAft>
              <a:buClr>
                <a:schemeClr val="lt1"/>
              </a:buClr>
              <a:buSzPts val="1600"/>
              <a:buFont typeface="Arial"/>
              <a:buNone/>
              <a:defRPr b="0" i="0" sz="1600" u="none" cap="none" strike="noStrike">
                <a:solidFill>
                  <a:schemeClr val="lt1"/>
                </a:solidFill>
                <a:latin typeface="Rockwell"/>
                <a:ea typeface="Rockwell"/>
                <a:cs typeface="Rockwell"/>
                <a:sym typeface="Rockwell"/>
              </a:defRPr>
            </a:lvl2pPr>
            <a:lvl3pPr lvl="2" marR="0" rtl="0" algn="l">
              <a:lnSpc>
                <a:spcPct val="120000"/>
              </a:lnSpc>
              <a:spcBef>
                <a:spcPts val="500"/>
              </a:spcBef>
              <a:spcAft>
                <a:spcPts val="0"/>
              </a:spcAft>
              <a:buClr>
                <a:schemeClr val="lt1"/>
              </a:buClr>
              <a:buSzPts val="1600"/>
              <a:buFont typeface="Arial"/>
              <a:buNone/>
              <a:defRPr b="0" i="0" sz="1600" u="none" cap="none" strike="noStrike">
                <a:solidFill>
                  <a:schemeClr val="lt1"/>
                </a:solidFill>
                <a:latin typeface="Rockwell"/>
                <a:ea typeface="Rockwell"/>
                <a:cs typeface="Rockwell"/>
                <a:sym typeface="Rockwell"/>
              </a:defRPr>
            </a:lvl3pPr>
            <a:lvl4pPr lvl="3" marR="0" rtl="0" algn="l">
              <a:lnSpc>
                <a:spcPct val="120000"/>
              </a:lnSpc>
              <a:spcBef>
                <a:spcPts val="500"/>
              </a:spcBef>
              <a:spcAft>
                <a:spcPts val="0"/>
              </a:spcAft>
              <a:buClr>
                <a:schemeClr val="lt1"/>
              </a:buClr>
              <a:buSzPts val="1600"/>
              <a:buFont typeface="Arial"/>
              <a:buNone/>
              <a:defRPr b="0" i="0" sz="1600" u="none" cap="none" strike="noStrike">
                <a:solidFill>
                  <a:schemeClr val="lt1"/>
                </a:solidFill>
                <a:latin typeface="Rockwell"/>
                <a:ea typeface="Rockwell"/>
                <a:cs typeface="Rockwell"/>
                <a:sym typeface="Rockwell"/>
              </a:defRPr>
            </a:lvl4pPr>
            <a:lvl5pPr lvl="4" marR="0" rtl="0" algn="l">
              <a:lnSpc>
                <a:spcPct val="120000"/>
              </a:lnSpc>
              <a:spcBef>
                <a:spcPts val="500"/>
              </a:spcBef>
              <a:spcAft>
                <a:spcPts val="0"/>
              </a:spcAft>
              <a:buClr>
                <a:schemeClr val="lt1"/>
              </a:buClr>
              <a:buSzPts val="1600"/>
              <a:buFont typeface="Arial"/>
              <a:buNone/>
              <a:defRPr b="0" i="0" sz="1600" u="none" cap="none" strike="noStrike">
                <a:solidFill>
                  <a:schemeClr val="lt1"/>
                </a:solidFill>
                <a:latin typeface="Rockwell"/>
                <a:ea typeface="Rockwell"/>
                <a:cs typeface="Rockwell"/>
                <a:sym typeface="Rockwell"/>
              </a:defRPr>
            </a:lvl5pPr>
            <a:lvl6pPr lvl="5" marR="0" rtl="0" algn="l">
              <a:lnSpc>
                <a:spcPct val="120000"/>
              </a:lnSpc>
              <a:spcBef>
                <a:spcPts val="500"/>
              </a:spcBef>
              <a:spcAft>
                <a:spcPts val="0"/>
              </a:spcAft>
              <a:buClr>
                <a:schemeClr val="lt1"/>
              </a:buClr>
              <a:buSzPts val="1600"/>
              <a:buFont typeface="Arial"/>
              <a:buNone/>
              <a:defRPr b="0" i="0" sz="1600" u="none" cap="none" strike="noStrike">
                <a:solidFill>
                  <a:schemeClr val="lt1"/>
                </a:solidFill>
                <a:latin typeface="Rockwell"/>
                <a:ea typeface="Rockwell"/>
                <a:cs typeface="Rockwell"/>
                <a:sym typeface="Rockwell"/>
              </a:defRPr>
            </a:lvl6pPr>
            <a:lvl7pPr lvl="6" marR="0" rtl="0" algn="l">
              <a:lnSpc>
                <a:spcPct val="120000"/>
              </a:lnSpc>
              <a:spcBef>
                <a:spcPts val="500"/>
              </a:spcBef>
              <a:spcAft>
                <a:spcPts val="0"/>
              </a:spcAft>
              <a:buClr>
                <a:schemeClr val="lt1"/>
              </a:buClr>
              <a:buSzPts val="1600"/>
              <a:buFont typeface="Arial"/>
              <a:buNone/>
              <a:defRPr b="0" i="0" sz="1600" u="none" cap="none" strike="noStrike">
                <a:solidFill>
                  <a:schemeClr val="lt1"/>
                </a:solidFill>
                <a:latin typeface="Rockwell"/>
                <a:ea typeface="Rockwell"/>
                <a:cs typeface="Rockwell"/>
                <a:sym typeface="Rockwell"/>
              </a:defRPr>
            </a:lvl7pPr>
            <a:lvl8pPr lvl="7" marR="0" rtl="0" algn="l">
              <a:lnSpc>
                <a:spcPct val="120000"/>
              </a:lnSpc>
              <a:spcBef>
                <a:spcPts val="500"/>
              </a:spcBef>
              <a:spcAft>
                <a:spcPts val="0"/>
              </a:spcAft>
              <a:buClr>
                <a:schemeClr val="lt1"/>
              </a:buClr>
              <a:buSzPts val="1600"/>
              <a:buFont typeface="Arial"/>
              <a:buNone/>
              <a:defRPr b="0" i="0" sz="1600" u="none" cap="none" strike="noStrike">
                <a:solidFill>
                  <a:schemeClr val="lt1"/>
                </a:solidFill>
                <a:latin typeface="Rockwell"/>
                <a:ea typeface="Rockwell"/>
                <a:cs typeface="Rockwell"/>
                <a:sym typeface="Rockwell"/>
              </a:defRPr>
            </a:lvl8pPr>
            <a:lvl9pPr lvl="8" marR="0" rtl="0" algn="l">
              <a:lnSpc>
                <a:spcPct val="120000"/>
              </a:lnSpc>
              <a:spcBef>
                <a:spcPts val="500"/>
              </a:spcBef>
              <a:spcAft>
                <a:spcPts val="0"/>
              </a:spcAft>
              <a:buClr>
                <a:schemeClr val="lt1"/>
              </a:buClr>
              <a:buSzPts val="1600"/>
              <a:buFont typeface="Arial"/>
              <a:buNone/>
              <a:defRPr b="0" i="0" sz="1600" u="none" cap="none" strike="noStrike">
                <a:solidFill>
                  <a:schemeClr val="lt1"/>
                </a:solidFill>
                <a:latin typeface="Rockwell"/>
                <a:ea typeface="Rockwell"/>
                <a:cs typeface="Rockwell"/>
                <a:sym typeface="Rockwell"/>
              </a:defRPr>
            </a:lvl9pPr>
          </a:lstStyle>
          <a:p/>
        </p:txBody>
      </p:sp>
      <p:sp>
        <p:nvSpPr>
          <p:cNvPr id="50" name="Google Shape;50;p7"/>
          <p:cNvSpPr txBox="1"/>
          <p:nvPr>
            <p:ph idx="3" type="body"/>
          </p:nvPr>
        </p:nvSpPr>
        <p:spPr>
          <a:xfrm>
            <a:off x="685347" y="4565409"/>
            <a:ext cx="2474100" cy="1225800"/>
          </a:xfrm>
          <a:prstGeom prst="rect">
            <a:avLst/>
          </a:prstGeom>
          <a:noFill/>
          <a:ln>
            <a:noFill/>
          </a:ln>
        </p:spPr>
        <p:txBody>
          <a:bodyPr anchorCtr="0" anchor="t" bIns="45700" lIns="91425" spcFirstLastPara="1" rIns="91425" wrap="square" tIns="45700">
            <a:noAutofit/>
          </a:bodyPr>
          <a:lstStyle>
            <a:lvl1pPr indent="-228600" lvl="0" marL="457200" rtl="0" algn="ctr">
              <a:lnSpc>
                <a:spcPct val="120000"/>
              </a:lnSpc>
              <a:spcBef>
                <a:spcPts val="1000"/>
              </a:spcBef>
              <a:spcAft>
                <a:spcPts val="0"/>
              </a:spcAft>
              <a:buClr>
                <a:schemeClr val="lt1"/>
              </a:buClr>
              <a:buSzPts val="1400"/>
              <a:buNone/>
              <a:defRPr sz="1400"/>
            </a:lvl1pPr>
            <a:lvl2pPr indent="-228600" lvl="1" marL="914400" rtl="0" algn="l">
              <a:lnSpc>
                <a:spcPct val="120000"/>
              </a:lnSpc>
              <a:spcBef>
                <a:spcPts val="500"/>
              </a:spcBef>
              <a:spcAft>
                <a:spcPts val="0"/>
              </a:spcAft>
              <a:buClr>
                <a:schemeClr val="lt1"/>
              </a:buClr>
              <a:buSzPts val="1200"/>
              <a:buNone/>
              <a:defRPr sz="1200"/>
            </a:lvl2pPr>
            <a:lvl3pPr indent="-228600" lvl="2" marL="1371600" rtl="0" algn="l">
              <a:lnSpc>
                <a:spcPct val="120000"/>
              </a:lnSpc>
              <a:spcBef>
                <a:spcPts val="500"/>
              </a:spcBef>
              <a:spcAft>
                <a:spcPts val="0"/>
              </a:spcAft>
              <a:buClr>
                <a:schemeClr val="lt1"/>
              </a:buClr>
              <a:buSzPts val="1000"/>
              <a:buNone/>
              <a:defRPr sz="1000"/>
            </a:lvl3pPr>
            <a:lvl4pPr indent="-228600" lvl="3" marL="1828800" rtl="0" algn="l">
              <a:lnSpc>
                <a:spcPct val="120000"/>
              </a:lnSpc>
              <a:spcBef>
                <a:spcPts val="500"/>
              </a:spcBef>
              <a:spcAft>
                <a:spcPts val="0"/>
              </a:spcAft>
              <a:buClr>
                <a:schemeClr val="lt1"/>
              </a:buClr>
              <a:buSzPts val="900"/>
              <a:buNone/>
              <a:defRPr sz="900"/>
            </a:lvl4pPr>
            <a:lvl5pPr indent="-228600" lvl="4" marL="2286000" rtl="0" algn="l">
              <a:lnSpc>
                <a:spcPct val="120000"/>
              </a:lnSpc>
              <a:spcBef>
                <a:spcPts val="500"/>
              </a:spcBef>
              <a:spcAft>
                <a:spcPts val="0"/>
              </a:spcAft>
              <a:buClr>
                <a:schemeClr val="lt1"/>
              </a:buClr>
              <a:buSzPts val="900"/>
              <a:buNone/>
              <a:defRPr sz="900"/>
            </a:lvl5pPr>
            <a:lvl6pPr indent="-228600" lvl="5" marL="2743200" rtl="0" algn="l">
              <a:lnSpc>
                <a:spcPct val="120000"/>
              </a:lnSpc>
              <a:spcBef>
                <a:spcPts val="500"/>
              </a:spcBef>
              <a:spcAft>
                <a:spcPts val="0"/>
              </a:spcAft>
              <a:buClr>
                <a:schemeClr val="lt1"/>
              </a:buClr>
              <a:buSzPts val="900"/>
              <a:buNone/>
              <a:defRPr sz="900"/>
            </a:lvl6pPr>
            <a:lvl7pPr indent="-228600" lvl="6" marL="3200400" rtl="0" algn="l">
              <a:lnSpc>
                <a:spcPct val="120000"/>
              </a:lnSpc>
              <a:spcBef>
                <a:spcPts val="500"/>
              </a:spcBef>
              <a:spcAft>
                <a:spcPts val="0"/>
              </a:spcAft>
              <a:buClr>
                <a:schemeClr val="lt1"/>
              </a:buClr>
              <a:buSzPts val="900"/>
              <a:buNone/>
              <a:defRPr sz="900"/>
            </a:lvl7pPr>
            <a:lvl8pPr indent="-228600" lvl="7" marL="3657600" rtl="0" algn="l">
              <a:lnSpc>
                <a:spcPct val="120000"/>
              </a:lnSpc>
              <a:spcBef>
                <a:spcPts val="500"/>
              </a:spcBef>
              <a:spcAft>
                <a:spcPts val="0"/>
              </a:spcAft>
              <a:buClr>
                <a:schemeClr val="lt1"/>
              </a:buClr>
              <a:buSzPts val="900"/>
              <a:buNone/>
              <a:defRPr sz="900"/>
            </a:lvl8pPr>
            <a:lvl9pPr indent="-228600" lvl="8" marL="4114800" rtl="0" algn="l">
              <a:lnSpc>
                <a:spcPct val="120000"/>
              </a:lnSpc>
              <a:spcBef>
                <a:spcPts val="500"/>
              </a:spcBef>
              <a:spcAft>
                <a:spcPts val="0"/>
              </a:spcAft>
              <a:buClr>
                <a:schemeClr val="lt1"/>
              </a:buClr>
              <a:buSzPts val="900"/>
              <a:buNone/>
              <a:defRPr sz="900"/>
            </a:lvl9pPr>
          </a:lstStyle>
          <a:p/>
        </p:txBody>
      </p:sp>
      <p:sp>
        <p:nvSpPr>
          <p:cNvPr id="51" name="Google Shape;51;p7"/>
          <p:cNvSpPr txBox="1"/>
          <p:nvPr>
            <p:ph idx="4" type="body"/>
          </p:nvPr>
        </p:nvSpPr>
        <p:spPr>
          <a:xfrm>
            <a:off x="3332026" y="3989147"/>
            <a:ext cx="2474100" cy="576300"/>
          </a:xfrm>
          <a:prstGeom prst="rect">
            <a:avLst/>
          </a:prstGeom>
          <a:noFill/>
          <a:ln>
            <a:noFill/>
          </a:ln>
        </p:spPr>
        <p:txBody>
          <a:bodyPr anchorCtr="0" anchor="b" bIns="45700" lIns="91425" spcFirstLastPara="1" rIns="91425" wrap="square" tIns="45700">
            <a:noAutofit/>
          </a:bodyPr>
          <a:lstStyle>
            <a:lvl1pPr indent="-228600" lvl="0" marL="457200" rtl="0" algn="ctr">
              <a:lnSpc>
                <a:spcPct val="100000"/>
              </a:lnSpc>
              <a:spcBef>
                <a:spcPts val="1000"/>
              </a:spcBef>
              <a:spcAft>
                <a:spcPts val="0"/>
              </a:spcAft>
              <a:buClr>
                <a:schemeClr val="lt1"/>
              </a:buClr>
              <a:buSzPts val="2000"/>
              <a:buNone/>
              <a:defRPr b="0" sz="2000">
                <a:solidFill>
                  <a:schemeClr val="lt1"/>
                </a:solidFill>
              </a:defRPr>
            </a:lvl1pPr>
            <a:lvl2pPr indent="-228600" lvl="1" marL="914400" rtl="0" algn="l">
              <a:lnSpc>
                <a:spcPct val="120000"/>
              </a:lnSpc>
              <a:spcBef>
                <a:spcPts val="500"/>
              </a:spcBef>
              <a:spcAft>
                <a:spcPts val="0"/>
              </a:spcAft>
              <a:buClr>
                <a:schemeClr val="lt1"/>
              </a:buClr>
              <a:buSzPts val="2000"/>
              <a:buNone/>
              <a:defRPr b="1" sz="2000"/>
            </a:lvl2pPr>
            <a:lvl3pPr indent="-228600" lvl="2" marL="1371600" rtl="0" algn="l">
              <a:lnSpc>
                <a:spcPct val="120000"/>
              </a:lnSpc>
              <a:spcBef>
                <a:spcPts val="500"/>
              </a:spcBef>
              <a:spcAft>
                <a:spcPts val="0"/>
              </a:spcAft>
              <a:buClr>
                <a:schemeClr val="lt1"/>
              </a:buClr>
              <a:buSzPts val="1800"/>
              <a:buNone/>
              <a:defRPr b="1" sz="1800"/>
            </a:lvl3pPr>
            <a:lvl4pPr indent="-228600" lvl="3" marL="1828800" rtl="0" algn="l">
              <a:lnSpc>
                <a:spcPct val="120000"/>
              </a:lnSpc>
              <a:spcBef>
                <a:spcPts val="500"/>
              </a:spcBef>
              <a:spcAft>
                <a:spcPts val="0"/>
              </a:spcAft>
              <a:buClr>
                <a:schemeClr val="lt1"/>
              </a:buClr>
              <a:buSzPts val="1600"/>
              <a:buNone/>
              <a:defRPr b="1" sz="1600"/>
            </a:lvl4pPr>
            <a:lvl5pPr indent="-228600" lvl="4" marL="2286000" rtl="0" algn="l">
              <a:lnSpc>
                <a:spcPct val="120000"/>
              </a:lnSpc>
              <a:spcBef>
                <a:spcPts val="500"/>
              </a:spcBef>
              <a:spcAft>
                <a:spcPts val="0"/>
              </a:spcAft>
              <a:buClr>
                <a:schemeClr val="lt1"/>
              </a:buClr>
              <a:buSzPts val="1600"/>
              <a:buNone/>
              <a:defRPr b="1" sz="1600"/>
            </a:lvl5pPr>
            <a:lvl6pPr indent="-228600" lvl="5" marL="2743200" rtl="0" algn="l">
              <a:lnSpc>
                <a:spcPct val="120000"/>
              </a:lnSpc>
              <a:spcBef>
                <a:spcPts val="500"/>
              </a:spcBef>
              <a:spcAft>
                <a:spcPts val="0"/>
              </a:spcAft>
              <a:buClr>
                <a:schemeClr val="lt1"/>
              </a:buClr>
              <a:buSzPts val="1600"/>
              <a:buNone/>
              <a:defRPr b="1" sz="1600"/>
            </a:lvl6pPr>
            <a:lvl7pPr indent="-228600" lvl="6" marL="3200400" rtl="0" algn="l">
              <a:lnSpc>
                <a:spcPct val="120000"/>
              </a:lnSpc>
              <a:spcBef>
                <a:spcPts val="500"/>
              </a:spcBef>
              <a:spcAft>
                <a:spcPts val="0"/>
              </a:spcAft>
              <a:buClr>
                <a:schemeClr val="lt1"/>
              </a:buClr>
              <a:buSzPts val="1600"/>
              <a:buNone/>
              <a:defRPr b="1" sz="1600"/>
            </a:lvl7pPr>
            <a:lvl8pPr indent="-228600" lvl="7" marL="3657600" rtl="0" algn="l">
              <a:lnSpc>
                <a:spcPct val="120000"/>
              </a:lnSpc>
              <a:spcBef>
                <a:spcPts val="500"/>
              </a:spcBef>
              <a:spcAft>
                <a:spcPts val="0"/>
              </a:spcAft>
              <a:buClr>
                <a:schemeClr val="lt1"/>
              </a:buClr>
              <a:buSzPts val="1600"/>
              <a:buNone/>
              <a:defRPr b="1" sz="1600"/>
            </a:lvl8pPr>
            <a:lvl9pPr indent="-228600" lvl="8" marL="4114800" rtl="0" algn="l">
              <a:lnSpc>
                <a:spcPct val="120000"/>
              </a:lnSpc>
              <a:spcBef>
                <a:spcPts val="500"/>
              </a:spcBef>
              <a:spcAft>
                <a:spcPts val="0"/>
              </a:spcAft>
              <a:buClr>
                <a:schemeClr val="lt1"/>
              </a:buClr>
              <a:buSzPts val="1600"/>
              <a:buNone/>
              <a:defRPr b="1" sz="1600"/>
            </a:lvl9pPr>
          </a:lstStyle>
          <a:p/>
        </p:txBody>
      </p:sp>
      <p:sp>
        <p:nvSpPr>
          <p:cNvPr id="52" name="Google Shape;52;p7"/>
          <p:cNvSpPr/>
          <p:nvPr>
            <p:ph idx="5" type="pic"/>
          </p:nvPr>
        </p:nvSpPr>
        <p:spPr>
          <a:xfrm>
            <a:off x="3426747" y="2092235"/>
            <a:ext cx="2197800" cy="1524000"/>
          </a:xfrm>
          <a:prstGeom prst="roundRect">
            <a:avLst>
              <a:gd fmla="val 0" name="adj"/>
            </a:avLst>
          </a:prstGeom>
          <a:noFill/>
          <a:ln cap="sq" cmpd="sng" w="14605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txBody>
          <a:bodyPr anchorCtr="0" anchor="t" bIns="45700" lIns="91425" spcFirstLastPara="1" rIns="91425" wrap="square" tIns="45700">
            <a:noAutofit/>
          </a:bodyPr>
          <a:lstStyle>
            <a:lvl1pPr lvl="0" marR="0" rtl="0" algn="ctr">
              <a:lnSpc>
                <a:spcPct val="120000"/>
              </a:lnSpc>
              <a:spcBef>
                <a:spcPts val="1000"/>
              </a:spcBef>
              <a:spcAft>
                <a:spcPts val="0"/>
              </a:spcAft>
              <a:buClr>
                <a:schemeClr val="lt1"/>
              </a:buClr>
              <a:buSzPts val="1600"/>
              <a:buFont typeface="Arial"/>
              <a:buNone/>
              <a:defRPr b="0" i="0" sz="1600" u="none" cap="none" strike="noStrike">
                <a:solidFill>
                  <a:schemeClr val="lt1"/>
                </a:solidFill>
                <a:latin typeface="Rockwell"/>
                <a:ea typeface="Rockwell"/>
                <a:cs typeface="Rockwell"/>
                <a:sym typeface="Rockwell"/>
              </a:defRPr>
            </a:lvl1pPr>
            <a:lvl2pPr lvl="1" marR="0" rtl="0" algn="l">
              <a:lnSpc>
                <a:spcPct val="120000"/>
              </a:lnSpc>
              <a:spcBef>
                <a:spcPts val="500"/>
              </a:spcBef>
              <a:spcAft>
                <a:spcPts val="0"/>
              </a:spcAft>
              <a:buClr>
                <a:schemeClr val="lt1"/>
              </a:buClr>
              <a:buSzPts val="1600"/>
              <a:buFont typeface="Arial"/>
              <a:buNone/>
              <a:defRPr b="0" i="0" sz="1600" u="none" cap="none" strike="noStrike">
                <a:solidFill>
                  <a:schemeClr val="lt1"/>
                </a:solidFill>
                <a:latin typeface="Rockwell"/>
                <a:ea typeface="Rockwell"/>
                <a:cs typeface="Rockwell"/>
                <a:sym typeface="Rockwell"/>
              </a:defRPr>
            </a:lvl2pPr>
            <a:lvl3pPr lvl="2" marR="0" rtl="0" algn="l">
              <a:lnSpc>
                <a:spcPct val="120000"/>
              </a:lnSpc>
              <a:spcBef>
                <a:spcPts val="500"/>
              </a:spcBef>
              <a:spcAft>
                <a:spcPts val="0"/>
              </a:spcAft>
              <a:buClr>
                <a:schemeClr val="lt1"/>
              </a:buClr>
              <a:buSzPts val="1600"/>
              <a:buFont typeface="Arial"/>
              <a:buNone/>
              <a:defRPr b="0" i="0" sz="1600" u="none" cap="none" strike="noStrike">
                <a:solidFill>
                  <a:schemeClr val="lt1"/>
                </a:solidFill>
                <a:latin typeface="Rockwell"/>
                <a:ea typeface="Rockwell"/>
                <a:cs typeface="Rockwell"/>
                <a:sym typeface="Rockwell"/>
              </a:defRPr>
            </a:lvl3pPr>
            <a:lvl4pPr lvl="3" marR="0" rtl="0" algn="l">
              <a:lnSpc>
                <a:spcPct val="120000"/>
              </a:lnSpc>
              <a:spcBef>
                <a:spcPts val="500"/>
              </a:spcBef>
              <a:spcAft>
                <a:spcPts val="0"/>
              </a:spcAft>
              <a:buClr>
                <a:schemeClr val="lt1"/>
              </a:buClr>
              <a:buSzPts val="1600"/>
              <a:buFont typeface="Arial"/>
              <a:buNone/>
              <a:defRPr b="0" i="0" sz="1600" u="none" cap="none" strike="noStrike">
                <a:solidFill>
                  <a:schemeClr val="lt1"/>
                </a:solidFill>
                <a:latin typeface="Rockwell"/>
                <a:ea typeface="Rockwell"/>
                <a:cs typeface="Rockwell"/>
                <a:sym typeface="Rockwell"/>
              </a:defRPr>
            </a:lvl4pPr>
            <a:lvl5pPr lvl="4" marR="0" rtl="0" algn="l">
              <a:lnSpc>
                <a:spcPct val="120000"/>
              </a:lnSpc>
              <a:spcBef>
                <a:spcPts val="500"/>
              </a:spcBef>
              <a:spcAft>
                <a:spcPts val="0"/>
              </a:spcAft>
              <a:buClr>
                <a:schemeClr val="lt1"/>
              </a:buClr>
              <a:buSzPts val="1600"/>
              <a:buFont typeface="Arial"/>
              <a:buNone/>
              <a:defRPr b="0" i="0" sz="1600" u="none" cap="none" strike="noStrike">
                <a:solidFill>
                  <a:schemeClr val="lt1"/>
                </a:solidFill>
                <a:latin typeface="Rockwell"/>
                <a:ea typeface="Rockwell"/>
                <a:cs typeface="Rockwell"/>
                <a:sym typeface="Rockwell"/>
              </a:defRPr>
            </a:lvl5pPr>
            <a:lvl6pPr lvl="5" marR="0" rtl="0" algn="l">
              <a:lnSpc>
                <a:spcPct val="120000"/>
              </a:lnSpc>
              <a:spcBef>
                <a:spcPts val="500"/>
              </a:spcBef>
              <a:spcAft>
                <a:spcPts val="0"/>
              </a:spcAft>
              <a:buClr>
                <a:schemeClr val="lt1"/>
              </a:buClr>
              <a:buSzPts val="1600"/>
              <a:buFont typeface="Arial"/>
              <a:buNone/>
              <a:defRPr b="0" i="0" sz="1600" u="none" cap="none" strike="noStrike">
                <a:solidFill>
                  <a:schemeClr val="lt1"/>
                </a:solidFill>
                <a:latin typeface="Rockwell"/>
                <a:ea typeface="Rockwell"/>
                <a:cs typeface="Rockwell"/>
                <a:sym typeface="Rockwell"/>
              </a:defRPr>
            </a:lvl6pPr>
            <a:lvl7pPr lvl="6" marR="0" rtl="0" algn="l">
              <a:lnSpc>
                <a:spcPct val="120000"/>
              </a:lnSpc>
              <a:spcBef>
                <a:spcPts val="500"/>
              </a:spcBef>
              <a:spcAft>
                <a:spcPts val="0"/>
              </a:spcAft>
              <a:buClr>
                <a:schemeClr val="lt1"/>
              </a:buClr>
              <a:buSzPts val="1600"/>
              <a:buFont typeface="Arial"/>
              <a:buNone/>
              <a:defRPr b="0" i="0" sz="1600" u="none" cap="none" strike="noStrike">
                <a:solidFill>
                  <a:schemeClr val="lt1"/>
                </a:solidFill>
                <a:latin typeface="Rockwell"/>
                <a:ea typeface="Rockwell"/>
                <a:cs typeface="Rockwell"/>
                <a:sym typeface="Rockwell"/>
              </a:defRPr>
            </a:lvl7pPr>
            <a:lvl8pPr lvl="7" marR="0" rtl="0" algn="l">
              <a:lnSpc>
                <a:spcPct val="120000"/>
              </a:lnSpc>
              <a:spcBef>
                <a:spcPts val="500"/>
              </a:spcBef>
              <a:spcAft>
                <a:spcPts val="0"/>
              </a:spcAft>
              <a:buClr>
                <a:schemeClr val="lt1"/>
              </a:buClr>
              <a:buSzPts val="1600"/>
              <a:buFont typeface="Arial"/>
              <a:buNone/>
              <a:defRPr b="0" i="0" sz="1600" u="none" cap="none" strike="noStrike">
                <a:solidFill>
                  <a:schemeClr val="lt1"/>
                </a:solidFill>
                <a:latin typeface="Rockwell"/>
                <a:ea typeface="Rockwell"/>
                <a:cs typeface="Rockwell"/>
                <a:sym typeface="Rockwell"/>
              </a:defRPr>
            </a:lvl8pPr>
            <a:lvl9pPr lvl="8" marR="0" rtl="0" algn="l">
              <a:lnSpc>
                <a:spcPct val="120000"/>
              </a:lnSpc>
              <a:spcBef>
                <a:spcPts val="500"/>
              </a:spcBef>
              <a:spcAft>
                <a:spcPts val="0"/>
              </a:spcAft>
              <a:buClr>
                <a:schemeClr val="lt1"/>
              </a:buClr>
              <a:buSzPts val="1600"/>
              <a:buFont typeface="Arial"/>
              <a:buNone/>
              <a:defRPr b="0" i="0" sz="1600" u="none" cap="none" strike="noStrike">
                <a:solidFill>
                  <a:schemeClr val="lt1"/>
                </a:solidFill>
                <a:latin typeface="Rockwell"/>
                <a:ea typeface="Rockwell"/>
                <a:cs typeface="Rockwell"/>
                <a:sym typeface="Rockwell"/>
              </a:defRPr>
            </a:lvl9pPr>
          </a:lstStyle>
          <a:p/>
        </p:txBody>
      </p:sp>
      <p:sp>
        <p:nvSpPr>
          <p:cNvPr id="53" name="Google Shape;53;p7"/>
          <p:cNvSpPr txBox="1"/>
          <p:nvPr>
            <p:ph idx="6" type="body"/>
          </p:nvPr>
        </p:nvSpPr>
        <p:spPr>
          <a:xfrm>
            <a:off x="3331011" y="4565408"/>
            <a:ext cx="2475300" cy="1225800"/>
          </a:xfrm>
          <a:prstGeom prst="rect">
            <a:avLst/>
          </a:prstGeom>
          <a:noFill/>
          <a:ln>
            <a:noFill/>
          </a:ln>
        </p:spPr>
        <p:txBody>
          <a:bodyPr anchorCtr="0" anchor="t" bIns="45700" lIns="91425" spcFirstLastPara="1" rIns="91425" wrap="square" tIns="45700">
            <a:noAutofit/>
          </a:bodyPr>
          <a:lstStyle>
            <a:lvl1pPr indent="-228600" lvl="0" marL="457200" rtl="0" algn="ctr">
              <a:lnSpc>
                <a:spcPct val="120000"/>
              </a:lnSpc>
              <a:spcBef>
                <a:spcPts val="1000"/>
              </a:spcBef>
              <a:spcAft>
                <a:spcPts val="0"/>
              </a:spcAft>
              <a:buClr>
                <a:schemeClr val="lt1"/>
              </a:buClr>
              <a:buSzPts val="1400"/>
              <a:buNone/>
              <a:defRPr sz="1400"/>
            </a:lvl1pPr>
            <a:lvl2pPr indent="-228600" lvl="1" marL="914400" rtl="0" algn="l">
              <a:lnSpc>
                <a:spcPct val="120000"/>
              </a:lnSpc>
              <a:spcBef>
                <a:spcPts val="500"/>
              </a:spcBef>
              <a:spcAft>
                <a:spcPts val="0"/>
              </a:spcAft>
              <a:buClr>
                <a:schemeClr val="lt1"/>
              </a:buClr>
              <a:buSzPts val="1200"/>
              <a:buNone/>
              <a:defRPr sz="1200"/>
            </a:lvl2pPr>
            <a:lvl3pPr indent="-228600" lvl="2" marL="1371600" rtl="0" algn="l">
              <a:lnSpc>
                <a:spcPct val="120000"/>
              </a:lnSpc>
              <a:spcBef>
                <a:spcPts val="500"/>
              </a:spcBef>
              <a:spcAft>
                <a:spcPts val="0"/>
              </a:spcAft>
              <a:buClr>
                <a:schemeClr val="lt1"/>
              </a:buClr>
              <a:buSzPts val="1000"/>
              <a:buNone/>
              <a:defRPr sz="1000"/>
            </a:lvl3pPr>
            <a:lvl4pPr indent="-228600" lvl="3" marL="1828800" rtl="0" algn="l">
              <a:lnSpc>
                <a:spcPct val="120000"/>
              </a:lnSpc>
              <a:spcBef>
                <a:spcPts val="500"/>
              </a:spcBef>
              <a:spcAft>
                <a:spcPts val="0"/>
              </a:spcAft>
              <a:buClr>
                <a:schemeClr val="lt1"/>
              </a:buClr>
              <a:buSzPts val="900"/>
              <a:buNone/>
              <a:defRPr sz="900"/>
            </a:lvl4pPr>
            <a:lvl5pPr indent="-228600" lvl="4" marL="2286000" rtl="0" algn="l">
              <a:lnSpc>
                <a:spcPct val="120000"/>
              </a:lnSpc>
              <a:spcBef>
                <a:spcPts val="500"/>
              </a:spcBef>
              <a:spcAft>
                <a:spcPts val="0"/>
              </a:spcAft>
              <a:buClr>
                <a:schemeClr val="lt1"/>
              </a:buClr>
              <a:buSzPts val="900"/>
              <a:buNone/>
              <a:defRPr sz="900"/>
            </a:lvl5pPr>
            <a:lvl6pPr indent="-228600" lvl="5" marL="2743200" rtl="0" algn="l">
              <a:lnSpc>
                <a:spcPct val="120000"/>
              </a:lnSpc>
              <a:spcBef>
                <a:spcPts val="500"/>
              </a:spcBef>
              <a:spcAft>
                <a:spcPts val="0"/>
              </a:spcAft>
              <a:buClr>
                <a:schemeClr val="lt1"/>
              </a:buClr>
              <a:buSzPts val="900"/>
              <a:buNone/>
              <a:defRPr sz="900"/>
            </a:lvl6pPr>
            <a:lvl7pPr indent="-228600" lvl="6" marL="3200400" rtl="0" algn="l">
              <a:lnSpc>
                <a:spcPct val="120000"/>
              </a:lnSpc>
              <a:spcBef>
                <a:spcPts val="500"/>
              </a:spcBef>
              <a:spcAft>
                <a:spcPts val="0"/>
              </a:spcAft>
              <a:buClr>
                <a:schemeClr val="lt1"/>
              </a:buClr>
              <a:buSzPts val="900"/>
              <a:buNone/>
              <a:defRPr sz="900"/>
            </a:lvl7pPr>
            <a:lvl8pPr indent="-228600" lvl="7" marL="3657600" rtl="0" algn="l">
              <a:lnSpc>
                <a:spcPct val="120000"/>
              </a:lnSpc>
              <a:spcBef>
                <a:spcPts val="500"/>
              </a:spcBef>
              <a:spcAft>
                <a:spcPts val="0"/>
              </a:spcAft>
              <a:buClr>
                <a:schemeClr val="lt1"/>
              </a:buClr>
              <a:buSzPts val="900"/>
              <a:buNone/>
              <a:defRPr sz="900"/>
            </a:lvl8pPr>
            <a:lvl9pPr indent="-228600" lvl="8" marL="4114800" rtl="0" algn="l">
              <a:lnSpc>
                <a:spcPct val="120000"/>
              </a:lnSpc>
              <a:spcBef>
                <a:spcPts val="500"/>
              </a:spcBef>
              <a:spcAft>
                <a:spcPts val="0"/>
              </a:spcAft>
              <a:buClr>
                <a:schemeClr val="lt1"/>
              </a:buClr>
              <a:buSzPts val="900"/>
              <a:buNone/>
              <a:defRPr sz="900"/>
            </a:lvl9pPr>
          </a:lstStyle>
          <a:p/>
        </p:txBody>
      </p:sp>
      <p:sp>
        <p:nvSpPr>
          <p:cNvPr id="54" name="Google Shape;54;p7"/>
          <p:cNvSpPr txBox="1"/>
          <p:nvPr>
            <p:ph idx="7" type="body"/>
          </p:nvPr>
        </p:nvSpPr>
        <p:spPr>
          <a:xfrm>
            <a:off x="5980067" y="3989147"/>
            <a:ext cx="2467500" cy="576300"/>
          </a:xfrm>
          <a:prstGeom prst="rect">
            <a:avLst/>
          </a:prstGeom>
          <a:noFill/>
          <a:ln>
            <a:noFill/>
          </a:ln>
        </p:spPr>
        <p:txBody>
          <a:bodyPr anchorCtr="0" anchor="b" bIns="45700" lIns="91425" spcFirstLastPara="1" rIns="91425" wrap="square" tIns="45700">
            <a:noAutofit/>
          </a:bodyPr>
          <a:lstStyle>
            <a:lvl1pPr indent="-228600" lvl="0" marL="457200" rtl="0" algn="ctr">
              <a:lnSpc>
                <a:spcPct val="100000"/>
              </a:lnSpc>
              <a:spcBef>
                <a:spcPts val="1000"/>
              </a:spcBef>
              <a:spcAft>
                <a:spcPts val="0"/>
              </a:spcAft>
              <a:buClr>
                <a:schemeClr val="lt1"/>
              </a:buClr>
              <a:buSzPts val="2000"/>
              <a:buNone/>
              <a:defRPr b="0" sz="2000">
                <a:solidFill>
                  <a:schemeClr val="lt1"/>
                </a:solidFill>
              </a:defRPr>
            </a:lvl1pPr>
            <a:lvl2pPr indent="-228600" lvl="1" marL="914400" rtl="0" algn="l">
              <a:lnSpc>
                <a:spcPct val="120000"/>
              </a:lnSpc>
              <a:spcBef>
                <a:spcPts val="500"/>
              </a:spcBef>
              <a:spcAft>
                <a:spcPts val="0"/>
              </a:spcAft>
              <a:buClr>
                <a:schemeClr val="lt1"/>
              </a:buClr>
              <a:buSzPts val="2000"/>
              <a:buNone/>
              <a:defRPr b="1" sz="2000"/>
            </a:lvl2pPr>
            <a:lvl3pPr indent="-228600" lvl="2" marL="1371600" rtl="0" algn="l">
              <a:lnSpc>
                <a:spcPct val="120000"/>
              </a:lnSpc>
              <a:spcBef>
                <a:spcPts val="500"/>
              </a:spcBef>
              <a:spcAft>
                <a:spcPts val="0"/>
              </a:spcAft>
              <a:buClr>
                <a:schemeClr val="lt1"/>
              </a:buClr>
              <a:buSzPts val="1800"/>
              <a:buNone/>
              <a:defRPr b="1" sz="1800"/>
            </a:lvl3pPr>
            <a:lvl4pPr indent="-228600" lvl="3" marL="1828800" rtl="0" algn="l">
              <a:lnSpc>
                <a:spcPct val="120000"/>
              </a:lnSpc>
              <a:spcBef>
                <a:spcPts val="500"/>
              </a:spcBef>
              <a:spcAft>
                <a:spcPts val="0"/>
              </a:spcAft>
              <a:buClr>
                <a:schemeClr val="lt1"/>
              </a:buClr>
              <a:buSzPts val="1600"/>
              <a:buNone/>
              <a:defRPr b="1" sz="1600"/>
            </a:lvl4pPr>
            <a:lvl5pPr indent="-228600" lvl="4" marL="2286000" rtl="0" algn="l">
              <a:lnSpc>
                <a:spcPct val="120000"/>
              </a:lnSpc>
              <a:spcBef>
                <a:spcPts val="500"/>
              </a:spcBef>
              <a:spcAft>
                <a:spcPts val="0"/>
              </a:spcAft>
              <a:buClr>
                <a:schemeClr val="lt1"/>
              </a:buClr>
              <a:buSzPts val="1600"/>
              <a:buNone/>
              <a:defRPr b="1" sz="1600"/>
            </a:lvl5pPr>
            <a:lvl6pPr indent="-228600" lvl="5" marL="2743200" rtl="0" algn="l">
              <a:lnSpc>
                <a:spcPct val="120000"/>
              </a:lnSpc>
              <a:spcBef>
                <a:spcPts val="500"/>
              </a:spcBef>
              <a:spcAft>
                <a:spcPts val="0"/>
              </a:spcAft>
              <a:buClr>
                <a:schemeClr val="lt1"/>
              </a:buClr>
              <a:buSzPts val="1600"/>
              <a:buNone/>
              <a:defRPr b="1" sz="1600"/>
            </a:lvl6pPr>
            <a:lvl7pPr indent="-228600" lvl="6" marL="3200400" rtl="0" algn="l">
              <a:lnSpc>
                <a:spcPct val="120000"/>
              </a:lnSpc>
              <a:spcBef>
                <a:spcPts val="500"/>
              </a:spcBef>
              <a:spcAft>
                <a:spcPts val="0"/>
              </a:spcAft>
              <a:buClr>
                <a:schemeClr val="lt1"/>
              </a:buClr>
              <a:buSzPts val="1600"/>
              <a:buNone/>
              <a:defRPr b="1" sz="1600"/>
            </a:lvl7pPr>
            <a:lvl8pPr indent="-228600" lvl="7" marL="3657600" rtl="0" algn="l">
              <a:lnSpc>
                <a:spcPct val="120000"/>
              </a:lnSpc>
              <a:spcBef>
                <a:spcPts val="500"/>
              </a:spcBef>
              <a:spcAft>
                <a:spcPts val="0"/>
              </a:spcAft>
              <a:buClr>
                <a:schemeClr val="lt1"/>
              </a:buClr>
              <a:buSzPts val="1600"/>
              <a:buNone/>
              <a:defRPr b="1" sz="1600"/>
            </a:lvl8pPr>
            <a:lvl9pPr indent="-228600" lvl="8" marL="4114800" rtl="0" algn="l">
              <a:lnSpc>
                <a:spcPct val="120000"/>
              </a:lnSpc>
              <a:spcBef>
                <a:spcPts val="500"/>
              </a:spcBef>
              <a:spcAft>
                <a:spcPts val="0"/>
              </a:spcAft>
              <a:buClr>
                <a:schemeClr val="lt1"/>
              </a:buClr>
              <a:buSzPts val="1600"/>
              <a:buNone/>
              <a:defRPr b="1" sz="1600"/>
            </a:lvl9pPr>
          </a:lstStyle>
          <a:p/>
        </p:txBody>
      </p:sp>
      <p:sp>
        <p:nvSpPr>
          <p:cNvPr id="55" name="Google Shape;55;p7"/>
          <p:cNvSpPr/>
          <p:nvPr>
            <p:ph idx="8" type="pic"/>
          </p:nvPr>
        </p:nvSpPr>
        <p:spPr>
          <a:xfrm>
            <a:off x="6114603" y="2092235"/>
            <a:ext cx="2199000" cy="1524000"/>
          </a:xfrm>
          <a:prstGeom prst="roundRect">
            <a:avLst>
              <a:gd fmla="val 0" name="adj"/>
            </a:avLst>
          </a:prstGeom>
          <a:noFill/>
          <a:ln cap="sq" cmpd="sng" w="14605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txBody>
          <a:bodyPr anchorCtr="0" anchor="t" bIns="45700" lIns="91425" spcFirstLastPara="1" rIns="91425" wrap="square" tIns="45700">
            <a:noAutofit/>
          </a:bodyPr>
          <a:lstStyle>
            <a:lvl1pPr lvl="0" marR="0" rtl="0" algn="ctr">
              <a:lnSpc>
                <a:spcPct val="120000"/>
              </a:lnSpc>
              <a:spcBef>
                <a:spcPts val="1000"/>
              </a:spcBef>
              <a:spcAft>
                <a:spcPts val="0"/>
              </a:spcAft>
              <a:buClr>
                <a:schemeClr val="lt1"/>
              </a:buClr>
              <a:buSzPts val="1600"/>
              <a:buFont typeface="Arial"/>
              <a:buNone/>
              <a:defRPr b="0" i="0" sz="1600" u="none" cap="none" strike="noStrike">
                <a:solidFill>
                  <a:schemeClr val="lt1"/>
                </a:solidFill>
                <a:latin typeface="Rockwell"/>
                <a:ea typeface="Rockwell"/>
                <a:cs typeface="Rockwell"/>
                <a:sym typeface="Rockwell"/>
              </a:defRPr>
            </a:lvl1pPr>
            <a:lvl2pPr lvl="1" marR="0" rtl="0" algn="l">
              <a:lnSpc>
                <a:spcPct val="120000"/>
              </a:lnSpc>
              <a:spcBef>
                <a:spcPts val="500"/>
              </a:spcBef>
              <a:spcAft>
                <a:spcPts val="0"/>
              </a:spcAft>
              <a:buClr>
                <a:schemeClr val="lt1"/>
              </a:buClr>
              <a:buSzPts val="1600"/>
              <a:buFont typeface="Arial"/>
              <a:buNone/>
              <a:defRPr b="0" i="0" sz="1600" u="none" cap="none" strike="noStrike">
                <a:solidFill>
                  <a:schemeClr val="lt1"/>
                </a:solidFill>
                <a:latin typeface="Rockwell"/>
                <a:ea typeface="Rockwell"/>
                <a:cs typeface="Rockwell"/>
                <a:sym typeface="Rockwell"/>
              </a:defRPr>
            </a:lvl2pPr>
            <a:lvl3pPr lvl="2" marR="0" rtl="0" algn="l">
              <a:lnSpc>
                <a:spcPct val="120000"/>
              </a:lnSpc>
              <a:spcBef>
                <a:spcPts val="500"/>
              </a:spcBef>
              <a:spcAft>
                <a:spcPts val="0"/>
              </a:spcAft>
              <a:buClr>
                <a:schemeClr val="lt1"/>
              </a:buClr>
              <a:buSzPts val="1600"/>
              <a:buFont typeface="Arial"/>
              <a:buNone/>
              <a:defRPr b="0" i="0" sz="1600" u="none" cap="none" strike="noStrike">
                <a:solidFill>
                  <a:schemeClr val="lt1"/>
                </a:solidFill>
                <a:latin typeface="Rockwell"/>
                <a:ea typeface="Rockwell"/>
                <a:cs typeface="Rockwell"/>
                <a:sym typeface="Rockwell"/>
              </a:defRPr>
            </a:lvl3pPr>
            <a:lvl4pPr lvl="3" marR="0" rtl="0" algn="l">
              <a:lnSpc>
                <a:spcPct val="120000"/>
              </a:lnSpc>
              <a:spcBef>
                <a:spcPts val="500"/>
              </a:spcBef>
              <a:spcAft>
                <a:spcPts val="0"/>
              </a:spcAft>
              <a:buClr>
                <a:schemeClr val="lt1"/>
              </a:buClr>
              <a:buSzPts val="1600"/>
              <a:buFont typeface="Arial"/>
              <a:buNone/>
              <a:defRPr b="0" i="0" sz="1600" u="none" cap="none" strike="noStrike">
                <a:solidFill>
                  <a:schemeClr val="lt1"/>
                </a:solidFill>
                <a:latin typeface="Rockwell"/>
                <a:ea typeface="Rockwell"/>
                <a:cs typeface="Rockwell"/>
                <a:sym typeface="Rockwell"/>
              </a:defRPr>
            </a:lvl4pPr>
            <a:lvl5pPr lvl="4" marR="0" rtl="0" algn="l">
              <a:lnSpc>
                <a:spcPct val="120000"/>
              </a:lnSpc>
              <a:spcBef>
                <a:spcPts val="500"/>
              </a:spcBef>
              <a:spcAft>
                <a:spcPts val="0"/>
              </a:spcAft>
              <a:buClr>
                <a:schemeClr val="lt1"/>
              </a:buClr>
              <a:buSzPts val="1600"/>
              <a:buFont typeface="Arial"/>
              <a:buNone/>
              <a:defRPr b="0" i="0" sz="1600" u="none" cap="none" strike="noStrike">
                <a:solidFill>
                  <a:schemeClr val="lt1"/>
                </a:solidFill>
                <a:latin typeface="Rockwell"/>
                <a:ea typeface="Rockwell"/>
                <a:cs typeface="Rockwell"/>
                <a:sym typeface="Rockwell"/>
              </a:defRPr>
            </a:lvl5pPr>
            <a:lvl6pPr lvl="5" marR="0" rtl="0" algn="l">
              <a:lnSpc>
                <a:spcPct val="120000"/>
              </a:lnSpc>
              <a:spcBef>
                <a:spcPts val="500"/>
              </a:spcBef>
              <a:spcAft>
                <a:spcPts val="0"/>
              </a:spcAft>
              <a:buClr>
                <a:schemeClr val="lt1"/>
              </a:buClr>
              <a:buSzPts val="1600"/>
              <a:buFont typeface="Arial"/>
              <a:buNone/>
              <a:defRPr b="0" i="0" sz="1600" u="none" cap="none" strike="noStrike">
                <a:solidFill>
                  <a:schemeClr val="lt1"/>
                </a:solidFill>
                <a:latin typeface="Rockwell"/>
                <a:ea typeface="Rockwell"/>
                <a:cs typeface="Rockwell"/>
                <a:sym typeface="Rockwell"/>
              </a:defRPr>
            </a:lvl6pPr>
            <a:lvl7pPr lvl="6" marR="0" rtl="0" algn="l">
              <a:lnSpc>
                <a:spcPct val="120000"/>
              </a:lnSpc>
              <a:spcBef>
                <a:spcPts val="500"/>
              </a:spcBef>
              <a:spcAft>
                <a:spcPts val="0"/>
              </a:spcAft>
              <a:buClr>
                <a:schemeClr val="lt1"/>
              </a:buClr>
              <a:buSzPts val="1600"/>
              <a:buFont typeface="Arial"/>
              <a:buNone/>
              <a:defRPr b="0" i="0" sz="1600" u="none" cap="none" strike="noStrike">
                <a:solidFill>
                  <a:schemeClr val="lt1"/>
                </a:solidFill>
                <a:latin typeface="Rockwell"/>
                <a:ea typeface="Rockwell"/>
                <a:cs typeface="Rockwell"/>
                <a:sym typeface="Rockwell"/>
              </a:defRPr>
            </a:lvl7pPr>
            <a:lvl8pPr lvl="7" marR="0" rtl="0" algn="l">
              <a:lnSpc>
                <a:spcPct val="120000"/>
              </a:lnSpc>
              <a:spcBef>
                <a:spcPts val="500"/>
              </a:spcBef>
              <a:spcAft>
                <a:spcPts val="0"/>
              </a:spcAft>
              <a:buClr>
                <a:schemeClr val="lt1"/>
              </a:buClr>
              <a:buSzPts val="1600"/>
              <a:buFont typeface="Arial"/>
              <a:buNone/>
              <a:defRPr b="0" i="0" sz="1600" u="none" cap="none" strike="noStrike">
                <a:solidFill>
                  <a:schemeClr val="lt1"/>
                </a:solidFill>
                <a:latin typeface="Rockwell"/>
                <a:ea typeface="Rockwell"/>
                <a:cs typeface="Rockwell"/>
                <a:sym typeface="Rockwell"/>
              </a:defRPr>
            </a:lvl8pPr>
            <a:lvl9pPr lvl="8" marR="0" rtl="0" algn="l">
              <a:lnSpc>
                <a:spcPct val="120000"/>
              </a:lnSpc>
              <a:spcBef>
                <a:spcPts val="500"/>
              </a:spcBef>
              <a:spcAft>
                <a:spcPts val="0"/>
              </a:spcAft>
              <a:buClr>
                <a:schemeClr val="lt1"/>
              </a:buClr>
              <a:buSzPts val="1600"/>
              <a:buFont typeface="Arial"/>
              <a:buNone/>
              <a:defRPr b="0" i="0" sz="1600" u="none" cap="none" strike="noStrike">
                <a:solidFill>
                  <a:schemeClr val="lt1"/>
                </a:solidFill>
                <a:latin typeface="Rockwell"/>
                <a:ea typeface="Rockwell"/>
                <a:cs typeface="Rockwell"/>
                <a:sym typeface="Rockwell"/>
              </a:defRPr>
            </a:lvl9pPr>
          </a:lstStyle>
          <a:p/>
        </p:txBody>
      </p:sp>
      <p:sp>
        <p:nvSpPr>
          <p:cNvPr id="56" name="Google Shape;56;p7"/>
          <p:cNvSpPr txBox="1"/>
          <p:nvPr>
            <p:ph idx="9" type="body"/>
          </p:nvPr>
        </p:nvSpPr>
        <p:spPr>
          <a:xfrm>
            <a:off x="5979973" y="4565410"/>
            <a:ext cx="2470800" cy="1225800"/>
          </a:xfrm>
          <a:prstGeom prst="rect">
            <a:avLst/>
          </a:prstGeom>
          <a:noFill/>
          <a:ln>
            <a:noFill/>
          </a:ln>
        </p:spPr>
        <p:txBody>
          <a:bodyPr anchorCtr="0" anchor="t" bIns="45700" lIns="91425" spcFirstLastPara="1" rIns="91425" wrap="square" tIns="45700">
            <a:noAutofit/>
          </a:bodyPr>
          <a:lstStyle>
            <a:lvl1pPr indent="-228600" lvl="0" marL="457200" rtl="0" algn="ctr">
              <a:lnSpc>
                <a:spcPct val="120000"/>
              </a:lnSpc>
              <a:spcBef>
                <a:spcPts val="1000"/>
              </a:spcBef>
              <a:spcAft>
                <a:spcPts val="0"/>
              </a:spcAft>
              <a:buClr>
                <a:schemeClr val="lt1"/>
              </a:buClr>
              <a:buSzPts val="1400"/>
              <a:buNone/>
              <a:defRPr sz="1400"/>
            </a:lvl1pPr>
            <a:lvl2pPr indent="-228600" lvl="1" marL="914400" rtl="0" algn="l">
              <a:lnSpc>
                <a:spcPct val="120000"/>
              </a:lnSpc>
              <a:spcBef>
                <a:spcPts val="500"/>
              </a:spcBef>
              <a:spcAft>
                <a:spcPts val="0"/>
              </a:spcAft>
              <a:buClr>
                <a:schemeClr val="lt1"/>
              </a:buClr>
              <a:buSzPts val="1200"/>
              <a:buNone/>
              <a:defRPr sz="1200"/>
            </a:lvl2pPr>
            <a:lvl3pPr indent="-228600" lvl="2" marL="1371600" rtl="0" algn="l">
              <a:lnSpc>
                <a:spcPct val="120000"/>
              </a:lnSpc>
              <a:spcBef>
                <a:spcPts val="500"/>
              </a:spcBef>
              <a:spcAft>
                <a:spcPts val="0"/>
              </a:spcAft>
              <a:buClr>
                <a:schemeClr val="lt1"/>
              </a:buClr>
              <a:buSzPts val="1000"/>
              <a:buNone/>
              <a:defRPr sz="1000"/>
            </a:lvl3pPr>
            <a:lvl4pPr indent="-228600" lvl="3" marL="1828800" rtl="0" algn="l">
              <a:lnSpc>
                <a:spcPct val="120000"/>
              </a:lnSpc>
              <a:spcBef>
                <a:spcPts val="500"/>
              </a:spcBef>
              <a:spcAft>
                <a:spcPts val="0"/>
              </a:spcAft>
              <a:buClr>
                <a:schemeClr val="lt1"/>
              </a:buClr>
              <a:buSzPts val="900"/>
              <a:buNone/>
              <a:defRPr sz="900"/>
            </a:lvl4pPr>
            <a:lvl5pPr indent="-228600" lvl="4" marL="2286000" rtl="0" algn="l">
              <a:lnSpc>
                <a:spcPct val="120000"/>
              </a:lnSpc>
              <a:spcBef>
                <a:spcPts val="500"/>
              </a:spcBef>
              <a:spcAft>
                <a:spcPts val="0"/>
              </a:spcAft>
              <a:buClr>
                <a:schemeClr val="lt1"/>
              </a:buClr>
              <a:buSzPts val="900"/>
              <a:buNone/>
              <a:defRPr sz="900"/>
            </a:lvl5pPr>
            <a:lvl6pPr indent="-228600" lvl="5" marL="2743200" rtl="0" algn="l">
              <a:lnSpc>
                <a:spcPct val="120000"/>
              </a:lnSpc>
              <a:spcBef>
                <a:spcPts val="500"/>
              </a:spcBef>
              <a:spcAft>
                <a:spcPts val="0"/>
              </a:spcAft>
              <a:buClr>
                <a:schemeClr val="lt1"/>
              </a:buClr>
              <a:buSzPts val="900"/>
              <a:buNone/>
              <a:defRPr sz="900"/>
            </a:lvl6pPr>
            <a:lvl7pPr indent="-228600" lvl="6" marL="3200400" rtl="0" algn="l">
              <a:lnSpc>
                <a:spcPct val="120000"/>
              </a:lnSpc>
              <a:spcBef>
                <a:spcPts val="500"/>
              </a:spcBef>
              <a:spcAft>
                <a:spcPts val="0"/>
              </a:spcAft>
              <a:buClr>
                <a:schemeClr val="lt1"/>
              </a:buClr>
              <a:buSzPts val="900"/>
              <a:buNone/>
              <a:defRPr sz="900"/>
            </a:lvl7pPr>
            <a:lvl8pPr indent="-228600" lvl="7" marL="3657600" rtl="0" algn="l">
              <a:lnSpc>
                <a:spcPct val="120000"/>
              </a:lnSpc>
              <a:spcBef>
                <a:spcPts val="500"/>
              </a:spcBef>
              <a:spcAft>
                <a:spcPts val="0"/>
              </a:spcAft>
              <a:buClr>
                <a:schemeClr val="lt1"/>
              </a:buClr>
              <a:buSzPts val="900"/>
              <a:buNone/>
              <a:defRPr sz="900"/>
            </a:lvl8pPr>
            <a:lvl9pPr indent="-228600" lvl="8" marL="4114800" rtl="0" algn="l">
              <a:lnSpc>
                <a:spcPct val="120000"/>
              </a:lnSpc>
              <a:spcBef>
                <a:spcPts val="500"/>
              </a:spcBef>
              <a:spcAft>
                <a:spcPts val="0"/>
              </a:spcAft>
              <a:buClr>
                <a:schemeClr val="lt1"/>
              </a:buClr>
              <a:buSzPts val="900"/>
              <a:buNone/>
              <a:defRPr sz="900"/>
            </a:lvl9pPr>
          </a:lstStyle>
          <a:p/>
        </p:txBody>
      </p:sp>
      <p:sp>
        <p:nvSpPr>
          <p:cNvPr id="57" name="Google Shape;57;p7"/>
          <p:cNvSpPr txBox="1"/>
          <p:nvPr>
            <p:ph idx="10" type="dt"/>
          </p:nvPr>
        </p:nvSpPr>
        <p:spPr>
          <a:xfrm>
            <a:off x="5759450" y="5883275"/>
            <a:ext cx="20574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58" name="Google Shape;58;p7"/>
          <p:cNvSpPr txBox="1"/>
          <p:nvPr>
            <p:ph idx="11" type="ftr"/>
          </p:nvPr>
        </p:nvSpPr>
        <p:spPr>
          <a:xfrm>
            <a:off x="685800" y="5883275"/>
            <a:ext cx="50037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59" name="Google Shape;59;p7"/>
          <p:cNvSpPr txBox="1"/>
          <p:nvPr>
            <p:ph idx="12" type="sldNum"/>
          </p:nvPr>
        </p:nvSpPr>
        <p:spPr>
          <a:xfrm>
            <a:off x="7885112" y="5883275"/>
            <a:ext cx="565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60" name="Shape 60"/>
        <p:cNvGrpSpPr/>
        <p:nvPr/>
      </p:nvGrpSpPr>
      <p:grpSpPr>
        <a:xfrm>
          <a:off x="0" y="0"/>
          <a:ext cx="0" cy="0"/>
          <a:chOff x="0" y="0"/>
          <a:chExt cx="0" cy="0"/>
        </a:xfrm>
      </p:grpSpPr>
      <p:sp>
        <p:nvSpPr>
          <p:cNvPr id="61" name="Google Shape;61;p8"/>
          <p:cNvSpPr txBox="1"/>
          <p:nvPr>
            <p:ph type="title"/>
          </p:nvPr>
        </p:nvSpPr>
        <p:spPr>
          <a:xfrm>
            <a:off x="685345" y="609601"/>
            <a:ext cx="7765200" cy="1325700"/>
          </a:xfrm>
          <a:prstGeom prst="rect">
            <a:avLst/>
          </a:prstGeom>
          <a:noFill/>
          <a:ln>
            <a:noFill/>
          </a:ln>
        </p:spPr>
        <p:txBody>
          <a:bodyPr anchorCtr="0" anchor="ctr" bIns="45700" lIns="91425" spcFirstLastPara="1" rIns="91425" wrap="square" tIns="45700">
            <a:noAutofit/>
          </a:bodyPr>
          <a:lstStyle>
            <a:lvl1pPr lvl="0" rtl="0" algn="ctr">
              <a:lnSpc>
                <a:spcPct val="90000"/>
              </a:lnSpc>
              <a:spcBef>
                <a:spcPts val="0"/>
              </a:spcBef>
              <a:spcAft>
                <a:spcPts val="0"/>
              </a:spcAft>
              <a:buSzPts val="1400"/>
              <a:buNone/>
              <a:defRPr/>
            </a:lvl1pPr>
            <a:lvl2pPr lvl="1" rtl="0" algn="ctr">
              <a:lnSpc>
                <a:spcPct val="90000"/>
              </a:lnSpc>
              <a:spcBef>
                <a:spcPts val="0"/>
              </a:spcBef>
              <a:spcAft>
                <a:spcPts val="0"/>
              </a:spcAft>
              <a:buSzPts val="1400"/>
              <a:buNone/>
              <a:defRPr/>
            </a:lvl2pPr>
            <a:lvl3pPr lvl="2" rtl="0" algn="ctr">
              <a:lnSpc>
                <a:spcPct val="90000"/>
              </a:lnSpc>
              <a:spcBef>
                <a:spcPts val="0"/>
              </a:spcBef>
              <a:spcAft>
                <a:spcPts val="0"/>
              </a:spcAft>
              <a:buSzPts val="1400"/>
              <a:buNone/>
              <a:defRPr/>
            </a:lvl3pPr>
            <a:lvl4pPr lvl="3" rtl="0" algn="ctr">
              <a:lnSpc>
                <a:spcPct val="90000"/>
              </a:lnSpc>
              <a:spcBef>
                <a:spcPts val="0"/>
              </a:spcBef>
              <a:spcAft>
                <a:spcPts val="0"/>
              </a:spcAft>
              <a:buSzPts val="1400"/>
              <a:buNone/>
              <a:defRPr/>
            </a:lvl4pPr>
            <a:lvl5pPr lvl="4" rtl="0" algn="ctr">
              <a:lnSpc>
                <a:spcPct val="90000"/>
              </a:lnSpc>
              <a:spcBef>
                <a:spcPts val="0"/>
              </a:spcBef>
              <a:spcAft>
                <a:spcPts val="0"/>
              </a:spcAft>
              <a:buSzPts val="1400"/>
              <a:buNone/>
              <a:defRPr/>
            </a:lvl5pPr>
            <a:lvl6pPr lvl="5" rtl="0" algn="ctr">
              <a:lnSpc>
                <a:spcPct val="90000"/>
              </a:lnSpc>
              <a:spcBef>
                <a:spcPts val="0"/>
              </a:spcBef>
              <a:spcAft>
                <a:spcPts val="0"/>
              </a:spcAft>
              <a:buSzPts val="1400"/>
              <a:buNone/>
              <a:defRPr/>
            </a:lvl6pPr>
            <a:lvl7pPr lvl="6" rtl="0" algn="ctr">
              <a:lnSpc>
                <a:spcPct val="90000"/>
              </a:lnSpc>
              <a:spcBef>
                <a:spcPts val="0"/>
              </a:spcBef>
              <a:spcAft>
                <a:spcPts val="0"/>
              </a:spcAft>
              <a:buSzPts val="1400"/>
              <a:buNone/>
              <a:defRPr/>
            </a:lvl7pPr>
            <a:lvl8pPr lvl="7" rtl="0" algn="ctr">
              <a:lnSpc>
                <a:spcPct val="90000"/>
              </a:lnSpc>
              <a:spcBef>
                <a:spcPts val="0"/>
              </a:spcBef>
              <a:spcAft>
                <a:spcPts val="0"/>
              </a:spcAft>
              <a:buSzPts val="1400"/>
              <a:buNone/>
              <a:defRPr/>
            </a:lvl8pPr>
            <a:lvl9pPr lvl="8" rtl="0" algn="ctr">
              <a:lnSpc>
                <a:spcPct val="90000"/>
              </a:lnSpc>
              <a:spcBef>
                <a:spcPts val="0"/>
              </a:spcBef>
              <a:spcAft>
                <a:spcPts val="0"/>
              </a:spcAft>
              <a:buSzPts val="1400"/>
              <a:buNone/>
              <a:defRPr/>
            </a:lvl9pPr>
          </a:lstStyle>
          <a:p/>
        </p:txBody>
      </p:sp>
      <p:sp>
        <p:nvSpPr>
          <p:cNvPr id="62" name="Google Shape;62;p8"/>
          <p:cNvSpPr txBox="1"/>
          <p:nvPr>
            <p:ph idx="1" type="body"/>
          </p:nvPr>
        </p:nvSpPr>
        <p:spPr>
          <a:xfrm>
            <a:off x="685346" y="2088320"/>
            <a:ext cx="2474100" cy="823200"/>
          </a:xfrm>
          <a:prstGeom prst="rect">
            <a:avLst/>
          </a:prstGeom>
          <a:noFill/>
          <a:ln>
            <a:noFill/>
          </a:ln>
        </p:spPr>
        <p:txBody>
          <a:bodyPr anchorCtr="0" anchor="b" bIns="45700" lIns="91425" spcFirstLastPara="1" rIns="91425" wrap="square" tIns="45700">
            <a:noAutofit/>
          </a:bodyPr>
          <a:lstStyle>
            <a:lvl1pPr indent="-228600" lvl="0" marL="457200" rtl="0" algn="ctr">
              <a:lnSpc>
                <a:spcPct val="100000"/>
              </a:lnSpc>
              <a:spcBef>
                <a:spcPts val="1000"/>
              </a:spcBef>
              <a:spcAft>
                <a:spcPts val="0"/>
              </a:spcAft>
              <a:buClr>
                <a:schemeClr val="lt1"/>
              </a:buClr>
              <a:buSzPts val="2400"/>
              <a:buNone/>
              <a:defRPr b="0" sz="2400">
                <a:solidFill>
                  <a:schemeClr val="lt1"/>
                </a:solidFill>
              </a:defRPr>
            </a:lvl1pPr>
            <a:lvl2pPr indent="-228600" lvl="1" marL="914400" rtl="0" algn="l">
              <a:lnSpc>
                <a:spcPct val="120000"/>
              </a:lnSpc>
              <a:spcBef>
                <a:spcPts val="500"/>
              </a:spcBef>
              <a:spcAft>
                <a:spcPts val="0"/>
              </a:spcAft>
              <a:buClr>
                <a:schemeClr val="lt1"/>
              </a:buClr>
              <a:buSzPts val="2000"/>
              <a:buNone/>
              <a:defRPr b="1" sz="2000"/>
            </a:lvl2pPr>
            <a:lvl3pPr indent="-228600" lvl="2" marL="1371600" rtl="0" algn="l">
              <a:lnSpc>
                <a:spcPct val="120000"/>
              </a:lnSpc>
              <a:spcBef>
                <a:spcPts val="500"/>
              </a:spcBef>
              <a:spcAft>
                <a:spcPts val="0"/>
              </a:spcAft>
              <a:buClr>
                <a:schemeClr val="lt1"/>
              </a:buClr>
              <a:buSzPts val="1800"/>
              <a:buNone/>
              <a:defRPr b="1" sz="1800"/>
            </a:lvl3pPr>
            <a:lvl4pPr indent="-228600" lvl="3" marL="1828800" rtl="0" algn="l">
              <a:lnSpc>
                <a:spcPct val="120000"/>
              </a:lnSpc>
              <a:spcBef>
                <a:spcPts val="500"/>
              </a:spcBef>
              <a:spcAft>
                <a:spcPts val="0"/>
              </a:spcAft>
              <a:buClr>
                <a:schemeClr val="lt1"/>
              </a:buClr>
              <a:buSzPts val="1600"/>
              <a:buNone/>
              <a:defRPr b="1" sz="1600"/>
            </a:lvl4pPr>
            <a:lvl5pPr indent="-228600" lvl="4" marL="2286000" rtl="0" algn="l">
              <a:lnSpc>
                <a:spcPct val="120000"/>
              </a:lnSpc>
              <a:spcBef>
                <a:spcPts val="500"/>
              </a:spcBef>
              <a:spcAft>
                <a:spcPts val="0"/>
              </a:spcAft>
              <a:buClr>
                <a:schemeClr val="lt1"/>
              </a:buClr>
              <a:buSzPts val="1600"/>
              <a:buNone/>
              <a:defRPr b="1" sz="1600"/>
            </a:lvl5pPr>
            <a:lvl6pPr indent="-228600" lvl="5" marL="2743200" rtl="0" algn="l">
              <a:lnSpc>
                <a:spcPct val="120000"/>
              </a:lnSpc>
              <a:spcBef>
                <a:spcPts val="500"/>
              </a:spcBef>
              <a:spcAft>
                <a:spcPts val="0"/>
              </a:spcAft>
              <a:buClr>
                <a:schemeClr val="lt1"/>
              </a:buClr>
              <a:buSzPts val="1600"/>
              <a:buNone/>
              <a:defRPr b="1" sz="1600"/>
            </a:lvl6pPr>
            <a:lvl7pPr indent="-228600" lvl="6" marL="3200400" rtl="0" algn="l">
              <a:lnSpc>
                <a:spcPct val="120000"/>
              </a:lnSpc>
              <a:spcBef>
                <a:spcPts val="500"/>
              </a:spcBef>
              <a:spcAft>
                <a:spcPts val="0"/>
              </a:spcAft>
              <a:buClr>
                <a:schemeClr val="lt1"/>
              </a:buClr>
              <a:buSzPts val="1600"/>
              <a:buNone/>
              <a:defRPr b="1" sz="1600"/>
            </a:lvl7pPr>
            <a:lvl8pPr indent="-228600" lvl="7" marL="3657600" rtl="0" algn="l">
              <a:lnSpc>
                <a:spcPct val="120000"/>
              </a:lnSpc>
              <a:spcBef>
                <a:spcPts val="500"/>
              </a:spcBef>
              <a:spcAft>
                <a:spcPts val="0"/>
              </a:spcAft>
              <a:buClr>
                <a:schemeClr val="lt1"/>
              </a:buClr>
              <a:buSzPts val="1600"/>
              <a:buNone/>
              <a:defRPr b="1" sz="1600"/>
            </a:lvl8pPr>
            <a:lvl9pPr indent="-228600" lvl="8" marL="4114800" rtl="0" algn="l">
              <a:lnSpc>
                <a:spcPct val="120000"/>
              </a:lnSpc>
              <a:spcBef>
                <a:spcPts val="500"/>
              </a:spcBef>
              <a:spcAft>
                <a:spcPts val="0"/>
              </a:spcAft>
              <a:buClr>
                <a:schemeClr val="lt1"/>
              </a:buClr>
              <a:buSzPts val="1600"/>
              <a:buNone/>
              <a:defRPr b="1" sz="1600"/>
            </a:lvl9pPr>
          </a:lstStyle>
          <a:p/>
        </p:txBody>
      </p:sp>
      <p:sp>
        <p:nvSpPr>
          <p:cNvPr id="63" name="Google Shape;63;p8"/>
          <p:cNvSpPr txBox="1"/>
          <p:nvPr>
            <p:ph idx="2" type="body"/>
          </p:nvPr>
        </p:nvSpPr>
        <p:spPr>
          <a:xfrm>
            <a:off x="685346" y="2911624"/>
            <a:ext cx="2474100" cy="2879700"/>
          </a:xfrm>
          <a:prstGeom prst="rect">
            <a:avLst/>
          </a:prstGeom>
          <a:noFill/>
          <a:ln>
            <a:noFill/>
          </a:ln>
        </p:spPr>
        <p:txBody>
          <a:bodyPr anchorCtr="0" anchor="t" bIns="45700" lIns="91425" spcFirstLastPara="1" rIns="91425" wrap="square" tIns="45700">
            <a:noAutofit/>
          </a:bodyPr>
          <a:lstStyle>
            <a:lvl1pPr indent="-228600" lvl="0" marL="457200" rtl="0" algn="ctr">
              <a:lnSpc>
                <a:spcPct val="120000"/>
              </a:lnSpc>
              <a:spcBef>
                <a:spcPts val="1000"/>
              </a:spcBef>
              <a:spcAft>
                <a:spcPts val="0"/>
              </a:spcAft>
              <a:buClr>
                <a:schemeClr val="lt1"/>
              </a:buClr>
              <a:buSzPts val="1400"/>
              <a:buNone/>
              <a:defRPr sz="1400"/>
            </a:lvl1pPr>
            <a:lvl2pPr indent="-228600" lvl="1" marL="914400" rtl="0" algn="l">
              <a:lnSpc>
                <a:spcPct val="120000"/>
              </a:lnSpc>
              <a:spcBef>
                <a:spcPts val="500"/>
              </a:spcBef>
              <a:spcAft>
                <a:spcPts val="0"/>
              </a:spcAft>
              <a:buClr>
                <a:schemeClr val="lt1"/>
              </a:buClr>
              <a:buSzPts val="1200"/>
              <a:buNone/>
              <a:defRPr sz="1200"/>
            </a:lvl2pPr>
            <a:lvl3pPr indent="-228600" lvl="2" marL="1371600" rtl="0" algn="l">
              <a:lnSpc>
                <a:spcPct val="120000"/>
              </a:lnSpc>
              <a:spcBef>
                <a:spcPts val="500"/>
              </a:spcBef>
              <a:spcAft>
                <a:spcPts val="0"/>
              </a:spcAft>
              <a:buClr>
                <a:schemeClr val="lt1"/>
              </a:buClr>
              <a:buSzPts val="1000"/>
              <a:buNone/>
              <a:defRPr sz="1000"/>
            </a:lvl3pPr>
            <a:lvl4pPr indent="-228600" lvl="3" marL="1828800" rtl="0" algn="l">
              <a:lnSpc>
                <a:spcPct val="120000"/>
              </a:lnSpc>
              <a:spcBef>
                <a:spcPts val="500"/>
              </a:spcBef>
              <a:spcAft>
                <a:spcPts val="0"/>
              </a:spcAft>
              <a:buClr>
                <a:schemeClr val="lt1"/>
              </a:buClr>
              <a:buSzPts val="900"/>
              <a:buNone/>
              <a:defRPr sz="900"/>
            </a:lvl4pPr>
            <a:lvl5pPr indent="-228600" lvl="4" marL="2286000" rtl="0" algn="l">
              <a:lnSpc>
                <a:spcPct val="120000"/>
              </a:lnSpc>
              <a:spcBef>
                <a:spcPts val="500"/>
              </a:spcBef>
              <a:spcAft>
                <a:spcPts val="0"/>
              </a:spcAft>
              <a:buClr>
                <a:schemeClr val="lt1"/>
              </a:buClr>
              <a:buSzPts val="900"/>
              <a:buNone/>
              <a:defRPr sz="900"/>
            </a:lvl5pPr>
            <a:lvl6pPr indent="-228600" lvl="5" marL="2743200" rtl="0" algn="l">
              <a:lnSpc>
                <a:spcPct val="120000"/>
              </a:lnSpc>
              <a:spcBef>
                <a:spcPts val="500"/>
              </a:spcBef>
              <a:spcAft>
                <a:spcPts val="0"/>
              </a:spcAft>
              <a:buClr>
                <a:schemeClr val="lt1"/>
              </a:buClr>
              <a:buSzPts val="900"/>
              <a:buNone/>
              <a:defRPr sz="900"/>
            </a:lvl6pPr>
            <a:lvl7pPr indent="-228600" lvl="6" marL="3200400" rtl="0" algn="l">
              <a:lnSpc>
                <a:spcPct val="120000"/>
              </a:lnSpc>
              <a:spcBef>
                <a:spcPts val="500"/>
              </a:spcBef>
              <a:spcAft>
                <a:spcPts val="0"/>
              </a:spcAft>
              <a:buClr>
                <a:schemeClr val="lt1"/>
              </a:buClr>
              <a:buSzPts val="900"/>
              <a:buNone/>
              <a:defRPr sz="900"/>
            </a:lvl7pPr>
            <a:lvl8pPr indent="-228600" lvl="7" marL="3657600" rtl="0" algn="l">
              <a:lnSpc>
                <a:spcPct val="120000"/>
              </a:lnSpc>
              <a:spcBef>
                <a:spcPts val="500"/>
              </a:spcBef>
              <a:spcAft>
                <a:spcPts val="0"/>
              </a:spcAft>
              <a:buClr>
                <a:schemeClr val="lt1"/>
              </a:buClr>
              <a:buSzPts val="900"/>
              <a:buNone/>
              <a:defRPr sz="900"/>
            </a:lvl8pPr>
            <a:lvl9pPr indent="-228600" lvl="8" marL="4114800" rtl="0" algn="l">
              <a:lnSpc>
                <a:spcPct val="120000"/>
              </a:lnSpc>
              <a:spcBef>
                <a:spcPts val="500"/>
              </a:spcBef>
              <a:spcAft>
                <a:spcPts val="0"/>
              </a:spcAft>
              <a:buClr>
                <a:schemeClr val="lt1"/>
              </a:buClr>
              <a:buSzPts val="900"/>
              <a:buNone/>
              <a:defRPr sz="900"/>
            </a:lvl9pPr>
          </a:lstStyle>
          <a:p/>
        </p:txBody>
      </p:sp>
      <p:sp>
        <p:nvSpPr>
          <p:cNvPr id="64" name="Google Shape;64;p8"/>
          <p:cNvSpPr txBox="1"/>
          <p:nvPr>
            <p:ph idx="3" type="body"/>
          </p:nvPr>
        </p:nvSpPr>
        <p:spPr>
          <a:xfrm>
            <a:off x="3333658" y="2088320"/>
            <a:ext cx="2473800" cy="823200"/>
          </a:xfrm>
          <a:prstGeom prst="rect">
            <a:avLst/>
          </a:prstGeom>
          <a:noFill/>
          <a:ln>
            <a:noFill/>
          </a:ln>
        </p:spPr>
        <p:txBody>
          <a:bodyPr anchorCtr="0" anchor="b" bIns="45700" lIns="91425" spcFirstLastPara="1" rIns="91425" wrap="square" tIns="45700">
            <a:noAutofit/>
          </a:bodyPr>
          <a:lstStyle>
            <a:lvl1pPr indent="-228600" lvl="0" marL="457200" rtl="0" algn="ctr">
              <a:lnSpc>
                <a:spcPct val="100000"/>
              </a:lnSpc>
              <a:spcBef>
                <a:spcPts val="1000"/>
              </a:spcBef>
              <a:spcAft>
                <a:spcPts val="0"/>
              </a:spcAft>
              <a:buClr>
                <a:schemeClr val="lt1"/>
              </a:buClr>
              <a:buSzPts val="2400"/>
              <a:buNone/>
              <a:defRPr b="0" sz="2400">
                <a:solidFill>
                  <a:schemeClr val="lt1"/>
                </a:solidFill>
              </a:defRPr>
            </a:lvl1pPr>
            <a:lvl2pPr indent="-228600" lvl="1" marL="914400" rtl="0" algn="l">
              <a:lnSpc>
                <a:spcPct val="120000"/>
              </a:lnSpc>
              <a:spcBef>
                <a:spcPts val="500"/>
              </a:spcBef>
              <a:spcAft>
                <a:spcPts val="0"/>
              </a:spcAft>
              <a:buClr>
                <a:schemeClr val="lt1"/>
              </a:buClr>
              <a:buSzPts val="2000"/>
              <a:buNone/>
              <a:defRPr b="1" sz="2000"/>
            </a:lvl2pPr>
            <a:lvl3pPr indent="-228600" lvl="2" marL="1371600" rtl="0" algn="l">
              <a:lnSpc>
                <a:spcPct val="120000"/>
              </a:lnSpc>
              <a:spcBef>
                <a:spcPts val="500"/>
              </a:spcBef>
              <a:spcAft>
                <a:spcPts val="0"/>
              </a:spcAft>
              <a:buClr>
                <a:schemeClr val="lt1"/>
              </a:buClr>
              <a:buSzPts val="1800"/>
              <a:buNone/>
              <a:defRPr b="1" sz="1800"/>
            </a:lvl3pPr>
            <a:lvl4pPr indent="-228600" lvl="3" marL="1828800" rtl="0" algn="l">
              <a:lnSpc>
                <a:spcPct val="120000"/>
              </a:lnSpc>
              <a:spcBef>
                <a:spcPts val="500"/>
              </a:spcBef>
              <a:spcAft>
                <a:spcPts val="0"/>
              </a:spcAft>
              <a:buClr>
                <a:schemeClr val="lt1"/>
              </a:buClr>
              <a:buSzPts val="1600"/>
              <a:buNone/>
              <a:defRPr b="1" sz="1600"/>
            </a:lvl4pPr>
            <a:lvl5pPr indent="-228600" lvl="4" marL="2286000" rtl="0" algn="l">
              <a:lnSpc>
                <a:spcPct val="120000"/>
              </a:lnSpc>
              <a:spcBef>
                <a:spcPts val="500"/>
              </a:spcBef>
              <a:spcAft>
                <a:spcPts val="0"/>
              </a:spcAft>
              <a:buClr>
                <a:schemeClr val="lt1"/>
              </a:buClr>
              <a:buSzPts val="1600"/>
              <a:buNone/>
              <a:defRPr b="1" sz="1600"/>
            </a:lvl5pPr>
            <a:lvl6pPr indent="-228600" lvl="5" marL="2743200" rtl="0" algn="l">
              <a:lnSpc>
                <a:spcPct val="120000"/>
              </a:lnSpc>
              <a:spcBef>
                <a:spcPts val="500"/>
              </a:spcBef>
              <a:spcAft>
                <a:spcPts val="0"/>
              </a:spcAft>
              <a:buClr>
                <a:schemeClr val="lt1"/>
              </a:buClr>
              <a:buSzPts val="1600"/>
              <a:buNone/>
              <a:defRPr b="1" sz="1600"/>
            </a:lvl6pPr>
            <a:lvl7pPr indent="-228600" lvl="6" marL="3200400" rtl="0" algn="l">
              <a:lnSpc>
                <a:spcPct val="120000"/>
              </a:lnSpc>
              <a:spcBef>
                <a:spcPts val="500"/>
              </a:spcBef>
              <a:spcAft>
                <a:spcPts val="0"/>
              </a:spcAft>
              <a:buClr>
                <a:schemeClr val="lt1"/>
              </a:buClr>
              <a:buSzPts val="1600"/>
              <a:buNone/>
              <a:defRPr b="1" sz="1600"/>
            </a:lvl7pPr>
            <a:lvl8pPr indent="-228600" lvl="7" marL="3657600" rtl="0" algn="l">
              <a:lnSpc>
                <a:spcPct val="120000"/>
              </a:lnSpc>
              <a:spcBef>
                <a:spcPts val="500"/>
              </a:spcBef>
              <a:spcAft>
                <a:spcPts val="0"/>
              </a:spcAft>
              <a:buClr>
                <a:schemeClr val="lt1"/>
              </a:buClr>
              <a:buSzPts val="1600"/>
              <a:buNone/>
              <a:defRPr b="1" sz="1600"/>
            </a:lvl8pPr>
            <a:lvl9pPr indent="-228600" lvl="8" marL="4114800" rtl="0" algn="l">
              <a:lnSpc>
                <a:spcPct val="120000"/>
              </a:lnSpc>
              <a:spcBef>
                <a:spcPts val="500"/>
              </a:spcBef>
              <a:spcAft>
                <a:spcPts val="0"/>
              </a:spcAft>
              <a:buClr>
                <a:schemeClr val="lt1"/>
              </a:buClr>
              <a:buSzPts val="1600"/>
              <a:buNone/>
              <a:defRPr b="1" sz="1600"/>
            </a:lvl9pPr>
          </a:lstStyle>
          <a:p/>
        </p:txBody>
      </p:sp>
      <p:sp>
        <p:nvSpPr>
          <p:cNvPr id="65" name="Google Shape;65;p8"/>
          <p:cNvSpPr txBox="1"/>
          <p:nvPr>
            <p:ph idx="4" type="body"/>
          </p:nvPr>
        </p:nvSpPr>
        <p:spPr>
          <a:xfrm>
            <a:off x="3333659" y="2911624"/>
            <a:ext cx="2475000" cy="2879700"/>
          </a:xfrm>
          <a:prstGeom prst="rect">
            <a:avLst/>
          </a:prstGeom>
          <a:noFill/>
          <a:ln>
            <a:noFill/>
          </a:ln>
        </p:spPr>
        <p:txBody>
          <a:bodyPr anchorCtr="0" anchor="t" bIns="45700" lIns="91425" spcFirstLastPara="1" rIns="91425" wrap="square" tIns="45700">
            <a:noAutofit/>
          </a:bodyPr>
          <a:lstStyle>
            <a:lvl1pPr indent="-228600" lvl="0" marL="457200" rtl="0" algn="ctr">
              <a:lnSpc>
                <a:spcPct val="120000"/>
              </a:lnSpc>
              <a:spcBef>
                <a:spcPts val="1000"/>
              </a:spcBef>
              <a:spcAft>
                <a:spcPts val="0"/>
              </a:spcAft>
              <a:buClr>
                <a:schemeClr val="lt1"/>
              </a:buClr>
              <a:buSzPts val="1400"/>
              <a:buNone/>
              <a:defRPr sz="1400"/>
            </a:lvl1pPr>
            <a:lvl2pPr indent="-228600" lvl="1" marL="914400" rtl="0" algn="l">
              <a:lnSpc>
                <a:spcPct val="120000"/>
              </a:lnSpc>
              <a:spcBef>
                <a:spcPts val="500"/>
              </a:spcBef>
              <a:spcAft>
                <a:spcPts val="0"/>
              </a:spcAft>
              <a:buClr>
                <a:schemeClr val="lt1"/>
              </a:buClr>
              <a:buSzPts val="1200"/>
              <a:buNone/>
              <a:defRPr sz="1200"/>
            </a:lvl2pPr>
            <a:lvl3pPr indent="-228600" lvl="2" marL="1371600" rtl="0" algn="l">
              <a:lnSpc>
                <a:spcPct val="120000"/>
              </a:lnSpc>
              <a:spcBef>
                <a:spcPts val="500"/>
              </a:spcBef>
              <a:spcAft>
                <a:spcPts val="0"/>
              </a:spcAft>
              <a:buClr>
                <a:schemeClr val="lt1"/>
              </a:buClr>
              <a:buSzPts val="1000"/>
              <a:buNone/>
              <a:defRPr sz="1000"/>
            </a:lvl3pPr>
            <a:lvl4pPr indent="-228600" lvl="3" marL="1828800" rtl="0" algn="l">
              <a:lnSpc>
                <a:spcPct val="120000"/>
              </a:lnSpc>
              <a:spcBef>
                <a:spcPts val="500"/>
              </a:spcBef>
              <a:spcAft>
                <a:spcPts val="0"/>
              </a:spcAft>
              <a:buClr>
                <a:schemeClr val="lt1"/>
              </a:buClr>
              <a:buSzPts val="900"/>
              <a:buNone/>
              <a:defRPr sz="900"/>
            </a:lvl4pPr>
            <a:lvl5pPr indent="-228600" lvl="4" marL="2286000" rtl="0" algn="l">
              <a:lnSpc>
                <a:spcPct val="120000"/>
              </a:lnSpc>
              <a:spcBef>
                <a:spcPts val="500"/>
              </a:spcBef>
              <a:spcAft>
                <a:spcPts val="0"/>
              </a:spcAft>
              <a:buClr>
                <a:schemeClr val="lt1"/>
              </a:buClr>
              <a:buSzPts val="900"/>
              <a:buNone/>
              <a:defRPr sz="900"/>
            </a:lvl5pPr>
            <a:lvl6pPr indent="-228600" lvl="5" marL="2743200" rtl="0" algn="l">
              <a:lnSpc>
                <a:spcPct val="120000"/>
              </a:lnSpc>
              <a:spcBef>
                <a:spcPts val="500"/>
              </a:spcBef>
              <a:spcAft>
                <a:spcPts val="0"/>
              </a:spcAft>
              <a:buClr>
                <a:schemeClr val="lt1"/>
              </a:buClr>
              <a:buSzPts val="900"/>
              <a:buNone/>
              <a:defRPr sz="900"/>
            </a:lvl6pPr>
            <a:lvl7pPr indent="-228600" lvl="6" marL="3200400" rtl="0" algn="l">
              <a:lnSpc>
                <a:spcPct val="120000"/>
              </a:lnSpc>
              <a:spcBef>
                <a:spcPts val="500"/>
              </a:spcBef>
              <a:spcAft>
                <a:spcPts val="0"/>
              </a:spcAft>
              <a:buClr>
                <a:schemeClr val="lt1"/>
              </a:buClr>
              <a:buSzPts val="900"/>
              <a:buNone/>
              <a:defRPr sz="900"/>
            </a:lvl7pPr>
            <a:lvl8pPr indent="-228600" lvl="7" marL="3657600" rtl="0" algn="l">
              <a:lnSpc>
                <a:spcPct val="120000"/>
              </a:lnSpc>
              <a:spcBef>
                <a:spcPts val="500"/>
              </a:spcBef>
              <a:spcAft>
                <a:spcPts val="0"/>
              </a:spcAft>
              <a:buClr>
                <a:schemeClr val="lt1"/>
              </a:buClr>
              <a:buSzPts val="900"/>
              <a:buNone/>
              <a:defRPr sz="900"/>
            </a:lvl8pPr>
            <a:lvl9pPr indent="-228600" lvl="8" marL="4114800" rtl="0" algn="l">
              <a:lnSpc>
                <a:spcPct val="120000"/>
              </a:lnSpc>
              <a:spcBef>
                <a:spcPts val="500"/>
              </a:spcBef>
              <a:spcAft>
                <a:spcPts val="0"/>
              </a:spcAft>
              <a:buClr>
                <a:schemeClr val="lt1"/>
              </a:buClr>
              <a:buSzPts val="900"/>
              <a:buNone/>
              <a:defRPr sz="900"/>
            </a:lvl9pPr>
          </a:lstStyle>
          <a:p/>
        </p:txBody>
      </p:sp>
      <p:sp>
        <p:nvSpPr>
          <p:cNvPr id="66" name="Google Shape;66;p8"/>
          <p:cNvSpPr txBox="1"/>
          <p:nvPr>
            <p:ph idx="5" type="body"/>
          </p:nvPr>
        </p:nvSpPr>
        <p:spPr>
          <a:xfrm>
            <a:off x="5979974" y="2088320"/>
            <a:ext cx="2468400" cy="823200"/>
          </a:xfrm>
          <a:prstGeom prst="rect">
            <a:avLst/>
          </a:prstGeom>
          <a:noFill/>
          <a:ln>
            <a:noFill/>
          </a:ln>
        </p:spPr>
        <p:txBody>
          <a:bodyPr anchorCtr="0" anchor="b" bIns="45700" lIns="91425" spcFirstLastPara="1" rIns="91425" wrap="square" tIns="45700">
            <a:noAutofit/>
          </a:bodyPr>
          <a:lstStyle>
            <a:lvl1pPr indent="-228600" lvl="0" marL="457200" rtl="0" algn="ctr">
              <a:lnSpc>
                <a:spcPct val="100000"/>
              </a:lnSpc>
              <a:spcBef>
                <a:spcPts val="1000"/>
              </a:spcBef>
              <a:spcAft>
                <a:spcPts val="0"/>
              </a:spcAft>
              <a:buClr>
                <a:schemeClr val="lt1"/>
              </a:buClr>
              <a:buSzPts val="2400"/>
              <a:buNone/>
              <a:defRPr b="0" sz="2400">
                <a:solidFill>
                  <a:schemeClr val="lt1"/>
                </a:solidFill>
              </a:defRPr>
            </a:lvl1pPr>
            <a:lvl2pPr indent="-228600" lvl="1" marL="914400" rtl="0" algn="l">
              <a:lnSpc>
                <a:spcPct val="120000"/>
              </a:lnSpc>
              <a:spcBef>
                <a:spcPts val="500"/>
              </a:spcBef>
              <a:spcAft>
                <a:spcPts val="0"/>
              </a:spcAft>
              <a:buClr>
                <a:schemeClr val="lt1"/>
              </a:buClr>
              <a:buSzPts val="2000"/>
              <a:buNone/>
              <a:defRPr b="1" sz="2000"/>
            </a:lvl2pPr>
            <a:lvl3pPr indent="-228600" lvl="2" marL="1371600" rtl="0" algn="l">
              <a:lnSpc>
                <a:spcPct val="120000"/>
              </a:lnSpc>
              <a:spcBef>
                <a:spcPts val="500"/>
              </a:spcBef>
              <a:spcAft>
                <a:spcPts val="0"/>
              </a:spcAft>
              <a:buClr>
                <a:schemeClr val="lt1"/>
              </a:buClr>
              <a:buSzPts val="1800"/>
              <a:buNone/>
              <a:defRPr b="1" sz="1800"/>
            </a:lvl3pPr>
            <a:lvl4pPr indent="-228600" lvl="3" marL="1828800" rtl="0" algn="l">
              <a:lnSpc>
                <a:spcPct val="120000"/>
              </a:lnSpc>
              <a:spcBef>
                <a:spcPts val="500"/>
              </a:spcBef>
              <a:spcAft>
                <a:spcPts val="0"/>
              </a:spcAft>
              <a:buClr>
                <a:schemeClr val="lt1"/>
              </a:buClr>
              <a:buSzPts val="1600"/>
              <a:buNone/>
              <a:defRPr b="1" sz="1600"/>
            </a:lvl4pPr>
            <a:lvl5pPr indent="-228600" lvl="4" marL="2286000" rtl="0" algn="l">
              <a:lnSpc>
                <a:spcPct val="120000"/>
              </a:lnSpc>
              <a:spcBef>
                <a:spcPts val="500"/>
              </a:spcBef>
              <a:spcAft>
                <a:spcPts val="0"/>
              </a:spcAft>
              <a:buClr>
                <a:schemeClr val="lt1"/>
              </a:buClr>
              <a:buSzPts val="1600"/>
              <a:buNone/>
              <a:defRPr b="1" sz="1600"/>
            </a:lvl5pPr>
            <a:lvl6pPr indent="-228600" lvl="5" marL="2743200" rtl="0" algn="l">
              <a:lnSpc>
                <a:spcPct val="120000"/>
              </a:lnSpc>
              <a:spcBef>
                <a:spcPts val="500"/>
              </a:spcBef>
              <a:spcAft>
                <a:spcPts val="0"/>
              </a:spcAft>
              <a:buClr>
                <a:schemeClr val="lt1"/>
              </a:buClr>
              <a:buSzPts val="1600"/>
              <a:buNone/>
              <a:defRPr b="1" sz="1600"/>
            </a:lvl6pPr>
            <a:lvl7pPr indent="-228600" lvl="6" marL="3200400" rtl="0" algn="l">
              <a:lnSpc>
                <a:spcPct val="120000"/>
              </a:lnSpc>
              <a:spcBef>
                <a:spcPts val="500"/>
              </a:spcBef>
              <a:spcAft>
                <a:spcPts val="0"/>
              </a:spcAft>
              <a:buClr>
                <a:schemeClr val="lt1"/>
              </a:buClr>
              <a:buSzPts val="1600"/>
              <a:buNone/>
              <a:defRPr b="1" sz="1600"/>
            </a:lvl7pPr>
            <a:lvl8pPr indent="-228600" lvl="7" marL="3657600" rtl="0" algn="l">
              <a:lnSpc>
                <a:spcPct val="120000"/>
              </a:lnSpc>
              <a:spcBef>
                <a:spcPts val="500"/>
              </a:spcBef>
              <a:spcAft>
                <a:spcPts val="0"/>
              </a:spcAft>
              <a:buClr>
                <a:schemeClr val="lt1"/>
              </a:buClr>
              <a:buSzPts val="1600"/>
              <a:buNone/>
              <a:defRPr b="1" sz="1600"/>
            </a:lvl8pPr>
            <a:lvl9pPr indent="-228600" lvl="8" marL="4114800" rtl="0" algn="l">
              <a:lnSpc>
                <a:spcPct val="120000"/>
              </a:lnSpc>
              <a:spcBef>
                <a:spcPts val="500"/>
              </a:spcBef>
              <a:spcAft>
                <a:spcPts val="0"/>
              </a:spcAft>
              <a:buClr>
                <a:schemeClr val="lt1"/>
              </a:buClr>
              <a:buSzPts val="1600"/>
              <a:buNone/>
              <a:defRPr b="1" sz="1600"/>
            </a:lvl9pPr>
          </a:lstStyle>
          <a:p/>
        </p:txBody>
      </p:sp>
      <p:sp>
        <p:nvSpPr>
          <p:cNvPr id="67" name="Google Shape;67;p8"/>
          <p:cNvSpPr txBox="1"/>
          <p:nvPr>
            <p:ph idx="6" type="body"/>
          </p:nvPr>
        </p:nvSpPr>
        <p:spPr>
          <a:xfrm>
            <a:off x="5982260" y="2911624"/>
            <a:ext cx="2468400" cy="2879700"/>
          </a:xfrm>
          <a:prstGeom prst="rect">
            <a:avLst/>
          </a:prstGeom>
          <a:noFill/>
          <a:ln>
            <a:noFill/>
          </a:ln>
        </p:spPr>
        <p:txBody>
          <a:bodyPr anchorCtr="0" anchor="t" bIns="45700" lIns="91425" spcFirstLastPara="1" rIns="91425" wrap="square" tIns="45700">
            <a:noAutofit/>
          </a:bodyPr>
          <a:lstStyle>
            <a:lvl1pPr indent="-228600" lvl="0" marL="457200" rtl="0" algn="ctr">
              <a:lnSpc>
                <a:spcPct val="120000"/>
              </a:lnSpc>
              <a:spcBef>
                <a:spcPts val="1000"/>
              </a:spcBef>
              <a:spcAft>
                <a:spcPts val="0"/>
              </a:spcAft>
              <a:buClr>
                <a:schemeClr val="lt1"/>
              </a:buClr>
              <a:buSzPts val="1400"/>
              <a:buNone/>
              <a:defRPr sz="1400"/>
            </a:lvl1pPr>
            <a:lvl2pPr indent="-228600" lvl="1" marL="914400" rtl="0" algn="l">
              <a:lnSpc>
                <a:spcPct val="120000"/>
              </a:lnSpc>
              <a:spcBef>
                <a:spcPts val="500"/>
              </a:spcBef>
              <a:spcAft>
                <a:spcPts val="0"/>
              </a:spcAft>
              <a:buClr>
                <a:schemeClr val="lt1"/>
              </a:buClr>
              <a:buSzPts val="1200"/>
              <a:buNone/>
              <a:defRPr sz="1200"/>
            </a:lvl2pPr>
            <a:lvl3pPr indent="-228600" lvl="2" marL="1371600" rtl="0" algn="l">
              <a:lnSpc>
                <a:spcPct val="120000"/>
              </a:lnSpc>
              <a:spcBef>
                <a:spcPts val="500"/>
              </a:spcBef>
              <a:spcAft>
                <a:spcPts val="0"/>
              </a:spcAft>
              <a:buClr>
                <a:schemeClr val="lt1"/>
              </a:buClr>
              <a:buSzPts val="1000"/>
              <a:buNone/>
              <a:defRPr sz="1000"/>
            </a:lvl3pPr>
            <a:lvl4pPr indent="-228600" lvl="3" marL="1828800" rtl="0" algn="l">
              <a:lnSpc>
                <a:spcPct val="120000"/>
              </a:lnSpc>
              <a:spcBef>
                <a:spcPts val="500"/>
              </a:spcBef>
              <a:spcAft>
                <a:spcPts val="0"/>
              </a:spcAft>
              <a:buClr>
                <a:schemeClr val="lt1"/>
              </a:buClr>
              <a:buSzPts val="900"/>
              <a:buNone/>
              <a:defRPr sz="900"/>
            </a:lvl4pPr>
            <a:lvl5pPr indent="-228600" lvl="4" marL="2286000" rtl="0" algn="l">
              <a:lnSpc>
                <a:spcPct val="120000"/>
              </a:lnSpc>
              <a:spcBef>
                <a:spcPts val="500"/>
              </a:spcBef>
              <a:spcAft>
                <a:spcPts val="0"/>
              </a:spcAft>
              <a:buClr>
                <a:schemeClr val="lt1"/>
              </a:buClr>
              <a:buSzPts val="900"/>
              <a:buNone/>
              <a:defRPr sz="900"/>
            </a:lvl5pPr>
            <a:lvl6pPr indent="-228600" lvl="5" marL="2743200" rtl="0" algn="l">
              <a:lnSpc>
                <a:spcPct val="120000"/>
              </a:lnSpc>
              <a:spcBef>
                <a:spcPts val="500"/>
              </a:spcBef>
              <a:spcAft>
                <a:spcPts val="0"/>
              </a:spcAft>
              <a:buClr>
                <a:schemeClr val="lt1"/>
              </a:buClr>
              <a:buSzPts val="900"/>
              <a:buNone/>
              <a:defRPr sz="900"/>
            </a:lvl6pPr>
            <a:lvl7pPr indent="-228600" lvl="6" marL="3200400" rtl="0" algn="l">
              <a:lnSpc>
                <a:spcPct val="120000"/>
              </a:lnSpc>
              <a:spcBef>
                <a:spcPts val="500"/>
              </a:spcBef>
              <a:spcAft>
                <a:spcPts val="0"/>
              </a:spcAft>
              <a:buClr>
                <a:schemeClr val="lt1"/>
              </a:buClr>
              <a:buSzPts val="900"/>
              <a:buNone/>
              <a:defRPr sz="900"/>
            </a:lvl7pPr>
            <a:lvl8pPr indent="-228600" lvl="7" marL="3657600" rtl="0" algn="l">
              <a:lnSpc>
                <a:spcPct val="120000"/>
              </a:lnSpc>
              <a:spcBef>
                <a:spcPts val="500"/>
              </a:spcBef>
              <a:spcAft>
                <a:spcPts val="0"/>
              </a:spcAft>
              <a:buClr>
                <a:schemeClr val="lt1"/>
              </a:buClr>
              <a:buSzPts val="900"/>
              <a:buNone/>
              <a:defRPr sz="900"/>
            </a:lvl8pPr>
            <a:lvl9pPr indent="-228600" lvl="8" marL="4114800" rtl="0" algn="l">
              <a:lnSpc>
                <a:spcPct val="120000"/>
              </a:lnSpc>
              <a:spcBef>
                <a:spcPts val="500"/>
              </a:spcBef>
              <a:spcAft>
                <a:spcPts val="0"/>
              </a:spcAft>
              <a:buClr>
                <a:schemeClr val="lt1"/>
              </a:buClr>
              <a:buSzPts val="900"/>
              <a:buNone/>
              <a:defRPr sz="900"/>
            </a:lvl9pPr>
          </a:lstStyle>
          <a:p/>
        </p:txBody>
      </p:sp>
      <p:sp>
        <p:nvSpPr>
          <p:cNvPr id="68" name="Google Shape;68;p8"/>
          <p:cNvSpPr txBox="1"/>
          <p:nvPr>
            <p:ph idx="10" type="dt"/>
          </p:nvPr>
        </p:nvSpPr>
        <p:spPr>
          <a:xfrm>
            <a:off x="5759450" y="5883275"/>
            <a:ext cx="20574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69" name="Google Shape;69;p8"/>
          <p:cNvSpPr txBox="1"/>
          <p:nvPr>
            <p:ph idx="11" type="ftr"/>
          </p:nvPr>
        </p:nvSpPr>
        <p:spPr>
          <a:xfrm>
            <a:off x="685800" y="5883275"/>
            <a:ext cx="50037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70" name="Google Shape;70;p8"/>
          <p:cNvSpPr txBox="1"/>
          <p:nvPr>
            <p:ph idx="12" type="sldNum"/>
          </p:nvPr>
        </p:nvSpPr>
        <p:spPr>
          <a:xfrm>
            <a:off x="7885112" y="5883275"/>
            <a:ext cx="565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71" name="Shape 71"/>
        <p:cNvGrpSpPr/>
        <p:nvPr/>
      </p:nvGrpSpPr>
      <p:grpSpPr>
        <a:xfrm>
          <a:off x="0" y="0"/>
          <a:ext cx="0" cy="0"/>
          <a:chOff x="0" y="0"/>
          <a:chExt cx="0" cy="0"/>
        </a:xfrm>
      </p:grpSpPr>
      <p:sp>
        <p:nvSpPr>
          <p:cNvPr id="72" name="Google Shape;72;p9"/>
          <p:cNvSpPr txBox="1"/>
          <p:nvPr>
            <p:ph type="title"/>
          </p:nvPr>
        </p:nvSpPr>
        <p:spPr>
          <a:xfrm>
            <a:off x="685355" y="2126943"/>
            <a:ext cx="7766400" cy="2511900"/>
          </a:xfrm>
          <a:prstGeom prst="rect">
            <a:avLst/>
          </a:prstGeom>
          <a:noFill/>
          <a:ln>
            <a:noFill/>
          </a:ln>
        </p:spPr>
        <p:txBody>
          <a:bodyPr anchorCtr="0" anchor="b" bIns="45700" lIns="91425" spcFirstLastPara="1" rIns="91425" wrap="square" tIns="45700">
            <a:noAutofit/>
          </a:bodyPr>
          <a:lstStyle>
            <a:lvl1pPr lvl="0" rtl="0" algn="ctr">
              <a:lnSpc>
                <a:spcPct val="90000"/>
              </a:lnSpc>
              <a:spcBef>
                <a:spcPts val="0"/>
              </a:spcBef>
              <a:spcAft>
                <a:spcPts val="0"/>
              </a:spcAft>
              <a:buSzPts val="1400"/>
              <a:buNone/>
              <a:defRPr sz="3200"/>
            </a:lvl1pPr>
            <a:lvl2pPr lvl="1" rtl="0" algn="ctr">
              <a:lnSpc>
                <a:spcPct val="90000"/>
              </a:lnSpc>
              <a:spcBef>
                <a:spcPts val="0"/>
              </a:spcBef>
              <a:spcAft>
                <a:spcPts val="0"/>
              </a:spcAft>
              <a:buSzPts val="1400"/>
              <a:buNone/>
              <a:defRPr/>
            </a:lvl2pPr>
            <a:lvl3pPr lvl="2" rtl="0" algn="ctr">
              <a:lnSpc>
                <a:spcPct val="90000"/>
              </a:lnSpc>
              <a:spcBef>
                <a:spcPts val="0"/>
              </a:spcBef>
              <a:spcAft>
                <a:spcPts val="0"/>
              </a:spcAft>
              <a:buSzPts val="1400"/>
              <a:buNone/>
              <a:defRPr/>
            </a:lvl3pPr>
            <a:lvl4pPr lvl="3" rtl="0" algn="ctr">
              <a:lnSpc>
                <a:spcPct val="90000"/>
              </a:lnSpc>
              <a:spcBef>
                <a:spcPts val="0"/>
              </a:spcBef>
              <a:spcAft>
                <a:spcPts val="0"/>
              </a:spcAft>
              <a:buSzPts val="1400"/>
              <a:buNone/>
              <a:defRPr/>
            </a:lvl4pPr>
            <a:lvl5pPr lvl="4" rtl="0" algn="ctr">
              <a:lnSpc>
                <a:spcPct val="90000"/>
              </a:lnSpc>
              <a:spcBef>
                <a:spcPts val="0"/>
              </a:spcBef>
              <a:spcAft>
                <a:spcPts val="0"/>
              </a:spcAft>
              <a:buSzPts val="1400"/>
              <a:buNone/>
              <a:defRPr/>
            </a:lvl5pPr>
            <a:lvl6pPr lvl="5" rtl="0" algn="ctr">
              <a:lnSpc>
                <a:spcPct val="90000"/>
              </a:lnSpc>
              <a:spcBef>
                <a:spcPts val="0"/>
              </a:spcBef>
              <a:spcAft>
                <a:spcPts val="0"/>
              </a:spcAft>
              <a:buSzPts val="1400"/>
              <a:buNone/>
              <a:defRPr/>
            </a:lvl6pPr>
            <a:lvl7pPr lvl="6" rtl="0" algn="ctr">
              <a:lnSpc>
                <a:spcPct val="90000"/>
              </a:lnSpc>
              <a:spcBef>
                <a:spcPts val="0"/>
              </a:spcBef>
              <a:spcAft>
                <a:spcPts val="0"/>
              </a:spcAft>
              <a:buSzPts val="1400"/>
              <a:buNone/>
              <a:defRPr/>
            </a:lvl7pPr>
            <a:lvl8pPr lvl="7" rtl="0" algn="ctr">
              <a:lnSpc>
                <a:spcPct val="90000"/>
              </a:lnSpc>
              <a:spcBef>
                <a:spcPts val="0"/>
              </a:spcBef>
              <a:spcAft>
                <a:spcPts val="0"/>
              </a:spcAft>
              <a:buSzPts val="1400"/>
              <a:buNone/>
              <a:defRPr/>
            </a:lvl8pPr>
            <a:lvl9pPr lvl="8" rtl="0" algn="ctr">
              <a:lnSpc>
                <a:spcPct val="90000"/>
              </a:lnSpc>
              <a:spcBef>
                <a:spcPts val="0"/>
              </a:spcBef>
              <a:spcAft>
                <a:spcPts val="0"/>
              </a:spcAft>
              <a:buSzPts val="1400"/>
              <a:buNone/>
              <a:defRPr/>
            </a:lvl9pPr>
          </a:lstStyle>
          <a:p/>
        </p:txBody>
      </p:sp>
      <p:sp>
        <p:nvSpPr>
          <p:cNvPr id="73" name="Google Shape;73;p9"/>
          <p:cNvSpPr txBox="1"/>
          <p:nvPr>
            <p:ph idx="1" type="body"/>
          </p:nvPr>
        </p:nvSpPr>
        <p:spPr>
          <a:xfrm>
            <a:off x="685346" y="4650556"/>
            <a:ext cx="7765200" cy="1140600"/>
          </a:xfrm>
          <a:prstGeom prst="rect">
            <a:avLst/>
          </a:prstGeom>
          <a:noFill/>
          <a:ln>
            <a:noFill/>
          </a:ln>
        </p:spPr>
        <p:txBody>
          <a:bodyPr anchorCtr="0" anchor="t" bIns="45700" lIns="91425" spcFirstLastPara="1" rIns="91425" wrap="square" tIns="45700">
            <a:noAutofit/>
          </a:bodyPr>
          <a:lstStyle>
            <a:lvl1pPr indent="-228600" lvl="0" marL="457200" rtl="0" algn="ctr">
              <a:lnSpc>
                <a:spcPct val="120000"/>
              </a:lnSpc>
              <a:spcBef>
                <a:spcPts val="1000"/>
              </a:spcBef>
              <a:spcAft>
                <a:spcPts val="0"/>
              </a:spcAft>
              <a:buClr>
                <a:schemeClr val="lt1"/>
              </a:buClr>
              <a:buSzPts val="1600"/>
              <a:buNone/>
              <a:defRPr sz="1600"/>
            </a:lvl1pPr>
            <a:lvl2pPr indent="-228600" lvl="1" marL="914400" rtl="0" algn="l">
              <a:lnSpc>
                <a:spcPct val="120000"/>
              </a:lnSpc>
              <a:spcBef>
                <a:spcPts val="500"/>
              </a:spcBef>
              <a:spcAft>
                <a:spcPts val="0"/>
              </a:spcAft>
              <a:buClr>
                <a:schemeClr val="lt1"/>
              </a:buClr>
              <a:buSzPts val="1400"/>
              <a:buNone/>
              <a:defRPr sz="1400"/>
            </a:lvl2pPr>
            <a:lvl3pPr indent="-228600" lvl="2" marL="1371600" rtl="0" algn="l">
              <a:lnSpc>
                <a:spcPct val="120000"/>
              </a:lnSpc>
              <a:spcBef>
                <a:spcPts val="500"/>
              </a:spcBef>
              <a:spcAft>
                <a:spcPts val="0"/>
              </a:spcAft>
              <a:buClr>
                <a:schemeClr val="lt1"/>
              </a:buClr>
              <a:buSzPts val="1200"/>
              <a:buNone/>
              <a:defRPr sz="1200"/>
            </a:lvl3pPr>
            <a:lvl4pPr indent="-228600" lvl="3" marL="1828800" rtl="0" algn="l">
              <a:lnSpc>
                <a:spcPct val="120000"/>
              </a:lnSpc>
              <a:spcBef>
                <a:spcPts val="500"/>
              </a:spcBef>
              <a:spcAft>
                <a:spcPts val="0"/>
              </a:spcAft>
              <a:buClr>
                <a:schemeClr val="lt1"/>
              </a:buClr>
              <a:buSzPts val="1000"/>
              <a:buNone/>
              <a:defRPr sz="1000"/>
            </a:lvl4pPr>
            <a:lvl5pPr indent="-228600" lvl="4" marL="2286000" rtl="0" algn="l">
              <a:lnSpc>
                <a:spcPct val="120000"/>
              </a:lnSpc>
              <a:spcBef>
                <a:spcPts val="500"/>
              </a:spcBef>
              <a:spcAft>
                <a:spcPts val="0"/>
              </a:spcAft>
              <a:buClr>
                <a:schemeClr val="lt1"/>
              </a:buClr>
              <a:buSzPts val="1000"/>
              <a:buNone/>
              <a:defRPr sz="1000"/>
            </a:lvl5pPr>
            <a:lvl6pPr indent="-228600" lvl="5" marL="2743200" rtl="0" algn="l">
              <a:lnSpc>
                <a:spcPct val="120000"/>
              </a:lnSpc>
              <a:spcBef>
                <a:spcPts val="500"/>
              </a:spcBef>
              <a:spcAft>
                <a:spcPts val="0"/>
              </a:spcAft>
              <a:buClr>
                <a:schemeClr val="lt1"/>
              </a:buClr>
              <a:buSzPts val="1000"/>
              <a:buNone/>
              <a:defRPr sz="1000"/>
            </a:lvl6pPr>
            <a:lvl7pPr indent="-228600" lvl="6" marL="3200400" rtl="0" algn="l">
              <a:lnSpc>
                <a:spcPct val="120000"/>
              </a:lnSpc>
              <a:spcBef>
                <a:spcPts val="500"/>
              </a:spcBef>
              <a:spcAft>
                <a:spcPts val="0"/>
              </a:spcAft>
              <a:buClr>
                <a:schemeClr val="lt1"/>
              </a:buClr>
              <a:buSzPts val="1000"/>
              <a:buNone/>
              <a:defRPr sz="1000"/>
            </a:lvl7pPr>
            <a:lvl8pPr indent="-228600" lvl="7" marL="3657600" rtl="0" algn="l">
              <a:lnSpc>
                <a:spcPct val="120000"/>
              </a:lnSpc>
              <a:spcBef>
                <a:spcPts val="500"/>
              </a:spcBef>
              <a:spcAft>
                <a:spcPts val="0"/>
              </a:spcAft>
              <a:buClr>
                <a:schemeClr val="lt1"/>
              </a:buClr>
              <a:buSzPts val="1000"/>
              <a:buNone/>
              <a:defRPr sz="1000"/>
            </a:lvl8pPr>
            <a:lvl9pPr indent="-228600" lvl="8" marL="4114800" rtl="0" algn="l">
              <a:lnSpc>
                <a:spcPct val="120000"/>
              </a:lnSpc>
              <a:spcBef>
                <a:spcPts val="500"/>
              </a:spcBef>
              <a:spcAft>
                <a:spcPts val="0"/>
              </a:spcAft>
              <a:buClr>
                <a:schemeClr val="lt1"/>
              </a:buClr>
              <a:buSzPts val="1000"/>
              <a:buNone/>
              <a:defRPr sz="1000"/>
            </a:lvl9pPr>
          </a:lstStyle>
          <a:p/>
        </p:txBody>
      </p:sp>
      <p:sp>
        <p:nvSpPr>
          <p:cNvPr id="74" name="Google Shape;74;p9"/>
          <p:cNvSpPr txBox="1"/>
          <p:nvPr>
            <p:ph idx="10" type="dt"/>
          </p:nvPr>
        </p:nvSpPr>
        <p:spPr>
          <a:xfrm>
            <a:off x="5759450" y="5883275"/>
            <a:ext cx="20574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75" name="Google Shape;75;p9"/>
          <p:cNvSpPr txBox="1"/>
          <p:nvPr>
            <p:ph idx="11" type="ftr"/>
          </p:nvPr>
        </p:nvSpPr>
        <p:spPr>
          <a:xfrm>
            <a:off x="685800" y="5883275"/>
            <a:ext cx="50037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76" name="Google Shape;76;p9"/>
          <p:cNvSpPr txBox="1"/>
          <p:nvPr>
            <p:ph idx="12" type="sldNum"/>
          </p:nvPr>
        </p:nvSpPr>
        <p:spPr>
          <a:xfrm>
            <a:off x="7885112" y="5883275"/>
            <a:ext cx="565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77" name="Shape 77"/>
        <p:cNvGrpSpPr/>
        <p:nvPr/>
      </p:nvGrpSpPr>
      <p:grpSpPr>
        <a:xfrm>
          <a:off x="0" y="0"/>
          <a:ext cx="0" cy="0"/>
          <a:chOff x="0" y="0"/>
          <a:chExt cx="0" cy="0"/>
        </a:xfrm>
      </p:grpSpPr>
      <p:sp>
        <p:nvSpPr>
          <p:cNvPr id="78" name="Google Shape;78;p10"/>
          <p:cNvSpPr txBox="1"/>
          <p:nvPr>
            <p:ph type="title"/>
          </p:nvPr>
        </p:nvSpPr>
        <p:spPr>
          <a:xfrm>
            <a:off x="685346" y="609601"/>
            <a:ext cx="7765200" cy="3424800"/>
          </a:xfrm>
          <a:prstGeom prst="rect">
            <a:avLst/>
          </a:prstGeom>
          <a:noFill/>
          <a:ln>
            <a:noFill/>
          </a:ln>
        </p:spPr>
        <p:txBody>
          <a:bodyPr anchorCtr="0" anchor="ctr" bIns="45700" lIns="91425" spcFirstLastPara="1" rIns="91425" wrap="square" tIns="45700">
            <a:noAutofit/>
          </a:bodyPr>
          <a:lstStyle>
            <a:lvl1pPr lvl="0" rtl="0" algn="ctr">
              <a:lnSpc>
                <a:spcPct val="90000"/>
              </a:lnSpc>
              <a:spcBef>
                <a:spcPts val="0"/>
              </a:spcBef>
              <a:spcAft>
                <a:spcPts val="0"/>
              </a:spcAft>
              <a:buSzPts val="1400"/>
              <a:buNone/>
              <a:defRPr sz="3200"/>
            </a:lvl1pPr>
            <a:lvl2pPr lvl="1" rtl="0" algn="ctr">
              <a:lnSpc>
                <a:spcPct val="90000"/>
              </a:lnSpc>
              <a:spcBef>
                <a:spcPts val="0"/>
              </a:spcBef>
              <a:spcAft>
                <a:spcPts val="0"/>
              </a:spcAft>
              <a:buSzPts val="1400"/>
              <a:buNone/>
              <a:defRPr/>
            </a:lvl2pPr>
            <a:lvl3pPr lvl="2" rtl="0" algn="ctr">
              <a:lnSpc>
                <a:spcPct val="90000"/>
              </a:lnSpc>
              <a:spcBef>
                <a:spcPts val="0"/>
              </a:spcBef>
              <a:spcAft>
                <a:spcPts val="0"/>
              </a:spcAft>
              <a:buSzPts val="1400"/>
              <a:buNone/>
              <a:defRPr/>
            </a:lvl3pPr>
            <a:lvl4pPr lvl="3" rtl="0" algn="ctr">
              <a:lnSpc>
                <a:spcPct val="90000"/>
              </a:lnSpc>
              <a:spcBef>
                <a:spcPts val="0"/>
              </a:spcBef>
              <a:spcAft>
                <a:spcPts val="0"/>
              </a:spcAft>
              <a:buSzPts val="1400"/>
              <a:buNone/>
              <a:defRPr/>
            </a:lvl4pPr>
            <a:lvl5pPr lvl="4" rtl="0" algn="ctr">
              <a:lnSpc>
                <a:spcPct val="90000"/>
              </a:lnSpc>
              <a:spcBef>
                <a:spcPts val="0"/>
              </a:spcBef>
              <a:spcAft>
                <a:spcPts val="0"/>
              </a:spcAft>
              <a:buSzPts val="1400"/>
              <a:buNone/>
              <a:defRPr/>
            </a:lvl5pPr>
            <a:lvl6pPr lvl="5" rtl="0" algn="ctr">
              <a:lnSpc>
                <a:spcPct val="90000"/>
              </a:lnSpc>
              <a:spcBef>
                <a:spcPts val="0"/>
              </a:spcBef>
              <a:spcAft>
                <a:spcPts val="0"/>
              </a:spcAft>
              <a:buSzPts val="1400"/>
              <a:buNone/>
              <a:defRPr/>
            </a:lvl6pPr>
            <a:lvl7pPr lvl="6" rtl="0" algn="ctr">
              <a:lnSpc>
                <a:spcPct val="90000"/>
              </a:lnSpc>
              <a:spcBef>
                <a:spcPts val="0"/>
              </a:spcBef>
              <a:spcAft>
                <a:spcPts val="0"/>
              </a:spcAft>
              <a:buSzPts val="1400"/>
              <a:buNone/>
              <a:defRPr/>
            </a:lvl7pPr>
            <a:lvl8pPr lvl="7" rtl="0" algn="ctr">
              <a:lnSpc>
                <a:spcPct val="90000"/>
              </a:lnSpc>
              <a:spcBef>
                <a:spcPts val="0"/>
              </a:spcBef>
              <a:spcAft>
                <a:spcPts val="0"/>
              </a:spcAft>
              <a:buSzPts val="1400"/>
              <a:buNone/>
              <a:defRPr/>
            </a:lvl8pPr>
            <a:lvl9pPr lvl="8" rtl="0" algn="ctr">
              <a:lnSpc>
                <a:spcPct val="90000"/>
              </a:lnSpc>
              <a:spcBef>
                <a:spcPts val="0"/>
              </a:spcBef>
              <a:spcAft>
                <a:spcPts val="0"/>
              </a:spcAft>
              <a:buSzPts val="1400"/>
              <a:buNone/>
              <a:defRPr/>
            </a:lvl9pPr>
          </a:lstStyle>
          <a:p/>
        </p:txBody>
      </p:sp>
      <p:sp>
        <p:nvSpPr>
          <p:cNvPr id="79" name="Google Shape;79;p10"/>
          <p:cNvSpPr txBox="1"/>
          <p:nvPr>
            <p:ph idx="1" type="body"/>
          </p:nvPr>
        </p:nvSpPr>
        <p:spPr>
          <a:xfrm>
            <a:off x="685347" y="4204820"/>
            <a:ext cx="7765200" cy="1592100"/>
          </a:xfrm>
          <a:prstGeom prst="rect">
            <a:avLst/>
          </a:prstGeom>
          <a:noFill/>
          <a:ln>
            <a:noFill/>
          </a:ln>
        </p:spPr>
        <p:txBody>
          <a:bodyPr anchorCtr="0" anchor="ctr" bIns="45700" lIns="91425" spcFirstLastPara="1" rIns="91425" wrap="square" tIns="45700">
            <a:noAutofit/>
          </a:bodyPr>
          <a:lstStyle>
            <a:lvl1pPr indent="-228600" lvl="0" marL="457200" rtl="0" algn="ctr">
              <a:lnSpc>
                <a:spcPct val="120000"/>
              </a:lnSpc>
              <a:spcBef>
                <a:spcPts val="1000"/>
              </a:spcBef>
              <a:spcAft>
                <a:spcPts val="0"/>
              </a:spcAft>
              <a:buClr>
                <a:schemeClr val="lt1"/>
              </a:buClr>
              <a:buSzPts val="1600"/>
              <a:buNone/>
              <a:defRPr sz="1600"/>
            </a:lvl1pPr>
            <a:lvl2pPr indent="-228600" lvl="1" marL="914400" rtl="0" algn="l">
              <a:lnSpc>
                <a:spcPct val="120000"/>
              </a:lnSpc>
              <a:spcBef>
                <a:spcPts val="500"/>
              </a:spcBef>
              <a:spcAft>
                <a:spcPts val="0"/>
              </a:spcAft>
              <a:buClr>
                <a:schemeClr val="lt1"/>
              </a:buClr>
              <a:buSzPts val="1400"/>
              <a:buNone/>
              <a:defRPr sz="1400"/>
            </a:lvl2pPr>
            <a:lvl3pPr indent="-228600" lvl="2" marL="1371600" rtl="0" algn="l">
              <a:lnSpc>
                <a:spcPct val="120000"/>
              </a:lnSpc>
              <a:spcBef>
                <a:spcPts val="500"/>
              </a:spcBef>
              <a:spcAft>
                <a:spcPts val="0"/>
              </a:spcAft>
              <a:buClr>
                <a:schemeClr val="lt1"/>
              </a:buClr>
              <a:buSzPts val="1200"/>
              <a:buNone/>
              <a:defRPr sz="1200"/>
            </a:lvl3pPr>
            <a:lvl4pPr indent="-228600" lvl="3" marL="1828800" rtl="0" algn="l">
              <a:lnSpc>
                <a:spcPct val="120000"/>
              </a:lnSpc>
              <a:spcBef>
                <a:spcPts val="500"/>
              </a:spcBef>
              <a:spcAft>
                <a:spcPts val="0"/>
              </a:spcAft>
              <a:buClr>
                <a:schemeClr val="lt1"/>
              </a:buClr>
              <a:buSzPts val="1000"/>
              <a:buNone/>
              <a:defRPr sz="1000"/>
            </a:lvl4pPr>
            <a:lvl5pPr indent="-228600" lvl="4" marL="2286000" rtl="0" algn="l">
              <a:lnSpc>
                <a:spcPct val="120000"/>
              </a:lnSpc>
              <a:spcBef>
                <a:spcPts val="500"/>
              </a:spcBef>
              <a:spcAft>
                <a:spcPts val="0"/>
              </a:spcAft>
              <a:buClr>
                <a:schemeClr val="lt1"/>
              </a:buClr>
              <a:buSzPts val="1000"/>
              <a:buNone/>
              <a:defRPr sz="1000"/>
            </a:lvl5pPr>
            <a:lvl6pPr indent="-228600" lvl="5" marL="2743200" rtl="0" algn="l">
              <a:lnSpc>
                <a:spcPct val="120000"/>
              </a:lnSpc>
              <a:spcBef>
                <a:spcPts val="500"/>
              </a:spcBef>
              <a:spcAft>
                <a:spcPts val="0"/>
              </a:spcAft>
              <a:buClr>
                <a:schemeClr val="lt1"/>
              </a:buClr>
              <a:buSzPts val="1000"/>
              <a:buNone/>
              <a:defRPr sz="1000"/>
            </a:lvl6pPr>
            <a:lvl7pPr indent="-228600" lvl="6" marL="3200400" rtl="0" algn="l">
              <a:lnSpc>
                <a:spcPct val="120000"/>
              </a:lnSpc>
              <a:spcBef>
                <a:spcPts val="500"/>
              </a:spcBef>
              <a:spcAft>
                <a:spcPts val="0"/>
              </a:spcAft>
              <a:buClr>
                <a:schemeClr val="lt1"/>
              </a:buClr>
              <a:buSzPts val="1000"/>
              <a:buNone/>
              <a:defRPr sz="1000"/>
            </a:lvl7pPr>
            <a:lvl8pPr indent="-228600" lvl="7" marL="3657600" rtl="0" algn="l">
              <a:lnSpc>
                <a:spcPct val="120000"/>
              </a:lnSpc>
              <a:spcBef>
                <a:spcPts val="500"/>
              </a:spcBef>
              <a:spcAft>
                <a:spcPts val="0"/>
              </a:spcAft>
              <a:buClr>
                <a:schemeClr val="lt1"/>
              </a:buClr>
              <a:buSzPts val="1000"/>
              <a:buNone/>
              <a:defRPr sz="1000"/>
            </a:lvl8pPr>
            <a:lvl9pPr indent="-228600" lvl="8" marL="4114800" rtl="0" algn="l">
              <a:lnSpc>
                <a:spcPct val="120000"/>
              </a:lnSpc>
              <a:spcBef>
                <a:spcPts val="500"/>
              </a:spcBef>
              <a:spcAft>
                <a:spcPts val="0"/>
              </a:spcAft>
              <a:buClr>
                <a:schemeClr val="lt1"/>
              </a:buClr>
              <a:buSzPts val="1000"/>
              <a:buNone/>
              <a:defRPr sz="1000"/>
            </a:lvl9pPr>
          </a:lstStyle>
          <a:p/>
        </p:txBody>
      </p:sp>
      <p:sp>
        <p:nvSpPr>
          <p:cNvPr id="80" name="Google Shape;80;p10"/>
          <p:cNvSpPr txBox="1"/>
          <p:nvPr>
            <p:ph idx="10" type="dt"/>
          </p:nvPr>
        </p:nvSpPr>
        <p:spPr>
          <a:xfrm>
            <a:off x="5759450" y="5883275"/>
            <a:ext cx="20574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81" name="Google Shape;81;p10"/>
          <p:cNvSpPr txBox="1"/>
          <p:nvPr>
            <p:ph idx="11" type="ftr"/>
          </p:nvPr>
        </p:nvSpPr>
        <p:spPr>
          <a:xfrm>
            <a:off x="685800" y="5883275"/>
            <a:ext cx="50037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82" name="Google Shape;82;p10"/>
          <p:cNvSpPr txBox="1"/>
          <p:nvPr>
            <p:ph idx="12" type="sldNum"/>
          </p:nvPr>
        </p:nvSpPr>
        <p:spPr>
          <a:xfrm>
            <a:off x="7885112" y="5883275"/>
            <a:ext cx="565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83" name="Shape 83"/>
        <p:cNvGrpSpPr/>
        <p:nvPr/>
      </p:nvGrpSpPr>
      <p:grpSpPr>
        <a:xfrm>
          <a:off x="0" y="0"/>
          <a:ext cx="0" cy="0"/>
          <a:chOff x="0" y="0"/>
          <a:chExt cx="0" cy="0"/>
        </a:xfrm>
      </p:grpSpPr>
      <p:sp>
        <p:nvSpPr>
          <p:cNvPr id="84" name="Google Shape;84;p11"/>
          <p:cNvSpPr txBox="1"/>
          <p:nvPr>
            <p:ph type="title"/>
          </p:nvPr>
        </p:nvSpPr>
        <p:spPr>
          <a:xfrm>
            <a:off x="685355" y="4289373"/>
            <a:ext cx="7775700" cy="819300"/>
          </a:xfrm>
          <a:prstGeom prst="rect">
            <a:avLst/>
          </a:prstGeom>
          <a:noFill/>
          <a:ln>
            <a:noFill/>
          </a:ln>
        </p:spPr>
        <p:txBody>
          <a:bodyPr anchorCtr="0" anchor="b" bIns="45700" lIns="91425" spcFirstLastPara="1" rIns="91425" wrap="square" tIns="45700">
            <a:noAutofit/>
          </a:bodyPr>
          <a:lstStyle>
            <a:lvl1pPr lvl="0" rtl="0" algn="ctr">
              <a:lnSpc>
                <a:spcPct val="90000"/>
              </a:lnSpc>
              <a:spcBef>
                <a:spcPts val="0"/>
              </a:spcBef>
              <a:spcAft>
                <a:spcPts val="0"/>
              </a:spcAft>
              <a:buSzPts val="1400"/>
              <a:buNone/>
              <a:defRPr sz="2800"/>
            </a:lvl1pPr>
            <a:lvl2pPr lvl="1" rtl="0" algn="ctr">
              <a:lnSpc>
                <a:spcPct val="90000"/>
              </a:lnSpc>
              <a:spcBef>
                <a:spcPts val="0"/>
              </a:spcBef>
              <a:spcAft>
                <a:spcPts val="0"/>
              </a:spcAft>
              <a:buSzPts val="1400"/>
              <a:buNone/>
              <a:defRPr/>
            </a:lvl2pPr>
            <a:lvl3pPr lvl="2" rtl="0" algn="ctr">
              <a:lnSpc>
                <a:spcPct val="90000"/>
              </a:lnSpc>
              <a:spcBef>
                <a:spcPts val="0"/>
              </a:spcBef>
              <a:spcAft>
                <a:spcPts val="0"/>
              </a:spcAft>
              <a:buSzPts val="1400"/>
              <a:buNone/>
              <a:defRPr/>
            </a:lvl3pPr>
            <a:lvl4pPr lvl="3" rtl="0" algn="ctr">
              <a:lnSpc>
                <a:spcPct val="90000"/>
              </a:lnSpc>
              <a:spcBef>
                <a:spcPts val="0"/>
              </a:spcBef>
              <a:spcAft>
                <a:spcPts val="0"/>
              </a:spcAft>
              <a:buSzPts val="1400"/>
              <a:buNone/>
              <a:defRPr/>
            </a:lvl4pPr>
            <a:lvl5pPr lvl="4" rtl="0" algn="ctr">
              <a:lnSpc>
                <a:spcPct val="90000"/>
              </a:lnSpc>
              <a:spcBef>
                <a:spcPts val="0"/>
              </a:spcBef>
              <a:spcAft>
                <a:spcPts val="0"/>
              </a:spcAft>
              <a:buSzPts val="1400"/>
              <a:buNone/>
              <a:defRPr/>
            </a:lvl5pPr>
            <a:lvl6pPr lvl="5" rtl="0" algn="ctr">
              <a:lnSpc>
                <a:spcPct val="90000"/>
              </a:lnSpc>
              <a:spcBef>
                <a:spcPts val="0"/>
              </a:spcBef>
              <a:spcAft>
                <a:spcPts val="0"/>
              </a:spcAft>
              <a:buSzPts val="1400"/>
              <a:buNone/>
              <a:defRPr/>
            </a:lvl6pPr>
            <a:lvl7pPr lvl="6" rtl="0" algn="ctr">
              <a:lnSpc>
                <a:spcPct val="90000"/>
              </a:lnSpc>
              <a:spcBef>
                <a:spcPts val="0"/>
              </a:spcBef>
              <a:spcAft>
                <a:spcPts val="0"/>
              </a:spcAft>
              <a:buSzPts val="1400"/>
              <a:buNone/>
              <a:defRPr/>
            </a:lvl7pPr>
            <a:lvl8pPr lvl="7" rtl="0" algn="ctr">
              <a:lnSpc>
                <a:spcPct val="90000"/>
              </a:lnSpc>
              <a:spcBef>
                <a:spcPts val="0"/>
              </a:spcBef>
              <a:spcAft>
                <a:spcPts val="0"/>
              </a:spcAft>
              <a:buSzPts val="1400"/>
              <a:buNone/>
              <a:defRPr/>
            </a:lvl8pPr>
            <a:lvl9pPr lvl="8" rtl="0" algn="ctr">
              <a:lnSpc>
                <a:spcPct val="90000"/>
              </a:lnSpc>
              <a:spcBef>
                <a:spcPts val="0"/>
              </a:spcBef>
              <a:spcAft>
                <a:spcPts val="0"/>
              </a:spcAft>
              <a:buSzPts val="1400"/>
              <a:buNone/>
              <a:defRPr/>
            </a:lvl9pPr>
          </a:lstStyle>
          <a:p/>
        </p:txBody>
      </p:sp>
      <p:sp>
        <p:nvSpPr>
          <p:cNvPr id="85" name="Google Shape;85;p11"/>
          <p:cNvSpPr/>
          <p:nvPr>
            <p:ph idx="2" type="pic"/>
          </p:nvPr>
        </p:nvSpPr>
        <p:spPr>
          <a:xfrm>
            <a:off x="685355" y="621322"/>
            <a:ext cx="7775700" cy="3379800"/>
          </a:xfrm>
          <a:prstGeom prst="rect">
            <a:avLst/>
          </a:prstGeom>
          <a:noFill/>
          <a:ln cap="sq" cmpd="sng" w="1905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txBody>
          <a:bodyPr anchorCtr="0" anchor="t" bIns="45700" lIns="91425" spcFirstLastPara="1" rIns="91425" wrap="square" tIns="45700">
            <a:noAutofit/>
          </a:bodyPr>
          <a:lstStyle>
            <a:lvl1pPr lvl="0" marR="0" rtl="0" algn="ctr">
              <a:lnSpc>
                <a:spcPct val="120000"/>
              </a:lnSpc>
              <a:spcBef>
                <a:spcPts val="1000"/>
              </a:spcBef>
              <a:spcAft>
                <a:spcPts val="0"/>
              </a:spcAft>
              <a:buClr>
                <a:schemeClr val="lt1"/>
              </a:buClr>
              <a:buSzPts val="3200"/>
              <a:buFont typeface="Arial"/>
              <a:buNone/>
              <a:defRPr b="0" i="0" sz="3200" u="none" cap="none" strike="noStrike">
                <a:solidFill>
                  <a:schemeClr val="lt1"/>
                </a:solidFill>
                <a:latin typeface="Rockwell"/>
                <a:ea typeface="Rockwell"/>
                <a:cs typeface="Rockwell"/>
                <a:sym typeface="Rockwell"/>
              </a:defRPr>
            </a:lvl1pPr>
            <a:lvl2pPr lvl="1" marR="0" rtl="0" algn="l">
              <a:lnSpc>
                <a:spcPct val="120000"/>
              </a:lnSpc>
              <a:spcBef>
                <a:spcPts val="500"/>
              </a:spcBef>
              <a:spcAft>
                <a:spcPts val="0"/>
              </a:spcAft>
              <a:buClr>
                <a:schemeClr val="lt1"/>
              </a:buClr>
              <a:buSzPts val="2800"/>
              <a:buFont typeface="Arial"/>
              <a:buNone/>
              <a:defRPr b="0" i="0" sz="2800" u="none" cap="none" strike="noStrike">
                <a:solidFill>
                  <a:schemeClr val="lt1"/>
                </a:solidFill>
                <a:latin typeface="Rockwell"/>
                <a:ea typeface="Rockwell"/>
                <a:cs typeface="Rockwell"/>
                <a:sym typeface="Rockwell"/>
              </a:defRPr>
            </a:lvl2pPr>
            <a:lvl3pPr lvl="2" marR="0" rtl="0" algn="l">
              <a:lnSpc>
                <a:spcPct val="120000"/>
              </a:lnSpc>
              <a:spcBef>
                <a:spcPts val="500"/>
              </a:spcBef>
              <a:spcAft>
                <a:spcPts val="0"/>
              </a:spcAft>
              <a:buClr>
                <a:schemeClr val="lt1"/>
              </a:buClr>
              <a:buSzPts val="2400"/>
              <a:buFont typeface="Arial"/>
              <a:buNone/>
              <a:defRPr b="0" i="0" sz="2400" u="none" cap="none" strike="noStrike">
                <a:solidFill>
                  <a:schemeClr val="lt1"/>
                </a:solidFill>
                <a:latin typeface="Rockwell"/>
                <a:ea typeface="Rockwell"/>
                <a:cs typeface="Rockwell"/>
                <a:sym typeface="Rockwell"/>
              </a:defRPr>
            </a:lvl3pPr>
            <a:lvl4pPr lvl="3" marR="0" rtl="0" algn="l">
              <a:lnSpc>
                <a:spcPct val="120000"/>
              </a:lnSpc>
              <a:spcBef>
                <a:spcPts val="500"/>
              </a:spcBef>
              <a:spcAft>
                <a:spcPts val="0"/>
              </a:spcAft>
              <a:buClr>
                <a:schemeClr val="lt1"/>
              </a:buClr>
              <a:buSzPts val="2000"/>
              <a:buFont typeface="Arial"/>
              <a:buNone/>
              <a:defRPr b="0" i="0" sz="2000" u="none" cap="none" strike="noStrike">
                <a:solidFill>
                  <a:schemeClr val="lt1"/>
                </a:solidFill>
                <a:latin typeface="Rockwell"/>
                <a:ea typeface="Rockwell"/>
                <a:cs typeface="Rockwell"/>
                <a:sym typeface="Rockwell"/>
              </a:defRPr>
            </a:lvl4pPr>
            <a:lvl5pPr lvl="4" marR="0" rtl="0" algn="l">
              <a:lnSpc>
                <a:spcPct val="120000"/>
              </a:lnSpc>
              <a:spcBef>
                <a:spcPts val="500"/>
              </a:spcBef>
              <a:spcAft>
                <a:spcPts val="0"/>
              </a:spcAft>
              <a:buClr>
                <a:schemeClr val="lt1"/>
              </a:buClr>
              <a:buSzPts val="2000"/>
              <a:buFont typeface="Arial"/>
              <a:buNone/>
              <a:defRPr b="0" i="0" sz="2000" u="none" cap="none" strike="noStrike">
                <a:solidFill>
                  <a:schemeClr val="lt1"/>
                </a:solidFill>
                <a:latin typeface="Rockwell"/>
                <a:ea typeface="Rockwell"/>
                <a:cs typeface="Rockwell"/>
                <a:sym typeface="Rockwell"/>
              </a:defRPr>
            </a:lvl5pPr>
            <a:lvl6pPr lvl="5" marR="0" rtl="0" algn="l">
              <a:lnSpc>
                <a:spcPct val="120000"/>
              </a:lnSpc>
              <a:spcBef>
                <a:spcPts val="500"/>
              </a:spcBef>
              <a:spcAft>
                <a:spcPts val="0"/>
              </a:spcAft>
              <a:buClr>
                <a:schemeClr val="lt1"/>
              </a:buClr>
              <a:buSzPts val="2000"/>
              <a:buFont typeface="Arial"/>
              <a:buNone/>
              <a:defRPr b="0" i="0" sz="2000" u="none" cap="none" strike="noStrike">
                <a:solidFill>
                  <a:schemeClr val="lt1"/>
                </a:solidFill>
                <a:latin typeface="Rockwell"/>
                <a:ea typeface="Rockwell"/>
                <a:cs typeface="Rockwell"/>
                <a:sym typeface="Rockwell"/>
              </a:defRPr>
            </a:lvl6pPr>
            <a:lvl7pPr lvl="6" marR="0" rtl="0" algn="l">
              <a:lnSpc>
                <a:spcPct val="120000"/>
              </a:lnSpc>
              <a:spcBef>
                <a:spcPts val="500"/>
              </a:spcBef>
              <a:spcAft>
                <a:spcPts val="0"/>
              </a:spcAft>
              <a:buClr>
                <a:schemeClr val="lt1"/>
              </a:buClr>
              <a:buSzPts val="2000"/>
              <a:buFont typeface="Arial"/>
              <a:buNone/>
              <a:defRPr b="0" i="0" sz="2000" u="none" cap="none" strike="noStrike">
                <a:solidFill>
                  <a:schemeClr val="lt1"/>
                </a:solidFill>
                <a:latin typeface="Rockwell"/>
                <a:ea typeface="Rockwell"/>
                <a:cs typeface="Rockwell"/>
                <a:sym typeface="Rockwell"/>
              </a:defRPr>
            </a:lvl7pPr>
            <a:lvl8pPr lvl="7" marR="0" rtl="0" algn="l">
              <a:lnSpc>
                <a:spcPct val="120000"/>
              </a:lnSpc>
              <a:spcBef>
                <a:spcPts val="500"/>
              </a:spcBef>
              <a:spcAft>
                <a:spcPts val="0"/>
              </a:spcAft>
              <a:buClr>
                <a:schemeClr val="lt1"/>
              </a:buClr>
              <a:buSzPts val="2000"/>
              <a:buFont typeface="Arial"/>
              <a:buNone/>
              <a:defRPr b="0" i="0" sz="2000" u="none" cap="none" strike="noStrike">
                <a:solidFill>
                  <a:schemeClr val="lt1"/>
                </a:solidFill>
                <a:latin typeface="Rockwell"/>
                <a:ea typeface="Rockwell"/>
                <a:cs typeface="Rockwell"/>
                <a:sym typeface="Rockwell"/>
              </a:defRPr>
            </a:lvl8pPr>
            <a:lvl9pPr lvl="8" marR="0" rtl="0" algn="l">
              <a:lnSpc>
                <a:spcPct val="120000"/>
              </a:lnSpc>
              <a:spcBef>
                <a:spcPts val="500"/>
              </a:spcBef>
              <a:spcAft>
                <a:spcPts val="0"/>
              </a:spcAft>
              <a:buClr>
                <a:schemeClr val="lt1"/>
              </a:buClr>
              <a:buSzPts val="2000"/>
              <a:buFont typeface="Arial"/>
              <a:buNone/>
              <a:defRPr b="0" i="0" sz="2000" u="none" cap="none" strike="noStrike">
                <a:solidFill>
                  <a:schemeClr val="lt1"/>
                </a:solidFill>
                <a:latin typeface="Rockwell"/>
                <a:ea typeface="Rockwell"/>
                <a:cs typeface="Rockwell"/>
                <a:sym typeface="Rockwell"/>
              </a:defRPr>
            </a:lvl9pPr>
          </a:lstStyle>
          <a:p/>
        </p:txBody>
      </p:sp>
      <p:sp>
        <p:nvSpPr>
          <p:cNvPr id="86" name="Google Shape;86;p11"/>
          <p:cNvSpPr txBox="1"/>
          <p:nvPr>
            <p:ph idx="1" type="body"/>
          </p:nvPr>
        </p:nvSpPr>
        <p:spPr>
          <a:xfrm>
            <a:off x="685346" y="5108728"/>
            <a:ext cx="7774500" cy="682500"/>
          </a:xfrm>
          <a:prstGeom prst="rect">
            <a:avLst/>
          </a:prstGeom>
          <a:noFill/>
          <a:ln>
            <a:noFill/>
          </a:ln>
        </p:spPr>
        <p:txBody>
          <a:bodyPr anchorCtr="0" anchor="t" bIns="45700" lIns="91425" spcFirstLastPara="1" rIns="91425" wrap="square" tIns="45700">
            <a:noAutofit/>
          </a:bodyPr>
          <a:lstStyle>
            <a:lvl1pPr indent="-228600" lvl="0" marL="457200" rtl="0" algn="ctr">
              <a:lnSpc>
                <a:spcPct val="120000"/>
              </a:lnSpc>
              <a:spcBef>
                <a:spcPts val="1000"/>
              </a:spcBef>
              <a:spcAft>
                <a:spcPts val="0"/>
              </a:spcAft>
              <a:buClr>
                <a:schemeClr val="lt1"/>
              </a:buClr>
              <a:buSzPts val="1800"/>
              <a:buNone/>
              <a:defRPr sz="1800"/>
            </a:lvl1pPr>
            <a:lvl2pPr indent="-228600" lvl="1" marL="914400" rtl="0" algn="l">
              <a:lnSpc>
                <a:spcPct val="120000"/>
              </a:lnSpc>
              <a:spcBef>
                <a:spcPts val="500"/>
              </a:spcBef>
              <a:spcAft>
                <a:spcPts val="0"/>
              </a:spcAft>
              <a:buClr>
                <a:schemeClr val="lt1"/>
              </a:buClr>
              <a:buSzPts val="1400"/>
              <a:buNone/>
              <a:defRPr sz="1400"/>
            </a:lvl2pPr>
            <a:lvl3pPr indent="-228600" lvl="2" marL="1371600" rtl="0" algn="l">
              <a:lnSpc>
                <a:spcPct val="120000"/>
              </a:lnSpc>
              <a:spcBef>
                <a:spcPts val="500"/>
              </a:spcBef>
              <a:spcAft>
                <a:spcPts val="0"/>
              </a:spcAft>
              <a:buClr>
                <a:schemeClr val="lt1"/>
              </a:buClr>
              <a:buSzPts val="1200"/>
              <a:buNone/>
              <a:defRPr sz="1200"/>
            </a:lvl3pPr>
            <a:lvl4pPr indent="-228600" lvl="3" marL="1828800" rtl="0" algn="l">
              <a:lnSpc>
                <a:spcPct val="120000"/>
              </a:lnSpc>
              <a:spcBef>
                <a:spcPts val="500"/>
              </a:spcBef>
              <a:spcAft>
                <a:spcPts val="0"/>
              </a:spcAft>
              <a:buClr>
                <a:schemeClr val="lt1"/>
              </a:buClr>
              <a:buSzPts val="1000"/>
              <a:buNone/>
              <a:defRPr sz="1000"/>
            </a:lvl4pPr>
            <a:lvl5pPr indent="-228600" lvl="4" marL="2286000" rtl="0" algn="l">
              <a:lnSpc>
                <a:spcPct val="120000"/>
              </a:lnSpc>
              <a:spcBef>
                <a:spcPts val="500"/>
              </a:spcBef>
              <a:spcAft>
                <a:spcPts val="0"/>
              </a:spcAft>
              <a:buClr>
                <a:schemeClr val="lt1"/>
              </a:buClr>
              <a:buSzPts val="1000"/>
              <a:buNone/>
              <a:defRPr sz="1000"/>
            </a:lvl5pPr>
            <a:lvl6pPr indent="-228600" lvl="5" marL="2743200" rtl="0" algn="l">
              <a:lnSpc>
                <a:spcPct val="120000"/>
              </a:lnSpc>
              <a:spcBef>
                <a:spcPts val="500"/>
              </a:spcBef>
              <a:spcAft>
                <a:spcPts val="0"/>
              </a:spcAft>
              <a:buClr>
                <a:schemeClr val="lt1"/>
              </a:buClr>
              <a:buSzPts val="1000"/>
              <a:buNone/>
              <a:defRPr sz="1000"/>
            </a:lvl6pPr>
            <a:lvl7pPr indent="-228600" lvl="6" marL="3200400" rtl="0" algn="l">
              <a:lnSpc>
                <a:spcPct val="120000"/>
              </a:lnSpc>
              <a:spcBef>
                <a:spcPts val="500"/>
              </a:spcBef>
              <a:spcAft>
                <a:spcPts val="0"/>
              </a:spcAft>
              <a:buClr>
                <a:schemeClr val="lt1"/>
              </a:buClr>
              <a:buSzPts val="1000"/>
              <a:buNone/>
              <a:defRPr sz="1000"/>
            </a:lvl7pPr>
            <a:lvl8pPr indent="-228600" lvl="7" marL="3657600" rtl="0" algn="l">
              <a:lnSpc>
                <a:spcPct val="120000"/>
              </a:lnSpc>
              <a:spcBef>
                <a:spcPts val="500"/>
              </a:spcBef>
              <a:spcAft>
                <a:spcPts val="0"/>
              </a:spcAft>
              <a:buClr>
                <a:schemeClr val="lt1"/>
              </a:buClr>
              <a:buSzPts val="1000"/>
              <a:buNone/>
              <a:defRPr sz="1000"/>
            </a:lvl8pPr>
            <a:lvl9pPr indent="-228600" lvl="8" marL="4114800" rtl="0" algn="l">
              <a:lnSpc>
                <a:spcPct val="120000"/>
              </a:lnSpc>
              <a:spcBef>
                <a:spcPts val="500"/>
              </a:spcBef>
              <a:spcAft>
                <a:spcPts val="0"/>
              </a:spcAft>
              <a:buClr>
                <a:schemeClr val="lt1"/>
              </a:buClr>
              <a:buSzPts val="1000"/>
              <a:buNone/>
              <a:defRPr sz="1000"/>
            </a:lvl9pPr>
          </a:lstStyle>
          <a:p/>
        </p:txBody>
      </p:sp>
      <p:sp>
        <p:nvSpPr>
          <p:cNvPr id="87" name="Google Shape;87;p11"/>
          <p:cNvSpPr txBox="1"/>
          <p:nvPr>
            <p:ph idx="10" type="dt"/>
          </p:nvPr>
        </p:nvSpPr>
        <p:spPr>
          <a:xfrm>
            <a:off x="5759450" y="5883275"/>
            <a:ext cx="20574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88" name="Google Shape;88;p11"/>
          <p:cNvSpPr txBox="1"/>
          <p:nvPr>
            <p:ph idx="11" type="ftr"/>
          </p:nvPr>
        </p:nvSpPr>
        <p:spPr>
          <a:xfrm>
            <a:off x="685800" y="5883275"/>
            <a:ext cx="50037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89" name="Google Shape;89;p11"/>
          <p:cNvSpPr txBox="1"/>
          <p:nvPr>
            <p:ph idx="12" type="sldNum"/>
          </p:nvPr>
        </p:nvSpPr>
        <p:spPr>
          <a:xfrm>
            <a:off x="7885112" y="5883275"/>
            <a:ext cx="565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90" name="Shape 90"/>
        <p:cNvGrpSpPr/>
        <p:nvPr/>
      </p:nvGrpSpPr>
      <p:grpSpPr>
        <a:xfrm>
          <a:off x="0" y="0"/>
          <a:ext cx="0" cy="0"/>
          <a:chOff x="0" y="0"/>
          <a:chExt cx="0" cy="0"/>
        </a:xfrm>
      </p:grpSpPr>
      <p:sp>
        <p:nvSpPr>
          <p:cNvPr id="91" name="Google Shape;91;p12"/>
          <p:cNvSpPr txBox="1"/>
          <p:nvPr>
            <p:ph type="title"/>
          </p:nvPr>
        </p:nvSpPr>
        <p:spPr>
          <a:xfrm>
            <a:off x="687921" y="609600"/>
            <a:ext cx="4167600" cy="2362200"/>
          </a:xfrm>
          <a:prstGeom prst="rect">
            <a:avLst/>
          </a:prstGeom>
          <a:noFill/>
          <a:ln>
            <a:noFill/>
          </a:ln>
        </p:spPr>
        <p:txBody>
          <a:bodyPr anchorCtr="0" anchor="b" bIns="45700" lIns="91425" spcFirstLastPara="1" rIns="91425" wrap="square" tIns="45700">
            <a:noAutofit/>
          </a:bodyPr>
          <a:lstStyle>
            <a:lvl1pPr lvl="0" rtl="0" algn="ctr">
              <a:lnSpc>
                <a:spcPct val="90000"/>
              </a:lnSpc>
              <a:spcBef>
                <a:spcPts val="0"/>
              </a:spcBef>
              <a:spcAft>
                <a:spcPts val="0"/>
              </a:spcAft>
              <a:buSzPts val="1400"/>
              <a:buNone/>
              <a:defRPr sz="3200"/>
            </a:lvl1pPr>
            <a:lvl2pPr lvl="1" rtl="0" algn="ctr">
              <a:lnSpc>
                <a:spcPct val="90000"/>
              </a:lnSpc>
              <a:spcBef>
                <a:spcPts val="0"/>
              </a:spcBef>
              <a:spcAft>
                <a:spcPts val="0"/>
              </a:spcAft>
              <a:buSzPts val="1400"/>
              <a:buNone/>
              <a:defRPr/>
            </a:lvl2pPr>
            <a:lvl3pPr lvl="2" rtl="0" algn="ctr">
              <a:lnSpc>
                <a:spcPct val="90000"/>
              </a:lnSpc>
              <a:spcBef>
                <a:spcPts val="0"/>
              </a:spcBef>
              <a:spcAft>
                <a:spcPts val="0"/>
              </a:spcAft>
              <a:buSzPts val="1400"/>
              <a:buNone/>
              <a:defRPr/>
            </a:lvl3pPr>
            <a:lvl4pPr lvl="3" rtl="0" algn="ctr">
              <a:lnSpc>
                <a:spcPct val="90000"/>
              </a:lnSpc>
              <a:spcBef>
                <a:spcPts val="0"/>
              </a:spcBef>
              <a:spcAft>
                <a:spcPts val="0"/>
              </a:spcAft>
              <a:buSzPts val="1400"/>
              <a:buNone/>
              <a:defRPr/>
            </a:lvl4pPr>
            <a:lvl5pPr lvl="4" rtl="0" algn="ctr">
              <a:lnSpc>
                <a:spcPct val="90000"/>
              </a:lnSpc>
              <a:spcBef>
                <a:spcPts val="0"/>
              </a:spcBef>
              <a:spcAft>
                <a:spcPts val="0"/>
              </a:spcAft>
              <a:buSzPts val="1400"/>
              <a:buNone/>
              <a:defRPr/>
            </a:lvl5pPr>
            <a:lvl6pPr lvl="5" rtl="0" algn="ctr">
              <a:lnSpc>
                <a:spcPct val="90000"/>
              </a:lnSpc>
              <a:spcBef>
                <a:spcPts val="0"/>
              </a:spcBef>
              <a:spcAft>
                <a:spcPts val="0"/>
              </a:spcAft>
              <a:buSzPts val="1400"/>
              <a:buNone/>
              <a:defRPr/>
            </a:lvl6pPr>
            <a:lvl7pPr lvl="6" rtl="0" algn="ctr">
              <a:lnSpc>
                <a:spcPct val="90000"/>
              </a:lnSpc>
              <a:spcBef>
                <a:spcPts val="0"/>
              </a:spcBef>
              <a:spcAft>
                <a:spcPts val="0"/>
              </a:spcAft>
              <a:buSzPts val="1400"/>
              <a:buNone/>
              <a:defRPr/>
            </a:lvl7pPr>
            <a:lvl8pPr lvl="7" rtl="0" algn="ctr">
              <a:lnSpc>
                <a:spcPct val="90000"/>
              </a:lnSpc>
              <a:spcBef>
                <a:spcPts val="0"/>
              </a:spcBef>
              <a:spcAft>
                <a:spcPts val="0"/>
              </a:spcAft>
              <a:buSzPts val="1400"/>
              <a:buNone/>
              <a:defRPr/>
            </a:lvl8pPr>
            <a:lvl9pPr lvl="8" rtl="0" algn="ctr">
              <a:lnSpc>
                <a:spcPct val="90000"/>
              </a:lnSpc>
              <a:spcBef>
                <a:spcPts val="0"/>
              </a:spcBef>
              <a:spcAft>
                <a:spcPts val="0"/>
              </a:spcAft>
              <a:buSzPts val="1400"/>
              <a:buNone/>
              <a:defRPr/>
            </a:lvl9pPr>
          </a:lstStyle>
          <a:p/>
        </p:txBody>
      </p:sp>
      <p:sp>
        <p:nvSpPr>
          <p:cNvPr id="92" name="Google Shape;92;p12"/>
          <p:cNvSpPr/>
          <p:nvPr>
            <p:ph idx="2" type="pic"/>
          </p:nvPr>
        </p:nvSpPr>
        <p:spPr>
          <a:xfrm>
            <a:off x="5249932" y="758881"/>
            <a:ext cx="2967000" cy="4883100"/>
          </a:xfrm>
          <a:prstGeom prst="rect">
            <a:avLst/>
          </a:prstGeom>
          <a:noFill/>
          <a:ln cap="sq" cmpd="sng" w="1905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txBody>
          <a:bodyPr anchorCtr="0" anchor="t" bIns="45700" lIns="91425" spcFirstLastPara="1" rIns="91425" wrap="square" tIns="45700">
            <a:noAutofit/>
          </a:bodyPr>
          <a:lstStyle>
            <a:lvl1pPr lvl="0" marR="0" rtl="0" algn="ctr">
              <a:lnSpc>
                <a:spcPct val="120000"/>
              </a:lnSpc>
              <a:spcBef>
                <a:spcPts val="1000"/>
              </a:spcBef>
              <a:spcAft>
                <a:spcPts val="0"/>
              </a:spcAft>
              <a:buClr>
                <a:schemeClr val="lt1"/>
              </a:buClr>
              <a:buSzPts val="3200"/>
              <a:buFont typeface="Arial"/>
              <a:buNone/>
              <a:defRPr b="0" i="0" sz="3200" u="none" cap="none" strike="noStrike">
                <a:solidFill>
                  <a:schemeClr val="lt1"/>
                </a:solidFill>
                <a:latin typeface="Rockwell"/>
                <a:ea typeface="Rockwell"/>
                <a:cs typeface="Rockwell"/>
                <a:sym typeface="Rockwell"/>
              </a:defRPr>
            </a:lvl1pPr>
            <a:lvl2pPr lvl="1" marR="0" rtl="0" algn="l">
              <a:lnSpc>
                <a:spcPct val="120000"/>
              </a:lnSpc>
              <a:spcBef>
                <a:spcPts val="500"/>
              </a:spcBef>
              <a:spcAft>
                <a:spcPts val="0"/>
              </a:spcAft>
              <a:buClr>
                <a:schemeClr val="lt1"/>
              </a:buClr>
              <a:buSzPts val="2800"/>
              <a:buFont typeface="Arial"/>
              <a:buNone/>
              <a:defRPr b="0" i="0" sz="2800" u="none" cap="none" strike="noStrike">
                <a:solidFill>
                  <a:schemeClr val="lt1"/>
                </a:solidFill>
                <a:latin typeface="Rockwell"/>
                <a:ea typeface="Rockwell"/>
                <a:cs typeface="Rockwell"/>
                <a:sym typeface="Rockwell"/>
              </a:defRPr>
            </a:lvl2pPr>
            <a:lvl3pPr lvl="2" marR="0" rtl="0" algn="l">
              <a:lnSpc>
                <a:spcPct val="120000"/>
              </a:lnSpc>
              <a:spcBef>
                <a:spcPts val="500"/>
              </a:spcBef>
              <a:spcAft>
                <a:spcPts val="0"/>
              </a:spcAft>
              <a:buClr>
                <a:schemeClr val="lt1"/>
              </a:buClr>
              <a:buSzPts val="2400"/>
              <a:buFont typeface="Arial"/>
              <a:buNone/>
              <a:defRPr b="0" i="0" sz="2400" u="none" cap="none" strike="noStrike">
                <a:solidFill>
                  <a:schemeClr val="lt1"/>
                </a:solidFill>
                <a:latin typeface="Rockwell"/>
                <a:ea typeface="Rockwell"/>
                <a:cs typeface="Rockwell"/>
                <a:sym typeface="Rockwell"/>
              </a:defRPr>
            </a:lvl3pPr>
            <a:lvl4pPr lvl="3" marR="0" rtl="0" algn="l">
              <a:lnSpc>
                <a:spcPct val="120000"/>
              </a:lnSpc>
              <a:spcBef>
                <a:spcPts val="500"/>
              </a:spcBef>
              <a:spcAft>
                <a:spcPts val="0"/>
              </a:spcAft>
              <a:buClr>
                <a:schemeClr val="lt1"/>
              </a:buClr>
              <a:buSzPts val="2000"/>
              <a:buFont typeface="Arial"/>
              <a:buNone/>
              <a:defRPr b="0" i="0" sz="2000" u="none" cap="none" strike="noStrike">
                <a:solidFill>
                  <a:schemeClr val="lt1"/>
                </a:solidFill>
                <a:latin typeface="Rockwell"/>
                <a:ea typeface="Rockwell"/>
                <a:cs typeface="Rockwell"/>
                <a:sym typeface="Rockwell"/>
              </a:defRPr>
            </a:lvl4pPr>
            <a:lvl5pPr lvl="4" marR="0" rtl="0" algn="l">
              <a:lnSpc>
                <a:spcPct val="120000"/>
              </a:lnSpc>
              <a:spcBef>
                <a:spcPts val="500"/>
              </a:spcBef>
              <a:spcAft>
                <a:spcPts val="0"/>
              </a:spcAft>
              <a:buClr>
                <a:schemeClr val="lt1"/>
              </a:buClr>
              <a:buSzPts val="2000"/>
              <a:buFont typeface="Arial"/>
              <a:buNone/>
              <a:defRPr b="0" i="0" sz="2000" u="none" cap="none" strike="noStrike">
                <a:solidFill>
                  <a:schemeClr val="lt1"/>
                </a:solidFill>
                <a:latin typeface="Rockwell"/>
                <a:ea typeface="Rockwell"/>
                <a:cs typeface="Rockwell"/>
                <a:sym typeface="Rockwell"/>
              </a:defRPr>
            </a:lvl5pPr>
            <a:lvl6pPr lvl="5" marR="0" rtl="0" algn="l">
              <a:lnSpc>
                <a:spcPct val="120000"/>
              </a:lnSpc>
              <a:spcBef>
                <a:spcPts val="500"/>
              </a:spcBef>
              <a:spcAft>
                <a:spcPts val="0"/>
              </a:spcAft>
              <a:buClr>
                <a:schemeClr val="lt1"/>
              </a:buClr>
              <a:buSzPts val="2000"/>
              <a:buFont typeface="Arial"/>
              <a:buNone/>
              <a:defRPr b="0" i="0" sz="2000" u="none" cap="none" strike="noStrike">
                <a:solidFill>
                  <a:schemeClr val="lt1"/>
                </a:solidFill>
                <a:latin typeface="Rockwell"/>
                <a:ea typeface="Rockwell"/>
                <a:cs typeface="Rockwell"/>
                <a:sym typeface="Rockwell"/>
              </a:defRPr>
            </a:lvl6pPr>
            <a:lvl7pPr lvl="6" marR="0" rtl="0" algn="l">
              <a:lnSpc>
                <a:spcPct val="120000"/>
              </a:lnSpc>
              <a:spcBef>
                <a:spcPts val="500"/>
              </a:spcBef>
              <a:spcAft>
                <a:spcPts val="0"/>
              </a:spcAft>
              <a:buClr>
                <a:schemeClr val="lt1"/>
              </a:buClr>
              <a:buSzPts val="2000"/>
              <a:buFont typeface="Arial"/>
              <a:buNone/>
              <a:defRPr b="0" i="0" sz="2000" u="none" cap="none" strike="noStrike">
                <a:solidFill>
                  <a:schemeClr val="lt1"/>
                </a:solidFill>
                <a:latin typeface="Rockwell"/>
                <a:ea typeface="Rockwell"/>
                <a:cs typeface="Rockwell"/>
                <a:sym typeface="Rockwell"/>
              </a:defRPr>
            </a:lvl7pPr>
            <a:lvl8pPr lvl="7" marR="0" rtl="0" algn="l">
              <a:lnSpc>
                <a:spcPct val="120000"/>
              </a:lnSpc>
              <a:spcBef>
                <a:spcPts val="500"/>
              </a:spcBef>
              <a:spcAft>
                <a:spcPts val="0"/>
              </a:spcAft>
              <a:buClr>
                <a:schemeClr val="lt1"/>
              </a:buClr>
              <a:buSzPts val="2000"/>
              <a:buFont typeface="Arial"/>
              <a:buNone/>
              <a:defRPr b="0" i="0" sz="2000" u="none" cap="none" strike="noStrike">
                <a:solidFill>
                  <a:schemeClr val="lt1"/>
                </a:solidFill>
                <a:latin typeface="Rockwell"/>
                <a:ea typeface="Rockwell"/>
                <a:cs typeface="Rockwell"/>
                <a:sym typeface="Rockwell"/>
              </a:defRPr>
            </a:lvl8pPr>
            <a:lvl9pPr lvl="8" marR="0" rtl="0" algn="l">
              <a:lnSpc>
                <a:spcPct val="120000"/>
              </a:lnSpc>
              <a:spcBef>
                <a:spcPts val="500"/>
              </a:spcBef>
              <a:spcAft>
                <a:spcPts val="0"/>
              </a:spcAft>
              <a:buClr>
                <a:schemeClr val="lt1"/>
              </a:buClr>
              <a:buSzPts val="2000"/>
              <a:buFont typeface="Arial"/>
              <a:buNone/>
              <a:defRPr b="0" i="0" sz="2000" u="none" cap="none" strike="noStrike">
                <a:solidFill>
                  <a:schemeClr val="lt1"/>
                </a:solidFill>
                <a:latin typeface="Rockwell"/>
                <a:ea typeface="Rockwell"/>
                <a:cs typeface="Rockwell"/>
                <a:sym typeface="Rockwell"/>
              </a:defRPr>
            </a:lvl9pPr>
          </a:lstStyle>
          <a:p/>
        </p:txBody>
      </p:sp>
      <p:sp>
        <p:nvSpPr>
          <p:cNvPr id="93" name="Google Shape;93;p12"/>
          <p:cNvSpPr txBox="1"/>
          <p:nvPr>
            <p:ph idx="1" type="body"/>
          </p:nvPr>
        </p:nvSpPr>
        <p:spPr>
          <a:xfrm>
            <a:off x="685346" y="2971800"/>
            <a:ext cx="4171200" cy="2819400"/>
          </a:xfrm>
          <a:prstGeom prst="rect">
            <a:avLst/>
          </a:prstGeom>
          <a:noFill/>
          <a:ln>
            <a:noFill/>
          </a:ln>
        </p:spPr>
        <p:txBody>
          <a:bodyPr anchorCtr="0" anchor="t" bIns="45700" lIns="91425" spcFirstLastPara="1" rIns="91425" wrap="square" tIns="45700">
            <a:noAutofit/>
          </a:bodyPr>
          <a:lstStyle>
            <a:lvl1pPr indent="-228600" lvl="0" marL="457200" rtl="0" algn="ctr">
              <a:lnSpc>
                <a:spcPct val="120000"/>
              </a:lnSpc>
              <a:spcBef>
                <a:spcPts val="1000"/>
              </a:spcBef>
              <a:spcAft>
                <a:spcPts val="0"/>
              </a:spcAft>
              <a:buClr>
                <a:schemeClr val="lt1"/>
              </a:buClr>
              <a:buSzPts val="1800"/>
              <a:buNone/>
              <a:defRPr sz="1800"/>
            </a:lvl1pPr>
            <a:lvl2pPr indent="-228600" lvl="1" marL="914400" rtl="0" algn="l">
              <a:lnSpc>
                <a:spcPct val="120000"/>
              </a:lnSpc>
              <a:spcBef>
                <a:spcPts val="500"/>
              </a:spcBef>
              <a:spcAft>
                <a:spcPts val="0"/>
              </a:spcAft>
              <a:buClr>
                <a:schemeClr val="lt1"/>
              </a:buClr>
              <a:buSzPts val="1400"/>
              <a:buNone/>
              <a:defRPr sz="1400"/>
            </a:lvl2pPr>
            <a:lvl3pPr indent="-228600" lvl="2" marL="1371600" rtl="0" algn="l">
              <a:lnSpc>
                <a:spcPct val="120000"/>
              </a:lnSpc>
              <a:spcBef>
                <a:spcPts val="500"/>
              </a:spcBef>
              <a:spcAft>
                <a:spcPts val="0"/>
              </a:spcAft>
              <a:buClr>
                <a:schemeClr val="lt1"/>
              </a:buClr>
              <a:buSzPts val="1200"/>
              <a:buNone/>
              <a:defRPr sz="1200"/>
            </a:lvl3pPr>
            <a:lvl4pPr indent="-228600" lvl="3" marL="1828800" rtl="0" algn="l">
              <a:lnSpc>
                <a:spcPct val="120000"/>
              </a:lnSpc>
              <a:spcBef>
                <a:spcPts val="500"/>
              </a:spcBef>
              <a:spcAft>
                <a:spcPts val="0"/>
              </a:spcAft>
              <a:buClr>
                <a:schemeClr val="lt1"/>
              </a:buClr>
              <a:buSzPts val="1000"/>
              <a:buNone/>
              <a:defRPr sz="1000"/>
            </a:lvl4pPr>
            <a:lvl5pPr indent="-228600" lvl="4" marL="2286000" rtl="0" algn="l">
              <a:lnSpc>
                <a:spcPct val="120000"/>
              </a:lnSpc>
              <a:spcBef>
                <a:spcPts val="500"/>
              </a:spcBef>
              <a:spcAft>
                <a:spcPts val="0"/>
              </a:spcAft>
              <a:buClr>
                <a:schemeClr val="lt1"/>
              </a:buClr>
              <a:buSzPts val="1000"/>
              <a:buNone/>
              <a:defRPr sz="1000"/>
            </a:lvl5pPr>
            <a:lvl6pPr indent="-228600" lvl="5" marL="2743200" rtl="0" algn="l">
              <a:lnSpc>
                <a:spcPct val="120000"/>
              </a:lnSpc>
              <a:spcBef>
                <a:spcPts val="500"/>
              </a:spcBef>
              <a:spcAft>
                <a:spcPts val="0"/>
              </a:spcAft>
              <a:buClr>
                <a:schemeClr val="lt1"/>
              </a:buClr>
              <a:buSzPts val="1000"/>
              <a:buNone/>
              <a:defRPr sz="1000"/>
            </a:lvl6pPr>
            <a:lvl7pPr indent="-228600" lvl="6" marL="3200400" rtl="0" algn="l">
              <a:lnSpc>
                <a:spcPct val="120000"/>
              </a:lnSpc>
              <a:spcBef>
                <a:spcPts val="500"/>
              </a:spcBef>
              <a:spcAft>
                <a:spcPts val="0"/>
              </a:spcAft>
              <a:buClr>
                <a:schemeClr val="lt1"/>
              </a:buClr>
              <a:buSzPts val="1000"/>
              <a:buNone/>
              <a:defRPr sz="1000"/>
            </a:lvl7pPr>
            <a:lvl8pPr indent="-228600" lvl="7" marL="3657600" rtl="0" algn="l">
              <a:lnSpc>
                <a:spcPct val="120000"/>
              </a:lnSpc>
              <a:spcBef>
                <a:spcPts val="500"/>
              </a:spcBef>
              <a:spcAft>
                <a:spcPts val="0"/>
              </a:spcAft>
              <a:buClr>
                <a:schemeClr val="lt1"/>
              </a:buClr>
              <a:buSzPts val="1000"/>
              <a:buNone/>
              <a:defRPr sz="1000"/>
            </a:lvl8pPr>
            <a:lvl9pPr indent="-228600" lvl="8" marL="4114800" rtl="0" algn="l">
              <a:lnSpc>
                <a:spcPct val="120000"/>
              </a:lnSpc>
              <a:spcBef>
                <a:spcPts val="500"/>
              </a:spcBef>
              <a:spcAft>
                <a:spcPts val="0"/>
              </a:spcAft>
              <a:buClr>
                <a:schemeClr val="lt1"/>
              </a:buClr>
              <a:buSzPts val="1000"/>
              <a:buNone/>
              <a:defRPr sz="1000"/>
            </a:lvl9pPr>
          </a:lstStyle>
          <a:p/>
        </p:txBody>
      </p:sp>
      <p:sp>
        <p:nvSpPr>
          <p:cNvPr id="94" name="Google Shape;94;p12"/>
          <p:cNvSpPr txBox="1"/>
          <p:nvPr>
            <p:ph idx="10" type="dt"/>
          </p:nvPr>
        </p:nvSpPr>
        <p:spPr>
          <a:xfrm>
            <a:off x="5759450" y="5883275"/>
            <a:ext cx="20574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95" name="Google Shape;95;p12"/>
          <p:cNvSpPr txBox="1"/>
          <p:nvPr>
            <p:ph idx="11" type="ftr"/>
          </p:nvPr>
        </p:nvSpPr>
        <p:spPr>
          <a:xfrm>
            <a:off x="685800" y="5883275"/>
            <a:ext cx="50037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96" name="Google Shape;96;p12"/>
          <p:cNvSpPr txBox="1"/>
          <p:nvPr>
            <p:ph idx="12" type="sldNum"/>
          </p:nvPr>
        </p:nvSpPr>
        <p:spPr>
          <a:xfrm>
            <a:off x="7885112" y="5883275"/>
            <a:ext cx="565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7" name="Shape 97"/>
        <p:cNvGrpSpPr/>
        <p:nvPr/>
      </p:nvGrpSpPr>
      <p:grpSpPr>
        <a:xfrm>
          <a:off x="0" y="0"/>
          <a:ext cx="0" cy="0"/>
          <a:chOff x="0" y="0"/>
          <a:chExt cx="0" cy="0"/>
        </a:xfrm>
      </p:grpSpPr>
      <p:sp>
        <p:nvSpPr>
          <p:cNvPr id="98" name="Google Shape;98;p13"/>
          <p:cNvSpPr txBox="1"/>
          <p:nvPr>
            <p:ph type="title"/>
          </p:nvPr>
        </p:nvSpPr>
        <p:spPr>
          <a:xfrm>
            <a:off x="687921" y="609600"/>
            <a:ext cx="2949300" cy="2362200"/>
          </a:xfrm>
          <a:prstGeom prst="rect">
            <a:avLst/>
          </a:prstGeom>
          <a:noFill/>
          <a:ln>
            <a:noFill/>
          </a:ln>
        </p:spPr>
        <p:txBody>
          <a:bodyPr anchorCtr="0" anchor="b" bIns="45700" lIns="91425" spcFirstLastPara="1" rIns="91425" wrap="square" tIns="45700">
            <a:noAutofit/>
          </a:bodyPr>
          <a:lstStyle>
            <a:lvl1pPr lvl="0" rtl="0" algn="ctr">
              <a:lnSpc>
                <a:spcPct val="90000"/>
              </a:lnSpc>
              <a:spcBef>
                <a:spcPts val="0"/>
              </a:spcBef>
              <a:spcAft>
                <a:spcPts val="0"/>
              </a:spcAft>
              <a:buSzPts val="1400"/>
              <a:buNone/>
              <a:defRPr sz="2800"/>
            </a:lvl1pPr>
            <a:lvl2pPr lvl="1" rtl="0" algn="ctr">
              <a:lnSpc>
                <a:spcPct val="90000"/>
              </a:lnSpc>
              <a:spcBef>
                <a:spcPts val="0"/>
              </a:spcBef>
              <a:spcAft>
                <a:spcPts val="0"/>
              </a:spcAft>
              <a:buSzPts val="1400"/>
              <a:buNone/>
              <a:defRPr/>
            </a:lvl2pPr>
            <a:lvl3pPr lvl="2" rtl="0" algn="ctr">
              <a:lnSpc>
                <a:spcPct val="90000"/>
              </a:lnSpc>
              <a:spcBef>
                <a:spcPts val="0"/>
              </a:spcBef>
              <a:spcAft>
                <a:spcPts val="0"/>
              </a:spcAft>
              <a:buSzPts val="1400"/>
              <a:buNone/>
              <a:defRPr/>
            </a:lvl3pPr>
            <a:lvl4pPr lvl="3" rtl="0" algn="ctr">
              <a:lnSpc>
                <a:spcPct val="90000"/>
              </a:lnSpc>
              <a:spcBef>
                <a:spcPts val="0"/>
              </a:spcBef>
              <a:spcAft>
                <a:spcPts val="0"/>
              </a:spcAft>
              <a:buSzPts val="1400"/>
              <a:buNone/>
              <a:defRPr/>
            </a:lvl4pPr>
            <a:lvl5pPr lvl="4" rtl="0" algn="ctr">
              <a:lnSpc>
                <a:spcPct val="90000"/>
              </a:lnSpc>
              <a:spcBef>
                <a:spcPts val="0"/>
              </a:spcBef>
              <a:spcAft>
                <a:spcPts val="0"/>
              </a:spcAft>
              <a:buSzPts val="1400"/>
              <a:buNone/>
              <a:defRPr/>
            </a:lvl5pPr>
            <a:lvl6pPr lvl="5" rtl="0" algn="ctr">
              <a:lnSpc>
                <a:spcPct val="90000"/>
              </a:lnSpc>
              <a:spcBef>
                <a:spcPts val="0"/>
              </a:spcBef>
              <a:spcAft>
                <a:spcPts val="0"/>
              </a:spcAft>
              <a:buSzPts val="1400"/>
              <a:buNone/>
              <a:defRPr/>
            </a:lvl6pPr>
            <a:lvl7pPr lvl="6" rtl="0" algn="ctr">
              <a:lnSpc>
                <a:spcPct val="90000"/>
              </a:lnSpc>
              <a:spcBef>
                <a:spcPts val="0"/>
              </a:spcBef>
              <a:spcAft>
                <a:spcPts val="0"/>
              </a:spcAft>
              <a:buSzPts val="1400"/>
              <a:buNone/>
              <a:defRPr/>
            </a:lvl7pPr>
            <a:lvl8pPr lvl="7" rtl="0" algn="ctr">
              <a:lnSpc>
                <a:spcPct val="90000"/>
              </a:lnSpc>
              <a:spcBef>
                <a:spcPts val="0"/>
              </a:spcBef>
              <a:spcAft>
                <a:spcPts val="0"/>
              </a:spcAft>
              <a:buSzPts val="1400"/>
              <a:buNone/>
              <a:defRPr/>
            </a:lvl8pPr>
            <a:lvl9pPr lvl="8" rtl="0" algn="ctr">
              <a:lnSpc>
                <a:spcPct val="90000"/>
              </a:lnSpc>
              <a:spcBef>
                <a:spcPts val="0"/>
              </a:spcBef>
              <a:spcAft>
                <a:spcPts val="0"/>
              </a:spcAft>
              <a:buSzPts val="1400"/>
              <a:buNone/>
              <a:defRPr/>
            </a:lvl9pPr>
          </a:lstStyle>
          <a:p/>
        </p:txBody>
      </p:sp>
      <p:sp>
        <p:nvSpPr>
          <p:cNvPr id="99" name="Google Shape;99;p13"/>
          <p:cNvSpPr txBox="1"/>
          <p:nvPr>
            <p:ph idx="1" type="body"/>
          </p:nvPr>
        </p:nvSpPr>
        <p:spPr>
          <a:xfrm>
            <a:off x="3808548" y="609600"/>
            <a:ext cx="4642200" cy="5181600"/>
          </a:xfrm>
          <a:prstGeom prst="rect">
            <a:avLst/>
          </a:prstGeom>
          <a:noFill/>
          <a:ln>
            <a:noFill/>
          </a:ln>
        </p:spPr>
        <p:txBody>
          <a:bodyPr anchorCtr="0" anchor="ctr" bIns="45700" lIns="91425" spcFirstLastPara="1" rIns="91425" wrap="square" tIns="45700">
            <a:noAutofit/>
          </a:bodyPr>
          <a:lstStyle>
            <a:lvl1pPr indent="-342900" lvl="0" marL="457200" rtl="0" algn="l">
              <a:lnSpc>
                <a:spcPct val="120000"/>
              </a:lnSpc>
              <a:spcBef>
                <a:spcPts val="1000"/>
              </a:spcBef>
              <a:spcAft>
                <a:spcPts val="0"/>
              </a:spcAft>
              <a:buClr>
                <a:schemeClr val="lt1"/>
              </a:buClr>
              <a:buSzPts val="1800"/>
              <a:buChar char="•"/>
              <a:defRPr/>
            </a:lvl1pPr>
            <a:lvl2pPr indent="-342900" lvl="1" marL="914400" rtl="0" algn="l">
              <a:lnSpc>
                <a:spcPct val="120000"/>
              </a:lnSpc>
              <a:spcBef>
                <a:spcPts val="500"/>
              </a:spcBef>
              <a:spcAft>
                <a:spcPts val="0"/>
              </a:spcAft>
              <a:buClr>
                <a:schemeClr val="lt1"/>
              </a:buClr>
              <a:buSzPts val="1800"/>
              <a:buChar char="•"/>
              <a:defRPr/>
            </a:lvl2pPr>
            <a:lvl3pPr indent="-342900" lvl="2" marL="1371600" rtl="0" algn="l">
              <a:lnSpc>
                <a:spcPct val="120000"/>
              </a:lnSpc>
              <a:spcBef>
                <a:spcPts val="500"/>
              </a:spcBef>
              <a:spcAft>
                <a:spcPts val="0"/>
              </a:spcAft>
              <a:buClr>
                <a:schemeClr val="lt1"/>
              </a:buClr>
              <a:buSzPts val="1800"/>
              <a:buChar char="•"/>
              <a:defRPr/>
            </a:lvl3pPr>
            <a:lvl4pPr indent="-342900" lvl="3" marL="1828800" rtl="0" algn="l">
              <a:lnSpc>
                <a:spcPct val="120000"/>
              </a:lnSpc>
              <a:spcBef>
                <a:spcPts val="500"/>
              </a:spcBef>
              <a:spcAft>
                <a:spcPts val="0"/>
              </a:spcAft>
              <a:buClr>
                <a:schemeClr val="lt1"/>
              </a:buClr>
              <a:buSzPts val="1800"/>
              <a:buChar char="•"/>
              <a:defRPr/>
            </a:lvl4pPr>
            <a:lvl5pPr indent="-342900" lvl="4" marL="2286000" rtl="0" algn="l">
              <a:lnSpc>
                <a:spcPct val="120000"/>
              </a:lnSpc>
              <a:spcBef>
                <a:spcPts val="500"/>
              </a:spcBef>
              <a:spcAft>
                <a:spcPts val="0"/>
              </a:spcAft>
              <a:buClr>
                <a:schemeClr val="lt1"/>
              </a:buClr>
              <a:buSzPts val="1800"/>
              <a:buChar char="•"/>
              <a:defRPr/>
            </a:lvl5pPr>
            <a:lvl6pPr indent="-342900" lvl="5" marL="2743200" rtl="0" algn="l">
              <a:lnSpc>
                <a:spcPct val="120000"/>
              </a:lnSpc>
              <a:spcBef>
                <a:spcPts val="500"/>
              </a:spcBef>
              <a:spcAft>
                <a:spcPts val="0"/>
              </a:spcAft>
              <a:buClr>
                <a:schemeClr val="lt1"/>
              </a:buClr>
              <a:buSzPts val="1800"/>
              <a:buChar char="•"/>
              <a:defRPr/>
            </a:lvl6pPr>
            <a:lvl7pPr indent="-342900" lvl="6" marL="3200400" rtl="0" algn="l">
              <a:lnSpc>
                <a:spcPct val="120000"/>
              </a:lnSpc>
              <a:spcBef>
                <a:spcPts val="500"/>
              </a:spcBef>
              <a:spcAft>
                <a:spcPts val="0"/>
              </a:spcAft>
              <a:buClr>
                <a:schemeClr val="lt1"/>
              </a:buClr>
              <a:buSzPts val="1800"/>
              <a:buChar char="•"/>
              <a:defRPr/>
            </a:lvl7pPr>
            <a:lvl8pPr indent="-342900" lvl="7" marL="3657600" rtl="0" algn="l">
              <a:lnSpc>
                <a:spcPct val="120000"/>
              </a:lnSpc>
              <a:spcBef>
                <a:spcPts val="500"/>
              </a:spcBef>
              <a:spcAft>
                <a:spcPts val="0"/>
              </a:spcAft>
              <a:buClr>
                <a:schemeClr val="lt1"/>
              </a:buClr>
              <a:buSzPts val="1800"/>
              <a:buChar char="•"/>
              <a:defRPr/>
            </a:lvl8pPr>
            <a:lvl9pPr indent="-342900" lvl="8" marL="4114800" rtl="0" algn="l">
              <a:lnSpc>
                <a:spcPct val="120000"/>
              </a:lnSpc>
              <a:spcBef>
                <a:spcPts val="500"/>
              </a:spcBef>
              <a:spcAft>
                <a:spcPts val="0"/>
              </a:spcAft>
              <a:buClr>
                <a:schemeClr val="lt1"/>
              </a:buClr>
              <a:buSzPts val="1800"/>
              <a:buChar char="•"/>
              <a:defRPr/>
            </a:lvl9pPr>
          </a:lstStyle>
          <a:p/>
        </p:txBody>
      </p:sp>
      <p:sp>
        <p:nvSpPr>
          <p:cNvPr id="100" name="Google Shape;100;p13"/>
          <p:cNvSpPr txBox="1"/>
          <p:nvPr>
            <p:ph idx="2" type="body"/>
          </p:nvPr>
        </p:nvSpPr>
        <p:spPr>
          <a:xfrm>
            <a:off x="687921" y="2971801"/>
            <a:ext cx="2949300" cy="2819400"/>
          </a:xfrm>
          <a:prstGeom prst="rect">
            <a:avLst/>
          </a:prstGeom>
          <a:noFill/>
          <a:ln>
            <a:noFill/>
          </a:ln>
        </p:spPr>
        <p:txBody>
          <a:bodyPr anchorCtr="0" anchor="t" bIns="45700" lIns="91425" spcFirstLastPara="1" rIns="91425" wrap="square" tIns="45700">
            <a:noAutofit/>
          </a:bodyPr>
          <a:lstStyle>
            <a:lvl1pPr indent="-228600" lvl="0" marL="457200" rtl="0" algn="ctr">
              <a:lnSpc>
                <a:spcPct val="120000"/>
              </a:lnSpc>
              <a:spcBef>
                <a:spcPts val="1000"/>
              </a:spcBef>
              <a:spcAft>
                <a:spcPts val="0"/>
              </a:spcAft>
              <a:buClr>
                <a:schemeClr val="lt1"/>
              </a:buClr>
              <a:buSzPts val="1600"/>
              <a:buNone/>
              <a:defRPr sz="1600"/>
            </a:lvl1pPr>
            <a:lvl2pPr indent="-228600" lvl="1" marL="914400" rtl="0" algn="l">
              <a:lnSpc>
                <a:spcPct val="120000"/>
              </a:lnSpc>
              <a:spcBef>
                <a:spcPts val="500"/>
              </a:spcBef>
              <a:spcAft>
                <a:spcPts val="0"/>
              </a:spcAft>
              <a:buClr>
                <a:schemeClr val="lt1"/>
              </a:buClr>
              <a:buSzPts val="1400"/>
              <a:buNone/>
              <a:defRPr sz="1400"/>
            </a:lvl2pPr>
            <a:lvl3pPr indent="-228600" lvl="2" marL="1371600" rtl="0" algn="l">
              <a:lnSpc>
                <a:spcPct val="120000"/>
              </a:lnSpc>
              <a:spcBef>
                <a:spcPts val="500"/>
              </a:spcBef>
              <a:spcAft>
                <a:spcPts val="0"/>
              </a:spcAft>
              <a:buClr>
                <a:schemeClr val="lt1"/>
              </a:buClr>
              <a:buSzPts val="1200"/>
              <a:buNone/>
              <a:defRPr sz="1200"/>
            </a:lvl3pPr>
            <a:lvl4pPr indent="-228600" lvl="3" marL="1828800" rtl="0" algn="l">
              <a:lnSpc>
                <a:spcPct val="120000"/>
              </a:lnSpc>
              <a:spcBef>
                <a:spcPts val="500"/>
              </a:spcBef>
              <a:spcAft>
                <a:spcPts val="0"/>
              </a:spcAft>
              <a:buClr>
                <a:schemeClr val="lt1"/>
              </a:buClr>
              <a:buSzPts val="1000"/>
              <a:buNone/>
              <a:defRPr sz="1000"/>
            </a:lvl4pPr>
            <a:lvl5pPr indent="-228600" lvl="4" marL="2286000" rtl="0" algn="l">
              <a:lnSpc>
                <a:spcPct val="120000"/>
              </a:lnSpc>
              <a:spcBef>
                <a:spcPts val="500"/>
              </a:spcBef>
              <a:spcAft>
                <a:spcPts val="0"/>
              </a:spcAft>
              <a:buClr>
                <a:schemeClr val="lt1"/>
              </a:buClr>
              <a:buSzPts val="1000"/>
              <a:buNone/>
              <a:defRPr sz="1000"/>
            </a:lvl5pPr>
            <a:lvl6pPr indent="-228600" lvl="5" marL="2743200" rtl="0" algn="l">
              <a:lnSpc>
                <a:spcPct val="120000"/>
              </a:lnSpc>
              <a:spcBef>
                <a:spcPts val="500"/>
              </a:spcBef>
              <a:spcAft>
                <a:spcPts val="0"/>
              </a:spcAft>
              <a:buClr>
                <a:schemeClr val="lt1"/>
              </a:buClr>
              <a:buSzPts val="1000"/>
              <a:buNone/>
              <a:defRPr sz="1000"/>
            </a:lvl6pPr>
            <a:lvl7pPr indent="-228600" lvl="6" marL="3200400" rtl="0" algn="l">
              <a:lnSpc>
                <a:spcPct val="120000"/>
              </a:lnSpc>
              <a:spcBef>
                <a:spcPts val="500"/>
              </a:spcBef>
              <a:spcAft>
                <a:spcPts val="0"/>
              </a:spcAft>
              <a:buClr>
                <a:schemeClr val="lt1"/>
              </a:buClr>
              <a:buSzPts val="1000"/>
              <a:buNone/>
              <a:defRPr sz="1000"/>
            </a:lvl7pPr>
            <a:lvl8pPr indent="-228600" lvl="7" marL="3657600" rtl="0" algn="l">
              <a:lnSpc>
                <a:spcPct val="120000"/>
              </a:lnSpc>
              <a:spcBef>
                <a:spcPts val="500"/>
              </a:spcBef>
              <a:spcAft>
                <a:spcPts val="0"/>
              </a:spcAft>
              <a:buClr>
                <a:schemeClr val="lt1"/>
              </a:buClr>
              <a:buSzPts val="1000"/>
              <a:buNone/>
              <a:defRPr sz="1000"/>
            </a:lvl8pPr>
            <a:lvl9pPr indent="-228600" lvl="8" marL="4114800" rtl="0" algn="l">
              <a:lnSpc>
                <a:spcPct val="120000"/>
              </a:lnSpc>
              <a:spcBef>
                <a:spcPts val="500"/>
              </a:spcBef>
              <a:spcAft>
                <a:spcPts val="0"/>
              </a:spcAft>
              <a:buClr>
                <a:schemeClr val="lt1"/>
              </a:buClr>
              <a:buSzPts val="1000"/>
              <a:buNone/>
              <a:defRPr sz="1000"/>
            </a:lvl9pPr>
          </a:lstStyle>
          <a:p/>
        </p:txBody>
      </p:sp>
      <p:sp>
        <p:nvSpPr>
          <p:cNvPr id="101" name="Google Shape;101;p13"/>
          <p:cNvSpPr txBox="1"/>
          <p:nvPr>
            <p:ph idx="10" type="dt"/>
          </p:nvPr>
        </p:nvSpPr>
        <p:spPr>
          <a:xfrm>
            <a:off x="5759450" y="5883275"/>
            <a:ext cx="20574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02" name="Google Shape;102;p13"/>
          <p:cNvSpPr txBox="1"/>
          <p:nvPr>
            <p:ph idx="11" type="ftr"/>
          </p:nvPr>
        </p:nvSpPr>
        <p:spPr>
          <a:xfrm>
            <a:off x="685800" y="5883275"/>
            <a:ext cx="50037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03" name="Google Shape;103;p13"/>
          <p:cNvSpPr txBox="1"/>
          <p:nvPr>
            <p:ph idx="12" type="sldNum"/>
          </p:nvPr>
        </p:nvSpPr>
        <p:spPr>
          <a:xfrm>
            <a:off x="7885112" y="5883275"/>
            <a:ext cx="565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4" name="Shape 104"/>
        <p:cNvGrpSpPr/>
        <p:nvPr/>
      </p:nvGrpSpPr>
      <p:grpSpPr>
        <a:xfrm>
          <a:off x="0" y="0"/>
          <a:ext cx="0" cy="0"/>
          <a:chOff x="0" y="0"/>
          <a:chExt cx="0" cy="0"/>
        </a:xfrm>
      </p:grpSpPr>
      <p:sp>
        <p:nvSpPr>
          <p:cNvPr id="105" name="Google Shape;105;p14"/>
          <p:cNvSpPr txBox="1"/>
          <p:nvPr>
            <p:ph idx="10" type="dt"/>
          </p:nvPr>
        </p:nvSpPr>
        <p:spPr>
          <a:xfrm>
            <a:off x="5759450" y="5883275"/>
            <a:ext cx="20574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06" name="Google Shape;106;p14"/>
          <p:cNvSpPr txBox="1"/>
          <p:nvPr>
            <p:ph idx="11" type="ftr"/>
          </p:nvPr>
        </p:nvSpPr>
        <p:spPr>
          <a:xfrm>
            <a:off x="685800" y="5883275"/>
            <a:ext cx="50037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07" name="Google Shape;107;p14"/>
          <p:cNvSpPr txBox="1"/>
          <p:nvPr>
            <p:ph idx="12" type="sldNum"/>
          </p:nvPr>
        </p:nvSpPr>
        <p:spPr>
          <a:xfrm>
            <a:off x="7885112" y="5883275"/>
            <a:ext cx="565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8" name="Shape 108"/>
        <p:cNvGrpSpPr/>
        <p:nvPr/>
      </p:nvGrpSpPr>
      <p:grpSpPr>
        <a:xfrm>
          <a:off x="0" y="0"/>
          <a:ext cx="0" cy="0"/>
          <a:chOff x="0" y="0"/>
          <a:chExt cx="0" cy="0"/>
        </a:xfrm>
      </p:grpSpPr>
      <p:sp>
        <p:nvSpPr>
          <p:cNvPr id="109" name="Google Shape;109;p15"/>
          <p:cNvSpPr txBox="1"/>
          <p:nvPr>
            <p:ph type="title"/>
          </p:nvPr>
        </p:nvSpPr>
        <p:spPr>
          <a:xfrm>
            <a:off x="685800" y="609600"/>
            <a:ext cx="7764600" cy="1325700"/>
          </a:xfrm>
          <a:prstGeom prst="rect">
            <a:avLst/>
          </a:prstGeom>
          <a:noFill/>
          <a:ln>
            <a:noFill/>
          </a:ln>
        </p:spPr>
        <p:txBody>
          <a:bodyPr anchorCtr="0" anchor="ctr" bIns="45700" lIns="91425" spcFirstLastPara="1" rIns="91425" wrap="square" tIns="45700">
            <a:noAutofit/>
          </a:bodyPr>
          <a:lstStyle>
            <a:lvl1pPr lvl="0" rtl="0" algn="ctr">
              <a:lnSpc>
                <a:spcPct val="90000"/>
              </a:lnSpc>
              <a:spcBef>
                <a:spcPts val="0"/>
              </a:spcBef>
              <a:spcAft>
                <a:spcPts val="0"/>
              </a:spcAft>
              <a:buSzPts val="1400"/>
              <a:buNone/>
              <a:defRPr/>
            </a:lvl1pPr>
            <a:lvl2pPr lvl="1" rtl="0" algn="ctr">
              <a:lnSpc>
                <a:spcPct val="90000"/>
              </a:lnSpc>
              <a:spcBef>
                <a:spcPts val="0"/>
              </a:spcBef>
              <a:spcAft>
                <a:spcPts val="0"/>
              </a:spcAft>
              <a:buSzPts val="1400"/>
              <a:buNone/>
              <a:defRPr/>
            </a:lvl2pPr>
            <a:lvl3pPr lvl="2" rtl="0" algn="ctr">
              <a:lnSpc>
                <a:spcPct val="90000"/>
              </a:lnSpc>
              <a:spcBef>
                <a:spcPts val="0"/>
              </a:spcBef>
              <a:spcAft>
                <a:spcPts val="0"/>
              </a:spcAft>
              <a:buSzPts val="1400"/>
              <a:buNone/>
              <a:defRPr/>
            </a:lvl3pPr>
            <a:lvl4pPr lvl="3" rtl="0" algn="ctr">
              <a:lnSpc>
                <a:spcPct val="90000"/>
              </a:lnSpc>
              <a:spcBef>
                <a:spcPts val="0"/>
              </a:spcBef>
              <a:spcAft>
                <a:spcPts val="0"/>
              </a:spcAft>
              <a:buSzPts val="1400"/>
              <a:buNone/>
              <a:defRPr/>
            </a:lvl4pPr>
            <a:lvl5pPr lvl="4" rtl="0" algn="ctr">
              <a:lnSpc>
                <a:spcPct val="90000"/>
              </a:lnSpc>
              <a:spcBef>
                <a:spcPts val="0"/>
              </a:spcBef>
              <a:spcAft>
                <a:spcPts val="0"/>
              </a:spcAft>
              <a:buSzPts val="1400"/>
              <a:buNone/>
              <a:defRPr/>
            </a:lvl5pPr>
            <a:lvl6pPr lvl="5" rtl="0" algn="ctr">
              <a:lnSpc>
                <a:spcPct val="90000"/>
              </a:lnSpc>
              <a:spcBef>
                <a:spcPts val="0"/>
              </a:spcBef>
              <a:spcAft>
                <a:spcPts val="0"/>
              </a:spcAft>
              <a:buSzPts val="1400"/>
              <a:buNone/>
              <a:defRPr/>
            </a:lvl6pPr>
            <a:lvl7pPr lvl="6" rtl="0" algn="ctr">
              <a:lnSpc>
                <a:spcPct val="90000"/>
              </a:lnSpc>
              <a:spcBef>
                <a:spcPts val="0"/>
              </a:spcBef>
              <a:spcAft>
                <a:spcPts val="0"/>
              </a:spcAft>
              <a:buSzPts val="1400"/>
              <a:buNone/>
              <a:defRPr/>
            </a:lvl7pPr>
            <a:lvl8pPr lvl="7" rtl="0" algn="ctr">
              <a:lnSpc>
                <a:spcPct val="90000"/>
              </a:lnSpc>
              <a:spcBef>
                <a:spcPts val="0"/>
              </a:spcBef>
              <a:spcAft>
                <a:spcPts val="0"/>
              </a:spcAft>
              <a:buSzPts val="1400"/>
              <a:buNone/>
              <a:defRPr/>
            </a:lvl8pPr>
            <a:lvl9pPr lvl="8" rtl="0" algn="ctr">
              <a:lnSpc>
                <a:spcPct val="90000"/>
              </a:lnSpc>
              <a:spcBef>
                <a:spcPts val="0"/>
              </a:spcBef>
              <a:spcAft>
                <a:spcPts val="0"/>
              </a:spcAft>
              <a:buSzPts val="1400"/>
              <a:buNone/>
              <a:defRPr/>
            </a:lvl9pPr>
          </a:lstStyle>
          <a:p/>
        </p:txBody>
      </p:sp>
      <p:sp>
        <p:nvSpPr>
          <p:cNvPr id="110" name="Google Shape;110;p15"/>
          <p:cNvSpPr txBox="1"/>
          <p:nvPr>
            <p:ph idx="10" type="dt"/>
          </p:nvPr>
        </p:nvSpPr>
        <p:spPr>
          <a:xfrm>
            <a:off x="5759450" y="5883275"/>
            <a:ext cx="20574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11" name="Google Shape;111;p15"/>
          <p:cNvSpPr txBox="1"/>
          <p:nvPr>
            <p:ph idx="11" type="ftr"/>
          </p:nvPr>
        </p:nvSpPr>
        <p:spPr>
          <a:xfrm>
            <a:off x="685800" y="5883275"/>
            <a:ext cx="50037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12" name="Google Shape;112;p15"/>
          <p:cNvSpPr txBox="1"/>
          <p:nvPr>
            <p:ph idx="12" type="sldNum"/>
          </p:nvPr>
        </p:nvSpPr>
        <p:spPr>
          <a:xfrm>
            <a:off x="7885112" y="5883275"/>
            <a:ext cx="565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3" name="Shape 113"/>
        <p:cNvGrpSpPr/>
        <p:nvPr/>
      </p:nvGrpSpPr>
      <p:grpSpPr>
        <a:xfrm>
          <a:off x="0" y="0"/>
          <a:ext cx="0" cy="0"/>
          <a:chOff x="0" y="0"/>
          <a:chExt cx="0" cy="0"/>
        </a:xfrm>
      </p:grpSpPr>
      <p:sp>
        <p:nvSpPr>
          <p:cNvPr id="114" name="Google Shape;114;p16"/>
          <p:cNvSpPr txBox="1"/>
          <p:nvPr>
            <p:ph type="title"/>
          </p:nvPr>
        </p:nvSpPr>
        <p:spPr>
          <a:xfrm>
            <a:off x="685347" y="609601"/>
            <a:ext cx="7765200" cy="1325700"/>
          </a:xfrm>
          <a:prstGeom prst="rect">
            <a:avLst/>
          </a:prstGeom>
          <a:noFill/>
          <a:ln>
            <a:noFill/>
          </a:ln>
        </p:spPr>
        <p:txBody>
          <a:bodyPr anchorCtr="0" anchor="ctr" bIns="45700" lIns="91425" spcFirstLastPara="1" rIns="91425" wrap="square" tIns="45700">
            <a:noAutofit/>
          </a:bodyPr>
          <a:lstStyle>
            <a:lvl1pPr lvl="0" rtl="0" algn="ctr">
              <a:lnSpc>
                <a:spcPct val="90000"/>
              </a:lnSpc>
              <a:spcBef>
                <a:spcPts val="0"/>
              </a:spcBef>
              <a:spcAft>
                <a:spcPts val="0"/>
              </a:spcAft>
              <a:buSzPts val="1400"/>
              <a:buNone/>
              <a:defRPr/>
            </a:lvl1pPr>
            <a:lvl2pPr lvl="1" rtl="0" algn="ctr">
              <a:lnSpc>
                <a:spcPct val="90000"/>
              </a:lnSpc>
              <a:spcBef>
                <a:spcPts val="0"/>
              </a:spcBef>
              <a:spcAft>
                <a:spcPts val="0"/>
              </a:spcAft>
              <a:buSzPts val="1400"/>
              <a:buNone/>
              <a:defRPr/>
            </a:lvl2pPr>
            <a:lvl3pPr lvl="2" rtl="0" algn="ctr">
              <a:lnSpc>
                <a:spcPct val="90000"/>
              </a:lnSpc>
              <a:spcBef>
                <a:spcPts val="0"/>
              </a:spcBef>
              <a:spcAft>
                <a:spcPts val="0"/>
              </a:spcAft>
              <a:buSzPts val="1400"/>
              <a:buNone/>
              <a:defRPr/>
            </a:lvl3pPr>
            <a:lvl4pPr lvl="3" rtl="0" algn="ctr">
              <a:lnSpc>
                <a:spcPct val="90000"/>
              </a:lnSpc>
              <a:spcBef>
                <a:spcPts val="0"/>
              </a:spcBef>
              <a:spcAft>
                <a:spcPts val="0"/>
              </a:spcAft>
              <a:buSzPts val="1400"/>
              <a:buNone/>
              <a:defRPr/>
            </a:lvl4pPr>
            <a:lvl5pPr lvl="4" rtl="0" algn="ctr">
              <a:lnSpc>
                <a:spcPct val="90000"/>
              </a:lnSpc>
              <a:spcBef>
                <a:spcPts val="0"/>
              </a:spcBef>
              <a:spcAft>
                <a:spcPts val="0"/>
              </a:spcAft>
              <a:buSzPts val="1400"/>
              <a:buNone/>
              <a:defRPr/>
            </a:lvl5pPr>
            <a:lvl6pPr lvl="5" rtl="0" algn="ctr">
              <a:lnSpc>
                <a:spcPct val="90000"/>
              </a:lnSpc>
              <a:spcBef>
                <a:spcPts val="0"/>
              </a:spcBef>
              <a:spcAft>
                <a:spcPts val="0"/>
              </a:spcAft>
              <a:buSzPts val="1400"/>
              <a:buNone/>
              <a:defRPr/>
            </a:lvl6pPr>
            <a:lvl7pPr lvl="6" rtl="0" algn="ctr">
              <a:lnSpc>
                <a:spcPct val="90000"/>
              </a:lnSpc>
              <a:spcBef>
                <a:spcPts val="0"/>
              </a:spcBef>
              <a:spcAft>
                <a:spcPts val="0"/>
              </a:spcAft>
              <a:buSzPts val="1400"/>
              <a:buNone/>
              <a:defRPr/>
            </a:lvl7pPr>
            <a:lvl8pPr lvl="7" rtl="0" algn="ctr">
              <a:lnSpc>
                <a:spcPct val="90000"/>
              </a:lnSpc>
              <a:spcBef>
                <a:spcPts val="0"/>
              </a:spcBef>
              <a:spcAft>
                <a:spcPts val="0"/>
              </a:spcAft>
              <a:buSzPts val="1400"/>
              <a:buNone/>
              <a:defRPr/>
            </a:lvl8pPr>
            <a:lvl9pPr lvl="8" rtl="0" algn="ctr">
              <a:lnSpc>
                <a:spcPct val="90000"/>
              </a:lnSpc>
              <a:spcBef>
                <a:spcPts val="0"/>
              </a:spcBef>
              <a:spcAft>
                <a:spcPts val="0"/>
              </a:spcAft>
              <a:buSzPts val="1400"/>
              <a:buNone/>
              <a:defRPr/>
            </a:lvl9pPr>
          </a:lstStyle>
          <a:p/>
        </p:txBody>
      </p:sp>
      <p:sp>
        <p:nvSpPr>
          <p:cNvPr id="115" name="Google Shape;115;p16"/>
          <p:cNvSpPr txBox="1"/>
          <p:nvPr>
            <p:ph idx="1" type="body"/>
          </p:nvPr>
        </p:nvSpPr>
        <p:spPr>
          <a:xfrm>
            <a:off x="915427" y="2088320"/>
            <a:ext cx="3600300" cy="823800"/>
          </a:xfrm>
          <a:prstGeom prst="rect">
            <a:avLst/>
          </a:prstGeom>
          <a:noFill/>
          <a:ln>
            <a:noFill/>
          </a:ln>
        </p:spPr>
        <p:txBody>
          <a:bodyPr anchorCtr="0" anchor="b" bIns="45700" lIns="91425" spcFirstLastPara="1" rIns="91425" wrap="square" tIns="45700">
            <a:noAutofit/>
          </a:bodyPr>
          <a:lstStyle>
            <a:lvl1pPr indent="-228600" lvl="0" marL="457200" rtl="0" algn="l">
              <a:lnSpc>
                <a:spcPct val="100000"/>
              </a:lnSpc>
              <a:spcBef>
                <a:spcPts val="1000"/>
              </a:spcBef>
              <a:spcAft>
                <a:spcPts val="0"/>
              </a:spcAft>
              <a:buClr>
                <a:schemeClr val="lt1"/>
              </a:buClr>
              <a:buSzPts val="2400"/>
              <a:buNone/>
              <a:defRPr b="1" sz="2400"/>
            </a:lvl1pPr>
            <a:lvl2pPr indent="-228600" lvl="1" marL="914400" rtl="0" algn="l">
              <a:lnSpc>
                <a:spcPct val="120000"/>
              </a:lnSpc>
              <a:spcBef>
                <a:spcPts val="500"/>
              </a:spcBef>
              <a:spcAft>
                <a:spcPts val="0"/>
              </a:spcAft>
              <a:buClr>
                <a:schemeClr val="lt1"/>
              </a:buClr>
              <a:buSzPts val="2000"/>
              <a:buNone/>
              <a:defRPr b="1" sz="2000"/>
            </a:lvl2pPr>
            <a:lvl3pPr indent="-228600" lvl="2" marL="1371600" rtl="0" algn="l">
              <a:lnSpc>
                <a:spcPct val="120000"/>
              </a:lnSpc>
              <a:spcBef>
                <a:spcPts val="500"/>
              </a:spcBef>
              <a:spcAft>
                <a:spcPts val="0"/>
              </a:spcAft>
              <a:buClr>
                <a:schemeClr val="lt1"/>
              </a:buClr>
              <a:buSzPts val="1800"/>
              <a:buNone/>
              <a:defRPr b="1" sz="1800"/>
            </a:lvl3pPr>
            <a:lvl4pPr indent="-228600" lvl="3" marL="1828800" rtl="0" algn="l">
              <a:lnSpc>
                <a:spcPct val="120000"/>
              </a:lnSpc>
              <a:spcBef>
                <a:spcPts val="500"/>
              </a:spcBef>
              <a:spcAft>
                <a:spcPts val="0"/>
              </a:spcAft>
              <a:buClr>
                <a:schemeClr val="lt1"/>
              </a:buClr>
              <a:buSzPts val="1600"/>
              <a:buNone/>
              <a:defRPr b="1" sz="1600"/>
            </a:lvl4pPr>
            <a:lvl5pPr indent="-228600" lvl="4" marL="2286000" rtl="0" algn="l">
              <a:lnSpc>
                <a:spcPct val="120000"/>
              </a:lnSpc>
              <a:spcBef>
                <a:spcPts val="500"/>
              </a:spcBef>
              <a:spcAft>
                <a:spcPts val="0"/>
              </a:spcAft>
              <a:buClr>
                <a:schemeClr val="lt1"/>
              </a:buClr>
              <a:buSzPts val="1600"/>
              <a:buNone/>
              <a:defRPr b="1" sz="1600"/>
            </a:lvl5pPr>
            <a:lvl6pPr indent="-228600" lvl="5" marL="2743200" rtl="0" algn="l">
              <a:lnSpc>
                <a:spcPct val="120000"/>
              </a:lnSpc>
              <a:spcBef>
                <a:spcPts val="500"/>
              </a:spcBef>
              <a:spcAft>
                <a:spcPts val="0"/>
              </a:spcAft>
              <a:buClr>
                <a:schemeClr val="lt1"/>
              </a:buClr>
              <a:buSzPts val="1600"/>
              <a:buNone/>
              <a:defRPr b="1" sz="1600"/>
            </a:lvl6pPr>
            <a:lvl7pPr indent="-228600" lvl="6" marL="3200400" rtl="0" algn="l">
              <a:lnSpc>
                <a:spcPct val="120000"/>
              </a:lnSpc>
              <a:spcBef>
                <a:spcPts val="500"/>
              </a:spcBef>
              <a:spcAft>
                <a:spcPts val="0"/>
              </a:spcAft>
              <a:buClr>
                <a:schemeClr val="lt1"/>
              </a:buClr>
              <a:buSzPts val="1600"/>
              <a:buNone/>
              <a:defRPr b="1" sz="1600"/>
            </a:lvl7pPr>
            <a:lvl8pPr indent="-228600" lvl="7" marL="3657600" rtl="0" algn="l">
              <a:lnSpc>
                <a:spcPct val="120000"/>
              </a:lnSpc>
              <a:spcBef>
                <a:spcPts val="500"/>
              </a:spcBef>
              <a:spcAft>
                <a:spcPts val="0"/>
              </a:spcAft>
              <a:buClr>
                <a:schemeClr val="lt1"/>
              </a:buClr>
              <a:buSzPts val="1600"/>
              <a:buNone/>
              <a:defRPr b="1" sz="1600"/>
            </a:lvl8pPr>
            <a:lvl9pPr indent="-228600" lvl="8" marL="4114800" rtl="0" algn="l">
              <a:lnSpc>
                <a:spcPct val="120000"/>
              </a:lnSpc>
              <a:spcBef>
                <a:spcPts val="500"/>
              </a:spcBef>
              <a:spcAft>
                <a:spcPts val="0"/>
              </a:spcAft>
              <a:buClr>
                <a:schemeClr val="lt1"/>
              </a:buClr>
              <a:buSzPts val="1600"/>
              <a:buNone/>
              <a:defRPr b="1" sz="1600"/>
            </a:lvl9pPr>
          </a:lstStyle>
          <a:p/>
        </p:txBody>
      </p:sp>
      <p:sp>
        <p:nvSpPr>
          <p:cNvPr id="116" name="Google Shape;116;p16"/>
          <p:cNvSpPr txBox="1"/>
          <p:nvPr>
            <p:ph idx="2" type="body"/>
          </p:nvPr>
        </p:nvSpPr>
        <p:spPr>
          <a:xfrm>
            <a:off x="685346" y="2912232"/>
            <a:ext cx="3830400" cy="2879100"/>
          </a:xfrm>
          <a:prstGeom prst="rect">
            <a:avLst/>
          </a:prstGeom>
          <a:noFill/>
          <a:ln>
            <a:noFill/>
          </a:ln>
        </p:spPr>
        <p:txBody>
          <a:bodyPr anchorCtr="0" anchor="t" bIns="45700" lIns="91425" spcFirstLastPara="1" rIns="91425" wrap="square" tIns="45700">
            <a:noAutofit/>
          </a:bodyPr>
          <a:lstStyle>
            <a:lvl1pPr indent="-342900" lvl="0" marL="457200" rtl="0" algn="l">
              <a:lnSpc>
                <a:spcPct val="120000"/>
              </a:lnSpc>
              <a:spcBef>
                <a:spcPts val="1000"/>
              </a:spcBef>
              <a:spcAft>
                <a:spcPts val="0"/>
              </a:spcAft>
              <a:buClr>
                <a:schemeClr val="lt1"/>
              </a:buClr>
              <a:buSzPts val="1800"/>
              <a:buChar char="•"/>
              <a:defRPr/>
            </a:lvl1pPr>
            <a:lvl2pPr indent="-342900" lvl="1" marL="914400" rtl="0" algn="l">
              <a:lnSpc>
                <a:spcPct val="120000"/>
              </a:lnSpc>
              <a:spcBef>
                <a:spcPts val="500"/>
              </a:spcBef>
              <a:spcAft>
                <a:spcPts val="0"/>
              </a:spcAft>
              <a:buClr>
                <a:schemeClr val="lt1"/>
              </a:buClr>
              <a:buSzPts val="1800"/>
              <a:buChar char="•"/>
              <a:defRPr/>
            </a:lvl2pPr>
            <a:lvl3pPr indent="-342900" lvl="2" marL="1371600" rtl="0" algn="l">
              <a:lnSpc>
                <a:spcPct val="120000"/>
              </a:lnSpc>
              <a:spcBef>
                <a:spcPts val="500"/>
              </a:spcBef>
              <a:spcAft>
                <a:spcPts val="0"/>
              </a:spcAft>
              <a:buClr>
                <a:schemeClr val="lt1"/>
              </a:buClr>
              <a:buSzPts val="1800"/>
              <a:buChar char="•"/>
              <a:defRPr/>
            </a:lvl3pPr>
            <a:lvl4pPr indent="-342900" lvl="3" marL="1828800" rtl="0" algn="l">
              <a:lnSpc>
                <a:spcPct val="120000"/>
              </a:lnSpc>
              <a:spcBef>
                <a:spcPts val="500"/>
              </a:spcBef>
              <a:spcAft>
                <a:spcPts val="0"/>
              </a:spcAft>
              <a:buClr>
                <a:schemeClr val="lt1"/>
              </a:buClr>
              <a:buSzPts val="1800"/>
              <a:buChar char="•"/>
              <a:defRPr/>
            </a:lvl4pPr>
            <a:lvl5pPr indent="-342900" lvl="4" marL="2286000" rtl="0" algn="l">
              <a:lnSpc>
                <a:spcPct val="120000"/>
              </a:lnSpc>
              <a:spcBef>
                <a:spcPts val="500"/>
              </a:spcBef>
              <a:spcAft>
                <a:spcPts val="0"/>
              </a:spcAft>
              <a:buClr>
                <a:schemeClr val="lt1"/>
              </a:buClr>
              <a:buSzPts val="1800"/>
              <a:buChar char="•"/>
              <a:defRPr/>
            </a:lvl5pPr>
            <a:lvl6pPr indent="-342900" lvl="5" marL="2743200" rtl="0" algn="l">
              <a:lnSpc>
                <a:spcPct val="120000"/>
              </a:lnSpc>
              <a:spcBef>
                <a:spcPts val="500"/>
              </a:spcBef>
              <a:spcAft>
                <a:spcPts val="0"/>
              </a:spcAft>
              <a:buClr>
                <a:schemeClr val="lt1"/>
              </a:buClr>
              <a:buSzPts val="1800"/>
              <a:buChar char="•"/>
              <a:defRPr/>
            </a:lvl6pPr>
            <a:lvl7pPr indent="-342900" lvl="6" marL="3200400" rtl="0" algn="l">
              <a:lnSpc>
                <a:spcPct val="120000"/>
              </a:lnSpc>
              <a:spcBef>
                <a:spcPts val="500"/>
              </a:spcBef>
              <a:spcAft>
                <a:spcPts val="0"/>
              </a:spcAft>
              <a:buClr>
                <a:schemeClr val="lt1"/>
              </a:buClr>
              <a:buSzPts val="1800"/>
              <a:buChar char="•"/>
              <a:defRPr/>
            </a:lvl7pPr>
            <a:lvl8pPr indent="-342900" lvl="7" marL="3657600" rtl="0" algn="l">
              <a:lnSpc>
                <a:spcPct val="120000"/>
              </a:lnSpc>
              <a:spcBef>
                <a:spcPts val="500"/>
              </a:spcBef>
              <a:spcAft>
                <a:spcPts val="0"/>
              </a:spcAft>
              <a:buClr>
                <a:schemeClr val="lt1"/>
              </a:buClr>
              <a:buSzPts val="1800"/>
              <a:buChar char="•"/>
              <a:defRPr/>
            </a:lvl8pPr>
            <a:lvl9pPr indent="-342900" lvl="8" marL="4114800" rtl="0" algn="l">
              <a:lnSpc>
                <a:spcPct val="120000"/>
              </a:lnSpc>
              <a:spcBef>
                <a:spcPts val="500"/>
              </a:spcBef>
              <a:spcAft>
                <a:spcPts val="0"/>
              </a:spcAft>
              <a:buClr>
                <a:schemeClr val="lt1"/>
              </a:buClr>
              <a:buSzPts val="1800"/>
              <a:buChar char="•"/>
              <a:defRPr/>
            </a:lvl9pPr>
          </a:lstStyle>
          <a:p/>
        </p:txBody>
      </p:sp>
      <p:sp>
        <p:nvSpPr>
          <p:cNvPr id="117" name="Google Shape;117;p16"/>
          <p:cNvSpPr txBox="1"/>
          <p:nvPr>
            <p:ph idx="3" type="body"/>
          </p:nvPr>
        </p:nvSpPr>
        <p:spPr>
          <a:xfrm>
            <a:off x="4859230" y="2088320"/>
            <a:ext cx="3591300" cy="823800"/>
          </a:xfrm>
          <a:prstGeom prst="rect">
            <a:avLst/>
          </a:prstGeom>
          <a:noFill/>
          <a:ln>
            <a:noFill/>
          </a:ln>
        </p:spPr>
        <p:txBody>
          <a:bodyPr anchorCtr="0" anchor="b" bIns="45700" lIns="91425" spcFirstLastPara="1" rIns="91425" wrap="square" tIns="45700">
            <a:noAutofit/>
          </a:bodyPr>
          <a:lstStyle>
            <a:lvl1pPr indent="-228600" lvl="0" marL="457200" rtl="0" algn="l">
              <a:lnSpc>
                <a:spcPct val="100000"/>
              </a:lnSpc>
              <a:spcBef>
                <a:spcPts val="1000"/>
              </a:spcBef>
              <a:spcAft>
                <a:spcPts val="0"/>
              </a:spcAft>
              <a:buClr>
                <a:schemeClr val="lt1"/>
              </a:buClr>
              <a:buSzPts val="2400"/>
              <a:buNone/>
              <a:defRPr b="1" sz="2400"/>
            </a:lvl1pPr>
            <a:lvl2pPr indent="-228600" lvl="1" marL="914400" rtl="0" algn="l">
              <a:lnSpc>
                <a:spcPct val="120000"/>
              </a:lnSpc>
              <a:spcBef>
                <a:spcPts val="500"/>
              </a:spcBef>
              <a:spcAft>
                <a:spcPts val="0"/>
              </a:spcAft>
              <a:buClr>
                <a:schemeClr val="lt1"/>
              </a:buClr>
              <a:buSzPts val="2000"/>
              <a:buNone/>
              <a:defRPr b="1" sz="2000"/>
            </a:lvl2pPr>
            <a:lvl3pPr indent="-228600" lvl="2" marL="1371600" rtl="0" algn="l">
              <a:lnSpc>
                <a:spcPct val="120000"/>
              </a:lnSpc>
              <a:spcBef>
                <a:spcPts val="500"/>
              </a:spcBef>
              <a:spcAft>
                <a:spcPts val="0"/>
              </a:spcAft>
              <a:buClr>
                <a:schemeClr val="lt1"/>
              </a:buClr>
              <a:buSzPts val="1800"/>
              <a:buNone/>
              <a:defRPr b="1" sz="1800"/>
            </a:lvl3pPr>
            <a:lvl4pPr indent="-228600" lvl="3" marL="1828800" rtl="0" algn="l">
              <a:lnSpc>
                <a:spcPct val="120000"/>
              </a:lnSpc>
              <a:spcBef>
                <a:spcPts val="500"/>
              </a:spcBef>
              <a:spcAft>
                <a:spcPts val="0"/>
              </a:spcAft>
              <a:buClr>
                <a:schemeClr val="lt1"/>
              </a:buClr>
              <a:buSzPts val="1600"/>
              <a:buNone/>
              <a:defRPr b="1" sz="1600"/>
            </a:lvl4pPr>
            <a:lvl5pPr indent="-228600" lvl="4" marL="2286000" rtl="0" algn="l">
              <a:lnSpc>
                <a:spcPct val="120000"/>
              </a:lnSpc>
              <a:spcBef>
                <a:spcPts val="500"/>
              </a:spcBef>
              <a:spcAft>
                <a:spcPts val="0"/>
              </a:spcAft>
              <a:buClr>
                <a:schemeClr val="lt1"/>
              </a:buClr>
              <a:buSzPts val="1600"/>
              <a:buNone/>
              <a:defRPr b="1" sz="1600"/>
            </a:lvl5pPr>
            <a:lvl6pPr indent="-228600" lvl="5" marL="2743200" rtl="0" algn="l">
              <a:lnSpc>
                <a:spcPct val="120000"/>
              </a:lnSpc>
              <a:spcBef>
                <a:spcPts val="500"/>
              </a:spcBef>
              <a:spcAft>
                <a:spcPts val="0"/>
              </a:spcAft>
              <a:buClr>
                <a:schemeClr val="lt1"/>
              </a:buClr>
              <a:buSzPts val="1600"/>
              <a:buNone/>
              <a:defRPr b="1" sz="1600"/>
            </a:lvl6pPr>
            <a:lvl7pPr indent="-228600" lvl="6" marL="3200400" rtl="0" algn="l">
              <a:lnSpc>
                <a:spcPct val="120000"/>
              </a:lnSpc>
              <a:spcBef>
                <a:spcPts val="500"/>
              </a:spcBef>
              <a:spcAft>
                <a:spcPts val="0"/>
              </a:spcAft>
              <a:buClr>
                <a:schemeClr val="lt1"/>
              </a:buClr>
              <a:buSzPts val="1600"/>
              <a:buNone/>
              <a:defRPr b="1" sz="1600"/>
            </a:lvl7pPr>
            <a:lvl8pPr indent="-228600" lvl="7" marL="3657600" rtl="0" algn="l">
              <a:lnSpc>
                <a:spcPct val="120000"/>
              </a:lnSpc>
              <a:spcBef>
                <a:spcPts val="500"/>
              </a:spcBef>
              <a:spcAft>
                <a:spcPts val="0"/>
              </a:spcAft>
              <a:buClr>
                <a:schemeClr val="lt1"/>
              </a:buClr>
              <a:buSzPts val="1600"/>
              <a:buNone/>
              <a:defRPr b="1" sz="1600"/>
            </a:lvl8pPr>
            <a:lvl9pPr indent="-228600" lvl="8" marL="4114800" rtl="0" algn="l">
              <a:lnSpc>
                <a:spcPct val="120000"/>
              </a:lnSpc>
              <a:spcBef>
                <a:spcPts val="500"/>
              </a:spcBef>
              <a:spcAft>
                <a:spcPts val="0"/>
              </a:spcAft>
              <a:buClr>
                <a:schemeClr val="lt1"/>
              </a:buClr>
              <a:buSzPts val="1600"/>
              <a:buNone/>
              <a:defRPr b="1" sz="1600"/>
            </a:lvl9pPr>
          </a:lstStyle>
          <a:p/>
        </p:txBody>
      </p:sp>
      <p:sp>
        <p:nvSpPr>
          <p:cNvPr id="118" name="Google Shape;118;p16"/>
          <p:cNvSpPr txBox="1"/>
          <p:nvPr>
            <p:ph idx="4" type="body"/>
          </p:nvPr>
        </p:nvSpPr>
        <p:spPr>
          <a:xfrm>
            <a:off x="4629150" y="2912232"/>
            <a:ext cx="3821400" cy="2879100"/>
          </a:xfrm>
          <a:prstGeom prst="rect">
            <a:avLst/>
          </a:prstGeom>
          <a:noFill/>
          <a:ln>
            <a:noFill/>
          </a:ln>
        </p:spPr>
        <p:txBody>
          <a:bodyPr anchorCtr="0" anchor="t" bIns="45700" lIns="91425" spcFirstLastPara="1" rIns="91425" wrap="square" tIns="45700">
            <a:noAutofit/>
          </a:bodyPr>
          <a:lstStyle>
            <a:lvl1pPr indent="-342900" lvl="0" marL="457200" rtl="0" algn="l">
              <a:lnSpc>
                <a:spcPct val="120000"/>
              </a:lnSpc>
              <a:spcBef>
                <a:spcPts val="1000"/>
              </a:spcBef>
              <a:spcAft>
                <a:spcPts val="0"/>
              </a:spcAft>
              <a:buClr>
                <a:schemeClr val="lt1"/>
              </a:buClr>
              <a:buSzPts val="1800"/>
              <a:buChar char="•"/>
              <a:defRPr/>
            </a:lvl1pPr>
            <a:lvl2pPr indent="-342900" lvl="1" marL="914400" rtl="0" algn="l">
              <a:lnSpc>
                <a:spcPct val="120000"/>
              </a:lnSpc>
              <a:spcBef>
                <a:spcPts val="500"/>
              </a:spcBef>
              <a:spcAft>
                <a:spcPts val="0"/>
              </a:spcAft>
              <a:buClr>
                <a:schemeClr val="lt1"/>
              </a:buClr>
              <a:buSzPts val="1800"/>
              <a:buChar char="•"/>
              <a:defRPr/>
            </a:lvl2pPr>
            <a:lvl3pPr indent="-342900" lvl="2" marL="1371600" rtl="0" algn="l">
              <a:lnSpc>
                <a:spcPct val="120000"/>
              </a:lnSpc>
              <a:spcBef>
                <a:spcPts val="500"/>
              </a:spcBef>
              <a:spcAft>
                <a:spcPts val="0"/>
              </a:spcAft>
              <a:buClr>
                <a:schemeClr val="lt1"/>
              </a:buClr>
              <a:buSzPts val="1800"/>
              <a:buChar char="•"/>
              <a:defRPr/>
            </a:lvl3pPr>
            <a:lvl4pPr indent="-342900" lvl="3" marL="1828800" rtl="0" algn="l">
              <a:lnSpc>
                <a:spcPct val="120000"/>
              </a:lnSpc>
              <a:spcBef>
                <a:spcPts val="500"/>
              </a:spcBef>
              <a:spcAft>
                <a:spcPts val="0"/>
              </a:spcAft>
              <a:buClr>
                <a:schemeClr val="lt1"/>
              </a:buClr>
              <a:buSzPts val="1800"/>
              <a:buChar char="•"/>
              <a:defRPr/>
            </a:lvl4pPr>
            <a:lvl5pPr indent="-342900" lvl="4" marL="2286000" rtl="0" algn="l">
              <a:lnSpc>
                <a:spcPct val="120000"/>
              </a:lnSpc>
              <a:spcBef>
                <a:spcPts val="500"/>
              </a:spcBef>
              <a:spcAft>
                <a:spcPts val="0"/>
              </a:spcAft>
              <a:buClr>
                <a:schemeClr val="lt1"/>
              </a:buClr>
              <a:buSzPts val="1800"/>
              <a:buChar char="•"/>
              <a:defRPr/>
            </a:lvl5pPr>
            <a:lvl6pPr indent="-342900" lvl="5" marL="2743200" rtl="0" algn="l">
              <a:lnSpc>
                <a:spcPct val="120000"/>
              </a:lnSpc>
              <a:spcBef>
                <a:spcPts val="500"/>
              </a:spcBef>
              <a:spcAft>
                <a:spcPts val="0"/>
              </a:spcAft>
              <a:buClr>
                <a:schemeClr val="lt1"/>
              </a:buClr>
              <a:buSzPts val="1800"/>
              <a:buChar char="•"/>
              <a:defRPr/>
            </a:lvl6pPr>
            <a:lvl7pPr indent="-342900" lvl="6" marL="3200400" rtl="0" algn="l">
              <a:lnSpc>
                <a:spcPct val="120000"/>
              </a:lnSpc>
              <a:spcBef>
                <a:spcPts val="500"/>
              </a:spcBef>
              <a:spcAft>
                <a:spcPts val="0"/>
              </a:spcAft>
              <a:buClr>
                <a:schemeClr val="lt1"/>
              </a:buClr>
              <a:buSzPts val="1800"/>
              <a:buChar char="•"/>
              <a:defRPr/>
            </a:lvl7pPr>
            <a:lvl8pPr indent="-342900" lvl="7" marL="3657600" rtl="0" algn="l">
              <a:lnSpc>
                <a:spcPct val="120000"/>
              </a:lnSpc>
              <a:spcBef>
                <a:spcPts val="500"/>
              </a:spcBef>
              <a:spcAft>
                <a:spcPts val="0"/>
              </a:spcAft>
              <a:buClr>
                <a:schemeClr val="lt1"/>
              </a:buClr>
              <a:buSzPts val="1800"/>
              <a:buChar char="•"/>
              <a:defRPr/>
            </a:lvl8pPr>
            <a:lvl9pPr indent="-342900" lvl="8" marL="4114800" rtl="0" algn="l">
              <a:lnSpc>
                <a:spcPct val="120000"/>
              </a:lnSpc>
              <a:spcBef>
                <a:spcPts val="500"/>
              </a:spcBef>
              <a:spcAft>
                <a:spcPts val="0"/>
              </a:spcAft>
              <a:buClr>
                <a:schemeClr val="lt1"/>
              </a:buClr>
              <a:buSzPts val="1800"/>
              <a:buChar char="•"/>
              <a:defRPr/>
            </a:lvl9pPr>
          </a:lstStyle>
          <a:p/>
        </p:txBody>
      </p:sp>
      <p:sp>
        <p:nvSpPr>
          <p:cNvPr id="119" name="Google Shape;119;p16"/>
          <p:cNvSpPr txBox="1"/>
          <p:nvPr>
            <p:ph idx="10" type="dt"/>
          </p:nvPr>
        </p:nvSpPr>
        <p:spPr>
          <a:xfrm>
            <a:off x="5759450" y="5883275"/>
            <a:ext cx="20574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20" name="Google Shape;120;p16"/>
          <p:cNvSpPr txBox="1"/>
          <p:nvPr>
            <p:ph idx="11" type="ftr"/>
          </p:nvPr>
        </p:nvSpPr>
        <p:spPr>
          <a:xfrm>
            <a:off x="685800" y="5883275"/>
            <a:ext cx="50037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21" name="Google Shape;121;p16"/>
          <p:cNvSpPr txBox="1"/>
          <p:nvPr>
            <p:ph idx="12" type="sldNum"/>
          </p:nvPr>
        </p:nvSpPr>
        <p:spPr>
          <a:xfrm>
            <a:off x="7885112" y="5883275"/>
            <a:ext cx="565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22" name="Shape 122"/>
        <p:cNvGrpSpPr/>
        <p:nvPr/>
      </p:nvGrpSpPr>
      <p:grpSpPr>
        <a:xfrm>
          <a:off x="0" y="0"/>
          <a:ext cx="0" cy="0"/>
          <a:chOff x="0" y="0"/>
          <a:chExt cx="0" cy="0"/>
        </a:xfrm>
      </p:grpSpPr>
      <p:sp>
        <p:nvSpPr>
          <p:cNvPr id="123" name="Google Shape;123;p17"/>
          <p:cNvSpPr txBox="1"/>
          <p:nvPr>
            <p:ph type="title"/>
          </p:nvPr>
        </p:nvSpPr>
        <p:spPr>
          <a:xfrm>
            <a:off x="685347" y="609601"/>
            <a:ext cx="7765200" cy="1326300"/>
          </a:xfrm>
          <a:prstGeom prst="rect">
            <a:avLst/>
          </a:prstGeom>
          <a:noFill/>
          <a:ln>
            <a:noFill/>
          </a:ln>
        </p:spPr>
        <p:txBody>
          <a:bodyPr anchorCtr="0" anchor="ctr" bIns="45700" lIns="91425" spcFirstLastPara="1" rIns="91425" wrap="square" tIns="45700">
            <a:noAutofit/>
          </a:bodyPr>
          <a:lstStyle>
            <a:lvl1pPr lvl="0" rtl="0" algn="ctr">
              <a:lnSpc>
                <a:spcPct val="90000"/>
              </a:lnSpc>
              <a:spcBef>
                <a:spcPts val="0"/>
              </a:spcBef>
              <a:spcAft>
                <a:spcPts val="0"/>
              </a:spcAft>
              <a:buSzPts val="1400"/>
              <a:buNone/>
              <a:defRPr/>
            </a:lvl1pPr>
            <a:lvl2pPr lvl="1" rtl="0" algn="ctr">
              <a:lnSpc>
                <a:spcPct val="90000"/>
              </a:lnSpc>
              <a:spcBef>
                <a:spcPts val="0"/>
              </a:spcBef>
              <a:spcAft>
                <a:spcPts val="0"/>
              </a:spcAft>
              <a:buSzPts val="1400"/>
              <a:buNone/>
              <a:defRPr/>
            </a:lvl2pPr>
            <a:lvl3pPr lvl="2" rtl="0" algn="ctr">
              <a:lnSpc>
                <a:spcPct val="90000"/>
              </a:lnSpc>
              <a:spcBef>
                <a:spcPts val="0"/>
              </a:spcBef>
              <a:spcAft>
                <a:spcPts val="0"/>
              </a:spcAft>
              <a:buSzPts val="1400"/>
              <a:buNone/>
              <a:defRPr/>
            </a:lvl3pPr>
            <a:lvl4pPr lvl="3" rtl="0" algn="ctr">
              <a:lnSpc>
                <a:spcPct val="90000"/>
              </a:lnSpc>
              <a:spcBef>
                <a:spcPts val="0"/>
              </a:spcBef>
              <a:spcAft>
                <a:spcPts val="0"/>
              </a:spcAft>
              <a:buSzPts val="1400"/>
              <a:buNone/>
              <a:defRPr/>
            </a:lvl4pPr>
            <a:lvl5pPr lvl="4" rtl="0" algn="ctr">
              <a:lnSpc>
                <a:spcPct val="90000"/>
              </a:lnSpc>
              <a:spcBef>
                <a:spcPts val="0"/>
              </a:spcBef>
              <a:spcAft>
                <a:spcPts val="0"/>
              </a:spcAft>
              <a:buSzPts val="1400"/>
              <a:buNone/>
              <a:defRPr/>
            </a:lvl5pPr>
            <a:lvl6pPr lvl="5" rtl="0" algn="ctr">
              <a:lnSpc>
                <a:spcPct val="90000"/>
              </a:lnSpc>
              <a:spcBef>
                <a:spcPts val="0"/>
              </a:spcBef>
              <a:spcAft>
                <a:spcPts val="0"/>
              </a:spcAft>
              <a:buSzPts val="1400"/>
              <a:buNone/>
              <a:defRPr/>
            </a:lvl6pPr>
            <a:lvl7pPr lvl="6" rtl="0" algn="ctr">
              <a:lnSpc>
                <a:spcPct val="90000"/>
              </a:lnSpc>
              <a:spcBef>
                <a:spcPts val="0"/>
              </a:spcBef>
              <a:spcAft>
                <a:spcPts val="0"/>
              </a:spcAft>
              <a:buSzPts val="1400"/>
              <a:buNone/>
              <a:defRPr/>
            </a:lvl7pPr>
            <a:lvl8pPr lvl="7" rtl="0" algn="ctr">
              <a:lnSpc>
                <a:spcPct val="90000"/>
              </a:lnSpc>
              <a:spcBef>
                <a:spcPts val="0"/>
              </a:spcBef>
              <a:spcAft>
                <a:spcPts val="0"/>
              </a:spcAft>
              <a:buSzPts val="1400"/>
              <a:buNone/>
              <a:defRPr/>
            </a:lvl8pPr>
            <a:lvl9pPr lvl="8" rtl="0" algn="ctr">
              <a:lnSpc>
                <a:spcPct val="90000"/>
              </a:lnSpc>
              <a:spcBef>
                <a:spcPts val="0"/>
              </a:spcBef>
              <a:spcAft>
                <a:spcPts val="0"/>
              </a:spcAft>
              <a:buSzPts val="1400"/>
              <a:buNone/>
              <a:defRPr/>
            </a:lvl9pPr>
          </a:lstStyle>
          <a:p/>
        </p:txBody>
      </p:sp>
      <p:sp>
        <p:nvSpPr>
          <p:cNvPr id="124" name="Google Shape;124;p17"/>
          <p:cNvSpPr txBox="1"/>
          <p:nvPr>
            <p:ph idx="1" type="body"/>
          </p:nvPr>
        </p:nvSpPr>
        <p:spPr>
          <a:xfrm>
            <a:off x="685346" y="2088320"/>
            <a:ext cx="3829500" cy="3702900"/>
          </a:xfrm>
          <a:prstGeom prst="rect">
            <a:avLst/>
          </a:prstGeom>
          <a:noFill/>
          <a:ln>
            <a:noFill/>
          </a:ln>
        </p:spPr>
        <p:txBody>
          <a:bodyPr anchorCtr="0" anchor="t" bIns="45700" lIns="91425" spcFirstLastPara="1" rIns="91425" wrap="square" tIns="45700">
            <a:noAutofit/>
          </a:bodyPr>
          <a:lstStyle>
            <a:lvl1pPr indent="-342900" lvl="0" marL="457200" rtl="0" algn="l">
              <a:lnSpc>
                <a:spcPct val="120000"/>
              </a:lnSpc>
              <a:spcBef>
                <a:spcPts val="1000"/>
              </a:spcBef>
              <a:spcAft>
                <a:spcPts val="0"/>
              </a:spcAft>
              <a:buClr>
                <a:schemeClr val="lt1"/>
              </a:buClr>
              <a:buSzPts val="1800"/>
              <a:buChar char="•"/>
              <a:defRPr/>
            </a:lvl1pPr>
            <a:lvl2pPr indent="-342900" lvl="1" marL="914400" rtl="0" algn="l">
              <a:lnSpc>
                <a:spcPct val="120000"/>
              </a:lnSpc>
              <a:spcBef>
                <a:spcPts val="500"/>
              </a:spcBef>
              <a:spcAft>
                <a:spcPts val="0"/>
              </a:spcAft>
              <a:buClr>
                <a:schemeClr val="lt1"/>
              </a:buClr>
              <a:buSzPts val="1800"/>
              <a:buChar char="•"/>
              <a:defRPr/>
            </a:lvl2pPr>
            <a:lvl3pPr indent="-342900" lvl="2" marL="1371600" rtl="0" algn="l">
              <a:lnSpc>
                <a:spcPct val="120000"/>
              </a:lnSpc>
              <a:spcBef>
                <a:spcPts val="500"/>
              </a:spcBef>
              <a:spcAft>
                <a:spcPts val="0"/>
              </a:spcAft>
              <a:buClr>
                <a:schemeClr val="lt1"/>
              </a:buClr>
              <a:buSzPts val="1800"/>
              <a:buChar char="•"/>
              <a:defRPr/>
            </a:lvl3pPr>
            <a:lvl4pPr indent="-342900" lvl="3" marL="1828800" rtl="0" algn="l">
              <a:lnSpc>
                <a:spcPct val="120000"/>
              </a:lnSpc>
              <a:spcBef>
                <a:spcPts val="500"/>
              </a:spcBef>
              <a:spcAft>
                <a:spcPts val="0"/>
              </a:spcAft>
              <a:buClr>
                <a:schemeClr val="lt1"/>
              </a:buClr>
              <a:buSzPts val="1800"/>
              <a:buChar char="•"/>
              <a:defRPr/>
            </a:lvl4pPr>
            <a:lvl5pPr indent="-342900" lvl="4" marL="2286000" rtl="0" algn="l">
              <a:lnSpc>
                <a:spcPct val="120000"/>
              </a:lnSpc>
              <a:spcBef>
                <a:spcPts val="500"/>
              </a:spcBef>
              <a:spcAft>
                <a:spcPts val="0"/>
              </a:spcAft>
              <a:buClr>
                <a:schemeClr val="lt1"/>
              </a:buClr>
              <a:buSzPts val="1800"/>
              <a:buChar char="•"/>
              <a:defRPr/>
            </a:lvl5pPr>
            <a:lvl6pPr indent="-342900" lvl="5" marL="2743200" rtl="0" algn="l">
              <a:lnSpc>
                <a:spcPct val="120000"/>
              </a:lnSpc>
              <a:spcBef>
                <a:spcPts val="500"/>
              </a:spcBef>
              <a:spcAft>
                <a:spcPts val="0"/>
              </a:spcAft>
              <a:buClr>
                <a:schemeClr val="lt1"/>
              </a:buClr>
              <a:buSzPts val="1800"/>
              <a:buChar char="•"/>
              <a:defRPr/>
            </a:lvl6pPr>
            <a:lvl7pPr indent="-342900" lvl="6" marL="3200400" rtl="0" algn="l">
              <a:lnSpc>
                <a:spcPct val="120000"/>
              </a:lnSpc>
              <a:spcBef>
                <a:spcPts val="500"/>
              </a:spcBef>
              <a:spcAft>
                <a:spcPts val="0"/>
              </a:spcAft>
              <a:buClr>
                <a:schemeClr val="lt1"/>
              </a:buClr>
              <a:buSzPts val="1800"/>
              <a:buChar char="•"/>
              <a:defRPr/>
            </a:lvl7pPr>
            <a:lvl8pPr indent="-342900" lvl="7" marL="3657600" rtl="0" algn="l">
              <a:lnSpc>
                <a:spcPct val="120000"/>
              </a:lnSpc>
              <a:spcBef>
                <a:spcPts val="500"/>
              </a:spcBef>
              <a:spcAft>
                <a:spcPts val="0"/>
              </a:spcAft>
              <a:buClr>
                <a:schemeClr val="lt1"/>
              </a:buClr>
              <a:buSzPts val="1800"/>
              <a:buChar char="•"/>
              <a:defRPr/>
            </a:lvl8pPr>
            <a:lvl9pPr indent="-342900" lvl="8" marL="4114800" rtl="0" algn="l">
              <a:lnSpc>
                <a:spcPct val="120000"/>
              </a:lnSpc>
              <a:spcBef>
                <a:spcPts val="500"/>
              </a:spcBef>
              <a:spcAft>
                <a:spcPts val="0"/>
              </a:spcAft>
              <a:buClr>
                <a:schemeClr val="lt1"/>
              </a:buClr>
              <a:buSzPts val="1800"/>
              <a:buChar char="•"/>
              <a:defRPr/>
            </a:lvl9pPr>
          </a:lstStyle>
          <a:p/>
        </p:txBody>
      </p:sp>
      <p:sp>
        <p:nvSpPr>
          <p:cNvPr id="125" name="Google Shape;125;p17"/>
          <p:cNvSpPr txBox="1"/>
          <p:nvPr>
            <p:ph idx="2" type="body"/>
          </p:nvPr>
        </p:nvSpPr>
        <p:spPr>
          <a:xfrm>
            <a:off x="4630052" y="2088320"/>
            <a:ext cx="3820500" cy="3702900"/>
          </a:xfrm>
          <a:prstGeom prst="rect">
            <a:avLst/>
          </a:prstGeom>
          <a:noFill/>
          <a:ln>
            <a:noFill/>
          </a:ln>
        </p:spPr>
        <p:txBody>
          <a:bodyPr anchorCtr="0" anchor="t" bIns="45700" lIns="91425" spcFirstLastPara="1" rIns="91425" wrap="square" tIns="45700">
            <a:noAutofit/>
          </a:bodyPr>
          <a:lstStyle>
            <a:lvl1pPr indent="-342900" lvl="0" marL="457200" rtl="0" algn="l">
              <a:lnSpc>
                <a:spcPct val="120000"/>
              </a:lnSpc>
              <a:spcBef>
                <a:spcPts val="1000"/>
              </a:spcBef>
              <a:spcAft>
                <a:spcPts val="0"/>
              </a:spcAft>
              <a:buClr>
                <a:schemeClr val="lt1"/>
              </a:buClr>
              <a:buSzPts val="1800"/>
              <a:buChar char="•"/>
              <a:defRPr/>
            </a:lvl1pPr>
            <a:lvl2pPr indent="-342900" lvl="1" marL="914400" rtl="0" algn="l">
              <a:lnSpc>
                <a:spcPct val="120000"/>
              </a:lnSpc>
              <a:spcBef>
                <a:spcPts val="500"/>
              </a:spcBef>
              <a:spcAft>
                <a:spcPts val="0"/>
              </a:spcAft>
              <a:buClr>
                <a:schemeClr val="lt1"/>
              </a:buClr>
              <a:buSzPts val="1800"/>
              <a:buChar char="•"/>
              <a:defRPr/>
            </a:lvl2pPr>
            <a:lvl3pPr indent="-342900" lvl="2" marL="1371600" rtl="0" algn="l">
              <a:lnSpc>
                <a:spcPct val="120000"/>
              </a:lnSpc>
              <a:spcBef>
                <a:spcPts val="500"/>
              </a:spcBef>
              <a:spcAft>
                <a:spcPts val="0"/>
              </a:spcAft>
              <a:buClr>
                <a:schemeClr val="lt1"/>
              </a:buClr>
              <a:buSzPts val="1800"/>
              <a:buChar char="•"/>
              <a:defRPr/>
            </a:lvl3pPr>
            <a:lvl4pPr indent="-342900" lvl="3" marL="1828800" rtl="0" algn="l">
              <a:lnSpc>
                <a:spcPct val="120000"/>
              </a:lnSpc>
              <a:spcBef>
                <a:spcPts val="500"/>
              </a:spcBef>
              <a:spcAft>
                <a:spcPts val="0"/>
              </a:spcAft>
              <a:buClr>
                <a:schemeClr val="lt1"/>
              </a:buClr>
              <a:buSzPts val="1800"/>
              <a:buChar char="•"/>
              <a:defRPr/>
            </a:lvl4pPr>
            <a:lvl5pPr indent="-342900" lvl="4" marL="2286000" rtl="0" algn="l">
              <a:lnSpc>
                <a:spcPct val="120000"/>
              </a:lnSpc>
              <a:spcBef>
                <a:spcPts val="500"/>
              </a:spcBef>
              <a:spcAft>
                <a:spcPts val="0"/>
              </a:spcAft>
              <a:buClr>
                <a:schemeClr val="lt1"/>
              </a:buClr>
              <a:buSzPts val="1800"/>
              <a:buChar char="•"/>
              <a:defRPr/>
            </a:lvl5pPr>
            <a:lvl6pPr indent="-342900" lvl="5" marL="2743200" rtl="0" algn="l">
              <a:lnSpc>
                <a:spcPct val="120000"/>
              </a:lnSpc>
              <a:spcBef>
                <a:spcPts val="500"/>
              </a:spcBef>
              <a:spcAft>
                <a:spcPts val="0"/>
              </a:spcAft>
              <a:buClr>
                <a:schemeClr val="lt1"/>
              </a:buClr>
              <a:buSzPts val="1800"/>
              <a:buChar char="•"/>
              <a:defRPr/>
            </a:lvl6pPr>
            <a:lvl7pPr indent="-342900" lvl="6" marL="3200400" rtl="0" algn="l">
              <a:lnSpc>
                <a:spcPct val="120000"/>
              </a:lnSpc>
              <a:spcBef>
                <a:spcPts val="500"/>
              </a:spcBef>
              <a:spcAft>
                <a:spcPts val="0"/>
              </a:spcAft>
              <a:buClr>
                <a:schemeClr val="lt1"/>
              </a:buClr>
              <a:buSzPts val="1800"/>
              <a:buChar char="•"/>
              <a:defRPr/>
            </a:lvl7pPr>
            <a:lvl8pPr indent="-342900" lvl="7" marL="3657600" rtl="0" algn="l">
              <a:lnSpc>
                <a:spcPct val="120000"/>
              </a:lnSpc>
              <a:spcBef>
                <a:spcPts val="500"/>
              </a:spcBef>
              <a:spcAft>
                <a:spcPts val="0"/>
              </a:spcAft>
              <a:buClr>
                <a:schemeClr val="lt1"/>
              </a:buClr>
              <a:buSzPts val="1800"/>
              <a:buChar char="•"/>
              <a:defRPr/>
            </a:lvl8pPr>
            <a:lvl9pPr indent="-342900" lvl="8" marL="4114800" rtl="0" algn="l">
              <a:lnSpc>
                <a:spcPct val="120000"/>
              </a:lnSpc>
              <a:spcBef>
                <a:spcPts val="500"/>
              </a:spcBef>
              <a:spcAft>
                <a:spcPts val="0"/>
              </a:spcAft>
              <a:buClr>
                <a:schemeClr val="lt1"/>
              </a:buClr>
              <a:buSzPts val="1800"/>
              <a:buChar char="•"/>
              <a:defRPr/>
            </a:lvl9pPr>
          </a:lstStyle>
          <a:p/>
        </p:txBody>
      </p:sp>
      <p:sp>
        <p:nvSpPr>
          <p:cNvPr id="126" name="Google Shape;126;p17"/>
          <p:cNvSpPr txBox="1"/>
          <p:nvPr>
            <p:ph idx="10" type="dt"/>
          </p:nvPr>
        </p:nvSpPr>
        <p:spPr>
          <a:xfrm>
            <a:off x="5759450" y="5883275"/>
            <a:ext cx="20574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27" name="Google Shape;127;p17"/>
          <p:cNvSpPr txBox="1"/>
          <p:nvPr>
            <p:ph idx="11" type="ftr"/>
          </p:nvPr>
        </p:nvSpPr>
        <p:spPr>
          <a:xfrm>
            <a:off x="685800" y="5883275"/>
            <a:ext cx="50037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28" name="Google Shape;128;p17"/>
          <p:cNvSpPr txBox="1"/>
          <p:nvPr>
            <p:ph idx="12" type="sldNum"/>
          </p:nvPr>
        </p:nvSpPr>
        <p:spPr>
          <a:xfrm>
            <a:off x="7885112" y="5883275"/>
            <a:ext cx="565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9" name="Shape 129"/>
        <p:cNvGrpSpPr/>
        <p:nvPr/>
      </p:nvGrpSpPr>
      <p:grpSpPr>
        <a:xfrm>
          <a:off x="0" y="0"/>
          <a:ext cx="0" cy="0"/>
          <a:chOff x="0" y="0"/>
          <a:chExt cx="0" cy="0"/>
        </a:xfrm>
      </p:grpSpPr>
      <p:sp>
        <p:nvSpPr>
          <p:cNvPr id="130" name="Google Shape;130;p18"/>
          <p:cNvSpPr txBox="1"/>
          <p:nvPr>
            <p:ph type="title"/>
          </p:nvPr>
        </p:nvSpPr>
        <p:spPr>
          <a:xfrm>
            <a:off x="921933" y="657227"/>
            <a:ext cx="7300200" cy="2852700"/>
          </a:xfrm>
          <a:prstGeom prst="rect">
            <a:avLst/>
          </a:prstGeom>
          <a:noFill/>
          <a:ln>
            <a:noFill/>
          </a:ln>
        </p:spPr>
        <p:txBody>
          <a:bodyPr anchorCtr="0" anchor="b" bIns="45700" lIns="91425" spcFirstLastPara="1" rIns="91425" wrap="square" tIns="45700">
            <a:noAutofit/>
          </a:bodyPr>
          <a:lstStyle>
            <a:lvl1pPr lvl="0" rtl="0" algn="ctr">
              <a:lnSpc>
                <a:spcPct val="90000"/>
              </a:lnSpc>
              <a:spcBef>
                <a:spcPts val="0"/>
              </a:spcBef>
              <a:spcAft>
                <a:spcPts val="0"/>
              </a:spcAft>
              <a:buSzPts val="1400"/>
              <a:buNone/>
              <a:defRPr sz="3400"/>
            </a:lvl1pPr>
            <a:lvl2pPr lvl="1" rtl="0" algn="ctr">
              <a:lnSpc>
                <a:spcPct val="90000"/>
              </a:lnSpc>
              <a:spcBef>
                <a:spcPts val="0"/>
              </a:spcBef>
              <a:spcAft>
                <a:spcPts val="0"/>
              </a:spcAft>
              <a:buSzPts val="1400"/>
              <a:buNone/>
              <a:defRPr/>
            </a:lvl2pPr>
            <a:lvl3pPr lvl="2" rtl="0" algn="ctr">
              <a:lnSpc>
                <a:spcPct val="90000"/>
              </a:lnSpc>
              <a:spcBef>
                <a:spcPts val="0"/>
              </a:spcBef>
              <a:spcAft>
                <a:spcPts val="0"/>
              </a:spcAft>
              <a:buSzPts val="1400"/>
              <a:buNone/>
              <a:defRPr/>
            </a:lvl3pPr>
            <a:lvl4pPr lvl="3" rtl="0" algn="ctr">
              <a:lnSpc>
                <a:spcPct val="90000"/>
              </a:lnSpc>
              <a:spcBef>
                <a:spcPts val="0"/>
              </a:spcBef>
              <a:spcAft>
                <a:spcPts val="0"/>
              </a:spcAft>
              <a:buSzPts val="1400"/>
              <a:buNone/>
              <a:defRPr/>
            </a:lvl4pPr>
            <a:lvl5pPr lvl="4" rtl="0" algn="ctr">
              <a:lnSpc>
                <a:spcPct val="90000"/>
              </a:lnSpc>
              <a:spcBef>
                <a:spcPts val="0"/>
              </a:spcBef>
              <a:spcAft>
                <a:spcPts val="0"/>
              </a:spcAft>
              <a:buSzPts val="1400"/>
              <a:buNone/>
              <a:defRPr/>
            </a:lvl5pPr>
            <a:lvl6pPr lvl="5" rtl="0" algn="ctr">
              <a:lnSpc>
                <a:spcPct val="90000"/>
              </a:lnSpc>
              <a:spcBef>
                <a:spcPts val="0"/>
              </a:spcBef>
              <a:spcAft>
                <a:spcPts val="0"/>
              </a:spcAft>
              <a:buSzPts val="1400"/>
              <a:buNone/>
              <a:defRPr/>
            </a:lvl6pPr>
            <a:lvl7pPr lvl="6" rtl="0" algn="ctr">
              <a:lnSpc>
                <a:spcPct val="90000"/>
              </a:lnSpc>
              <a:spcBef>
                <a:spcPts val="0"/>
              </a:spcBef>
              <a:spcAft>
                <a:spcPts val="0"/>
              </a:spcAft>
              <a:buSzPts val="1400"/>
              <a:buNone/>
              <a:defRPr/>
            </a:lvl7pPr>
            <a:lvl8pPr lvl="7" rtl="0" algn="ctr">
              <a:lnSpc>
                <a:spcPct val="90000"/>
              </a:lnSpc>
              <a:spcBef>
                <a:spcPts val="0"/>
              </a:spcBef>
              <a:spcAft>
                <a:spcPts val="0"/>
              </a:spcAft>
              <a:buSzPts val="1400"/>
              <a:buNone/>
              <a:defRPr/>
            </a:lvl8pPr>
            <a:lvl9pPr lvl="8" rtl="0" algn="ctr">
              <a:lnSpc>
                <a:spcPct val="90000"/>
              </a:lnSpc>
              <a:spcBef>
                <a:spcPts val="0"/>
              </a:spcBef>
              <a:spcAft>
                <a:spcPts val="0"/>
              </a:spcAft>
              <a:buSzPts val="1400"/>
              <a:buNone/>
              <a:defRPr/>
            </a:lvl9pPr>
          </a:lstStyle>
          <a:p/>
        </p:txBody>
      </p:sp>
      <p:sp>
        <p:nvSpPr>
          <p:cNvPr id="131" name="Google Shape;131;p18"/>
          <p:cNvSpPr txBox="1"/>
          <p:nvPr>
            <p:ph idx="1" type="body"/>
          </p:nvPr>
        </p:nvSpPr>
        <p:spPr>
          <a:xfrm>
            <a:off x="921933" y="3602039"/>
            <a:ext cx="7300200" cy="1500300"/>
          </a:xfrm>
          <a:prstGeom prst="rect">
            <a:avLst/>
          </a:prstGeom>
          <a:noFill/>
          <a:ln>
            <a:noFill/>
          </a:ln>
        </p:spPr>
        <p:txBody>
          <a:bodyPr anchorCtr="0" anchor="t" bIns="45700" lIns="91425" spcFirstLastPara="1" rIns="91425" wrap="square" tIns="45700">
            <a:noAutofit/>
          </a:bodyPr>
          <a:lstStyle>
            <a:lvl1pPr indent="-228600" lvl="0" marL="457200" rtl="0" algn="ctr">
              <a:lnSpc>
                <a:spcPct val="120000"/>
              </a:lnSpc>
              <a:spcBef>
                <a:spcPts val="1000"/>
              </a:spcBef>
              <a:spcAft>
                <a:spcPts val="0"/>
              </a:spcAft>
              <a:buClr>
                <a:schemeClr val="lt1"/>
              </a:buClr>
              <a:buSzPts val="2400"/>
              <a:buNone/>
              <a:defRPr sz="2400">
                <a:solidFill>
                  <a:schemeClr val="lt1"/>
                </a:solidFill>
              </a:defRPr>
            </a:lvl1pPr>
            <a:lvl2pPr indent="-228600" lvl="1" marL="914400" rtl="0" algn="l">
              <a:lnSpc>
                <a:spcPct val="120000"/>
              </a:lnSpc>
              <a:spcBef>
                <a:spcPts val="500"/>
              </a:spcBef>
              <a:spcAft>
                <a:spcPts val="0"/>
              </a:spcAft>
              <a:buClr>
                <a:schemeClr val="lt1"/>
              </a:buClr>
              <a:buSzPts val="2000"/>
              <a:buNone/>
              <a:defRPr sz="2000">
                <a:solidFill>
                  <a:schemeClr val="lt1"/>
                </a:solidFill>
              </a:defRPr>
            </a:lvl2pPr>
            <a:lvl3pPr indent="-228600" lvl="2" marL="1371600" rtl="0" algn="l">
              <a:lnSpc>
                <a:spcPct val="120000"/>
              </a:lnSpc>
              <a:spcBef>
                <a:spcPts val="500"/>
              </a:spcBef>
              <a:spcAft>
                <a:spcPts val="0"/>
              </a:spcAft>
              <a:buClr>
                <a:schemeClr val="lt1"/>
              </a:buClr>
              <a:buSzPts val="1800"/>
              <a:buNone/>
              <a:defRPr sz="1800">
                <a:solidFill>
                  <a:schemeClr val="lt1"/>
                </a:solidFill>
              </a:defRPr>
            </a:lvl3pPr>
            <a:lvl4pPr indent="-228600" lvl="3" marL="1828800" rtl="0" algn="l">
              <a:lnSpc>
                <a:spcPct val="120000"/>
              </a:lnSpc>
              <a:spcBef>
                <a:spcPts val="500"/>
              </a:spcBef>
              <a:spcAft>
                <a:spcPts val="0"/>
              </a:spcAft>
              <a:buClr>
                <a:schemeClr val="lt1"/>
              </a:buClr>
              <a:buSzPts val="1600"/>
              <a:buNone/>
              <a:defRPr sz="1600">
                <a:solidFill>
                  <a:schemeClr val="lt1"/>
                </a:solidFill>
              </a:defRPr>
            </a:lvl4pPr>
            <a:lvl5pPr indent="-228600" lvl="4" marL="2286000" rtl="0" algn="l">
              <a:lnSpc>
                <a:spcPct val="120000"/>
              </a:lnSpc>
              <a:spcBef>
                <a:spcPts val="500"/>
              </a:spcBef>
              <a:spcAft>
                <a:spcPts val="0"/>
              </a:spcAft>
              <a:buClr>
                <a:schemeClr val="lt1"/>
              </a:buClr>
              <a:buSzPts val="1600"/>
              <a:buNone/>
              <a:defRPr sz="1600">
                <a:solidFill>
                  <a:schemeClr val="lt1"/>
                </a:solidFill>
              </a:defRPr>
            </a:lvl5pPr>
            <a:lvl6pPr indent="-228600" lvl="5" marL="2743200" rtl="0" algn="l">
              <a:lnSpc>
                <a:spcPct val="120000"/>
              </a:lnSpc>
              <a:spcBef>
                <a:spcPts val="500"/>
              </a:spcBef>
              <a:spcAft>
                <a:spcPts val="0"/>
              </a:spcAft>
              <a:buClr>
                <a:schemeClr val="lt1"/>
              </a:buClr>
              <a:buSzPts val="1600"/>
              <a:buNone/>
              <a:defRPr sz="1600">
                <a:solidFill>
                  <a:schemeClr val="lt1"/>
                </a:solidFill>
              </a:defRPr>
            </a:lvl6pPr>
            <a:lvl7pPr indent="-228600" lvl="6" marL="3200400" rtl="0" algn="l">
              <a:lnSpc>
                <a:spcPct val="120000"/>
              </a:lnSpc>
              <a:spcBef>
                <a:spcPts val="500"/>
              </a:spcBef>
              <a:spcAft>
                <a:spcPts val="0"/>
              </a:spcAft>
              <a:buClr>
                <a:schemeClr val="lt1"/>
              </a:buClr>
              <a:buSzPts val="1600"/>
              <a:buNone/>
              <a:defRPr sz="1600">
                <a:solidFill>
                  <a:schemeClr val="lt1"/>
                </a:solidFill>
              </a:defRPr>
            </a:lvl7pPr>
            <a:lvl8pPr indent="-228600" lvl="7" marL="3657600" rtl="0" algn="l">
              <a:lnSpc>
                <a:spcPct val="120000"/>
              </a:lnSpc>
              <a:spcBef>
                <a:spcPts val="500"/>
              </a:spcBef>
              <a:spcAft>
                <a:spcPts val="0"/>
              </a:spcAft>
              <a:buClr>
                <a:schemeClr val="lt1"/>
              </a:buClr>
              <a:buSzPts val="1600"/>
              <a:buNone/>
              <a:defRPr sz="1600">
                <a:solidFill>
                  <a:schemeClr val="lt1"/>
                </a:solidFill>
              </a:defRPr>
            </a:lvl8pPr>
            <a:lvl9pPr indent="-228600" lvl="8" marL="4114800" rtl="0" algn="l">
              <a:lnSpc>
                <a:spcPct val="120000"/>
              </a:lnSpc>
              <a:spcBef>
                <a:spcPts val="500"/>
              </a:spcBef>
              <a:spcAft>
                <a:spcPts val="0"/>
              </a:spcAft>
              <a:buClr>
                <a:schemeClr val="lt1"/>
              </a:buClr>
              <a:buSzPts val="1600"/>
              <a:buNone/>
              <a:defRPr sz="1600">
                <a:solidFill>
                  <a:schemeClr val="lt1"/>
                </a:solidFill>
              </a:defRPr>
            </a:lvl9pPr>
          </a:lstStyle>
          <a:p/>
        </p:txBody>
      </p:sp>
      <p:sp>
        <p:nvSpPr>
          <p:cNvPr id="132" name="Google Shape;132;p18"/>
          <p:cNvSpPr txBox="1"/>
          <p:nvPr>
            <p:ph idx="10" type="dt"/>
          </p:nvPr>
        </p:nvSpPr>
        <p:spPr>
          <a:xfrm>
            <a:off x="5759450" y="5883275"/>
            <a:ext cx="20574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33" name="Google Shape;133;p18"/>
          <p:cNvSpPr txBox="1"/>
          <p:nvPr>
            <p:ph idx="11" type="ftr"/>
          </p:nvPr>
        </p:nvSpPr>
        <p:spPr>
          <a:xfrm>
            <a:off x="685800" y="5883275"/>
            <a:ext cx="5003700" cy="365100"/>
          </a:xfrm>
          <a:prstGeom prst="rect">
            <a:avLst/>
          </a:prstGeom>
          <a:noFill/>
          <a:ln>
            <a:noFill/>
          </a:ln>
        </p:spPr>
        <p:txBody>
          <a:bodyPr anchorCtr="0" anchor="ctr" bIns="45700" lIns="91425" spcFirstLastPara="1" rIns="91425" wrap="square" tIns="4570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34" name="Google Shape;134;p18"/>
          <p:cNvSpPr txBox="1"/>
          <p:nvPr>
            <p:ph idx="12" type="sldNum"/>
          </p:nvPr>
        </p:nvSpPr>
        <p:spPr>
          <a:xfrm>
            <a:off x="7885112" y="5883275"/>
            <a:ext cx="565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4.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2.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685800" y="609600"/>
            <a:ext cx="7764600" cy="1325700"/>
          </a:xfrm>
          <a:prstGeom prst="rect">
            <a:avLst/>
          </a:prstGeom>
          <a:noFill/>
          <a:ln>
            <a:noFill/>
          </a:ln>
        </p:spPr>
        <p:txBody>
          <a:bodyPr anchorCtr="0" anchor="ctr" bIns="45700" lIns="91425" spcFirstLastPara="1" rIns="91425" wrap="square" tIns="45700">
            <a:noAutofit/>
          </a:bodyPr>
          <a:lstStyle>
            <a:lvl1pPr lvl="0" marR="0" rtl="0" algn="ctr">
              <a:lnSpc>
                <a:spcPct val="90000"/>
              </a:lnSpc>
              <a:spcBef>
                <a:spcPts val="0"/>
              </a:spcBef>
              <a:spcAft>
                <a:spcPts val="0"/>
              </a:spcAft>
              <a:buClr>
                <a:srgbClr val="000000"/>
              </a:buClr>
              <a:buSzPts val="1400"/>
              <a:buFont typeface="Arial"/>
              <a:buNone/>
              <a:defRPr b="1" i="0" sz="3400" u="none" cap="none" strike="noStrike">
                <a:solidFill>
                  <a:schemeClr val="lt1"/>
                </a:solidFill>
                <a:latin typeface="Bookman Old Style"/>
                <a:ea typeface="Bookman Old Style"/>
                <a:cs typeface="Bookman Old Style"/>
                <a:sym typeface="Bookman Old Style"/>
              </a:defRPr>
            </a:lvl1pPr>
            <a:lvl2pPr lvl="1" marR="0" rtl="0" algn="ctr">
              <a:lnSpc>
                <a:spcPct val="90000"/>
              </a:lnSpc>
              <a:spcBef>
                <a:spcPts val="0"/>
              </a:spcBef>
              <a:spcAft>
                <a:spcPts val="0"/>
              </a:spcAft>
              <a:buClr>
                <a:srgbClr val="000000"/>
              </a:buClr>
              <a:buSzPts val="1400"/>
              <a:buFont typeface="Arial"/>
              <a:buNone/>
              <a:defRPr b="1" i="0" sz="3400" u="none" cap="none" strike="noStrike">
                <a:solidFill>
                  <a:schemeClr val="lt1"/>
                </a:solidFill>
                <a:latin typeface="Bookman Old Style"/>
                <a:ea typeface="Bookman Old Style"/>
                <a:cs typeface="Bookman Old Style"/>
                <a:sym typeface="Bookman Old Style"/>
              </a:defRPr>
            </a:lvl2pPr>
            <a:lvl3pPr lvl="2" marR="0" rtl="0" algn="ctr">
              <a:lnSpc>
                <a:spcPct val="90000"/>
              </a:lnSpc>
              <a:spcBef>
                <a:spcPts val="0"/>
              </a:spcBef>
              <a:spcAft>
                <a:spcPts val="0"/>
              </a:spcAft>
              <a:buClr>
                <a:srgbClr val="000000"/>
              </a:buClr>
              <a:buSzPts val="1400"/>
              <a:buFont typeface="Arial"/>
              <a:buNone/>
              <a:defRPr b="1" i="0" sz="3400" u="none" cap="none" strike="noStrike">
                <a:solidFill>
                  <a:schemeClr val="lt1"/>
                </a:solidFill>
                <a:latin typeface="Bookman Old Style"/>
                <a:ea typeface="Bookman Old Style"/>
                <a:cs typeface="Bookman Old Style"/>
                <a:sym typeface="Bookman Old Style"/>
              </a:defRPr>
            </a:lvl3pPr>
            <a:lvl4pPr lvl="3" marR="0" rtl="0" algn="ctr">
              <a:lnSpc>
                <a:spcPct val="90000"/>
              </a:lnSpc>
              <a:spcBef>
                <a:spcPts val="0"/>
              </a:spcBef>
              <a:spcAft>
                <a:spcPts val="0"/>
              </a:spcAft>
              <a:buClr>
                <a:srgbClr val="000000"/>
              </a:buClr>
              <a:buSzPts val="1400"/>
              <a:buFont typeface="Arial"/>
              <a:buNone/>
              <a:defRPr b="1" i="0" sz="3400" u="none" cap="none" strike="noStrike">
                <a:solidFill>
                  <a:schemeClr val="lt1"/>
                </a:solidFill>
                <a:latin typeface="Bookman Old Style"/>
                <a:ea typeface="Bookman Old Style"/>
                <a:cs typeface="Bookman Old Style"/>
                <a:sym typeface="Bookman Old Style"/>
              </a:defRPr>
            </a:lvl4pPr>
            <a:lvl5pPr lvl="4" marR="0" rtl="0" algn="ctr">
              <a:lnSpc>
                <a:spcPct val="90000"/>
              </a:lnSpc>
              <a:spcBef>
                <a:spcPts val="0"/>
              </a:spcBef>
              <a:spcAft>
                <a:spcPts val="0"/>
              </a:spcAft>
              <a:buClr>
                <a:srgbClr val="000000"/>
              </a:buClr>
              <a:buSzPts val="1400"/>
              <a:buFont typeface="Arial"/>
              <a:buNone/>
              <a:defRPr b="1" i="0" sz="3400" u="none" cap="none" strike="noStrike">
                <a:solidFill>
                  <a:schemeClr val="lt1"/>
                </a:solidFill>
                <a:latin typeface="Bookman Old Style"/>
                <a:ea typeface="Bookman Old Style"/>
                <a:cs typeface="Bookman Old Style"/>
                <a:sym typeface="Bookman Old Style"/>
              </a:defRPr>
            </a:lvl5pPr>
            <a:lvl6pPr lvl="5" marR="0" rtl="0" algn="ctr">
              <a:lnSpc>
                <a:spcPct val="90000"/>
              </a:lnSpc>
              <a:spcBef>
                <a:spcPts val="0"/>
              </a:spcBef>
              <a:spcAft>
                <a:spcPts val="0"/>
              </a:spcAft>
              <a:buClr>
                <a:srgbClr val="000000"/>
              </a:buClr>
              <a:buSzPts val="1400"/>
              <a:buFont typeface="Arial"/>
              <a:buNone/>
              <a:defRPr b="1" i="0" sz="3400" u="none" cap="none" strike="noStrike">
                <a:solidFill>
                  <a:schemeClr val="lt1"/>
                </a:solidFill>
                <a:latin typeface="Bookman Old Style"/>
                <a:ea typeface="Bookman Old Style"/>
                <a:cs typeface="Bookman Old Style"/>
                <a:sym typeface="Bookman Old Style"/>
              </a:defRPr>
            </a:lvl6pPr>
            <a:lvl7pPr lvl="6" marR="0" rtl="0" algn="ctr">
              <a:lnSpc>
                <a:spcPct val="90000"/>
              </a:lnSpc>
              <a:spcBef>
                <a:spcPts val="0"/>
              </a:spcBef>
              <a:spcAft>
                <a:spcPts val="0"/>
              </a:spcAft>
              <a:buClr>
                <a:srgbClr val="000000"/>
              </a:buClr>
              <a:buSzPts val="1400"/>
              <a:buFont typeface="Arial"/>
              <a:buNone/>
              <a:defRPr b="1" i="0" sz="3400" u="none" cap="none" strike="noStrike">
                <a:solidFill>
                  <a:schemeClr val="lt1"/>
                </a:solidFill>
                <a:latin typeface="Bookman Old Style"/>
                <a:ea typeface="Bookman Old Style"/>
                <a:cs typeface="Bookman Old Style"/>
                <a:sym typeface="Bookman Old Style"/>
              </a:defRPr>
            </a:lvl7pPr>
            <a:lvl8pPr lvl="7" marR="0" rtl="0" algn="ctr">
              <a:lnSpc>
                <a:spcPct val="90000"/>
              </a:lnSpc>
              <a:spcBef>
                <a:spcPts val="0"/>
              </a:spcBef>
              <a:spcAft>
                <a:spcPts val="0"/>
              </a:spcAft>
              <a:buClr>
                <a:srgbClr val="000000"/>
              </a:buClr>
              <a:buSzPts val="1400"/>
              <a:buFont typeface="Arial"/>
              <a:buNone/>
              <a:defRPr b="1" i="0" sz="3400" u="none" cap="none" strike="noStrike">
                <a:solidFill>
                  <a:schemeClr val="lt1"/>
                </a:solidFill>
                <a:latin typeface="Bookman Old Style"/>
                <a:ea typeface="Bookman Old Style"/>
                <a:cs typeface="Bookman Old Style"/>
                <a:sym typeface="Bookman Old Style"/>
              </a:defRPr>
            </a:lvl8pPr>
            <a:lvl9pPr lvl="8" marR="0" rtl="0" algn="ctr">
              <a:lnSpc>
                <a:spcPct val="90000"/>
              </a:lnSpc>
              <a:spcBef>
                <a:spcPts val="0"/>
              </a:spcBef>
              <a:spcAft>
                <a:spcPts val="0"/>
              </a:spcAft>
              <a:buClr>
                <a:srgbClr val="000000"/>
              </a:buClr>
              <a:buSzPts val="1400"/>
              <a:buFont typeface="Arial"/>
              <a:buNone/>
              <a:defRPr b="1" i="0" sz="3400" u="none" cap="none" strike="noStrike">
                <a:solidFill>
                  <a:schemeClr val="lt1"/>
                </a:solidFill>
                <a:latin typeface="Bookman Old Style"/>
                <a:ea typeface="Bookman Old Style"/>
                <a:cs typeface="Bookman Old Style"/>
                <a:sym typeface="Bookman Old Style"/>
              </a:defRPr>
            </a:lvl9pPr>
          </a:lstStyle>
          <a:p/>
        </p:txBody>
      </p:sp>
      <p:sp>
        <p:nvSpPr>
          <p:cNvPr id="11" name="Google Shape;11;p1"/>
          <p:cNvSpPr txBox="1"/>
          <p:nvPr>
            <p:ph idx="1" type="body"/>
          </p:nvPr>
        </p:nvSpPr>
        <p:spPr>
          <a:xfrm>
            <a:off x="685800" y="2095500"/>
            <a:ext cx="7764600" cy="3695700"/>
          </a:xfrm>
          <a:prstGeom prst="rect">
            <a:avLst/>
          </a:prstGeom>
          <a:noFill/>
          <a:ln>
            <a:noFill/>
          </a:ln>
        </p:spPr>
        <p:txBody>
          <a:bodyPr anchorCtr="0" anchor="t" bIns="45700" lIns="91425" spcFirstLastPara="1" rIns="91425" wrap="square" tIns="45700">
            <a:noAutofit/>
          </a:bodyPr>
          <a:lstStyle>
            <a:lvl1pPr indent="-355600" lvl="0" marL="457200" marR="0" rtl="0" algn="l">
              <a:lnSpc>
                <a:spcPct val="120000"/>
              </a:lnSpc>
              <a:spcBef>
                <a:spcPts val="1000"/>
              </a:spcBef>
              <a:spcAft>
                <a:spcPts val="0"/>
              </a:spcAft>
              <a:buClr>
                <a:schemeClr val="lt1"/>
              </a:buClr>
              <a:buSzPts val="2000"/>
              <a:buFont typeface="Arial"/>
              <a:buChar char="•"/>
              <a:defRPr b="0" i="0" sz="2000" u="none" cap="none" strike="noStrike">
                <a:solidFill>
                  <a:schemeClr val="lt1"/>
                </a:solidFill>
                <a:latin typeface="Rockwell"/>
                <a:ea typeface="Rockwell"/>
                <a:cs typeface="Rockwell"/>
                <a:sym typeface="Rockwell"/>
              </a:defRPr>
            </a:lvl1pPr>
            <a:lvl2pPr indent="-342900" lvl="1" marL="914400" marR="0" rtl="0" algn="l">
              <a:lnSpc>
                <a:spcPct val="120000"/>
              </a:lnSpc>
              <a:spcBef>
                <a:spcPts val="500"/>
              </a:spcBef>
              <a:spcAft>
                <a:spcPts val="0"/>
              </a:spcAft>
              <a:buClr>
                <a:schemeClr val="lt1"/>
              </a:buClr>
              <a:buSzPts val="1800"/>
              <a:buFont typeface="Arial"/>
              <a:buChar char="•"/>
              <a:defRPr b="0" i="0" sz="1800" u="none" cap="none" strike="noStrike">
                <a:solidFill>
                  <a:schemeClr val="lt1"/>
                </a:solidFill>
                <a:latin typeface="Rockwell"/>
                <a:ea typeface="Rockwell"/>
                <a:cs typeface="Rockwell"/>
                <a:sym typeface="Rockwell"/>
              </a:defRPr>
            </a:lvl2pPr>
            <a:lvl3pPr indent="-330200" lvl="2" marL="1371600" marR="0" rtl="0" algn="l">
              <a:lnSpc>
                <a:spcPct val="120000"/>
              </a:lnSpc>
              <a:spcBef>
                <a:spcPts val="500"/>
              </a:spcBef>
              <a:spcAft>
                <a:spcPts val="0"/>
              </a:spcAft>
              <a:buClr>
                <a:schemeClr val="lt1"/>
              </a:buClr>
              <a:buSzPts val="1600"/>
              <a:buFont typeface="Arial"/>
              <a:buChar char="•"/>
              <a:defRPr b="0" i="0" sz="1600" u="none" cap="none" strike="noStrike">
                <a:solidFill>
                  <a:schemeClr val="lt1"/>
                </a:solidFill>
                <a:latin typeface="Rockwell"/>
                <a:ea typeface="Rockwell"/>
                <a:cs typeface="Rockwell"/>
                <a:sym typeface="Rockwell"/>
              </a:defRPr>
            </a:lvl3pPr>
            <a:lvl4pPr indent="-317500" lvl="3" marL="1828800" marR="0" rtl="0" algn="l">
              <a:lnSpc>
                <a:spcPct val="120000"/>
              </a:lnSpc>
              <a:spcBef>
                <a:spcPts val="500"/>
              </a:spcBef>
              <a:spcAft>
                <a:spcPts val="0"/>
              </a:spcAft>
              <a:buClr>
                <a:schemeClr val="lt1"/>
              </a:buClr>
              <a:buSzPts val="1400"/>
              <a:buFont typeface="Arial"/>
              <a:buChar char="•"/>
              <a:defRPr b="0" i="0" sz="1400" u="none" cap="none" strike="noStrike">
                <a:solidFill>
                  <a:schemeClr val="lt1"/>
                </a:solidFill>
                <a:latin typeface="Rockwell"/>
                <a:ea typeface="Rockwell"/>
                <a:cs typeface="Rockwell"/>
                <a:sym typeface="Rockwell"/>
              </a:defRPr>
            </a:lvl4pPr>
            <a:lvl5pPr indent="-304800" lvl="4" marL="2286000" marR="0" rtl="0" algn="l">
              <a:lnSpc>
                <a:spcPct val="120000"/>
              </a:lnSpc>
              <a:spcBef>
                <a:spcPts val="500"/>
              </a:spcBef>
              <a:spcAft>
                <a:spcPts val="0"/>
              </a:spcAft>
              <a:buClr>
                <a:schemeClr val="lt1"/>
              </a:buClr>
              <a:buSzPts val="1200"/>
              <a:buFont typeface="Arial"/>
              <a:buChar char="•"/>
              <a:defRPr b="0" i="0" sz="1200" u="none" cap="none" strike="noStrike">
                <a:solidFill>
                  <a:schemeClr val="lt1"/>
                </a:solidFill>
                <a:latin typeface="Rockwell"/>
                <a:ea typeface="Rockwell"/>
                <a:cs typeface="Rockwell"/>
                <a:sym typeface="Rockwell"/>
              </a:defRPr>
            </a:lvl5pPr>
            <a:lvl6pPr indent="-304800" lvl="5" marL="2743200" marR="0" rtl="0" algn="l">
              <a:lnSpc>
                <a:spcPct val="120000"/>
              </a:lnSpc>
              <a:spcBef>
                <a:spcPts val="500"/>
              </a:spcBef>
              <a:spcAft>
                <a:spcPts val="0"/>
              </a:spcAft>
              <a:buClr>
                <a:schemeClr val="lt1"/>
              </a:buClr>
              <a:buSzPts val="1200"/>
              <a:buFont typeface="Arial"/>
              <a:buChar char="•"/>
              <a:defRPr b="0" i="0" sz="1200" u="none" cap="none" strike="noStrike">
                <a:solidFill>
                  <a:schemeClr val="lt1"/>
                </a:solidFill>
                <a:latin typeface="Rockwell"/>
                <a:ea typeface="Rockwell"/>
                <a:cs typeface="Rockwell"/>
                <a:sym typeface="Rockwell"/>
              </a:defRPr>
            </a:lvl6pPr>
            <a:lvl7pPr indent="-304800" lvl="6" marL="3200400" marR="0" rtl="0" algn="l">
              <a:lnSpc>
                <a:spcPct val="120000"/>
              </a:lnSpc>
              <a:spcBef>
                <a:spcPts val="500"/>
              </a:spcBef>
              <a:spcAft>
                <a:spcPts val="0"/>
              </a:spcAft>
              <a:buClr>
                <a:schemeClr val="lt1"/>
              </a:buClr>
              <a:buSzPts val="1200"/>
              <a:buFont typeface="Arial"/>
              <a:buChar char="•"/>
              <a:defRPr b="0" i="0" sz="1200" u="none" cap="none" strike="noStrike">
                <a:solidFill>
                  <a:schemeClr val="lt1"/>
                </a:solidFill>
                <a:latin typeface="Rockwell"/>
                <a:ea typeface="Rockwell"/>
                <a:cs typeface="Rockwell"/>
                <a:sym typeface="Rockwell"/>
              </a:defRPr>
            </a:lvl7pPr>
            <a:lvl8pPr indent="-304800" lvl="7" marL="3657600" marR="0" rtl="0" algn="l">
              <a:lnSpc>
                <a:spcPct val="120000"/>
              </a:lnSpc>
              <a:spcBef>
                <a:spcPts val="500"/>
              </a:spcBef>
              <a:spcAft>
                <a:spcPts val="0"/>
              </a:spcAft>
              <a:buClr>
                <a:schemeClr val="lt1"/>
              </a:buClr>
              <a:buSzPts val="1200"/>
              <a:buFont typeface="Arial"/>
              <a:buChar char="•"/>
              <a:defRPr b="0" i="0" sz="1200" u="none" cap="none" strike="noStrike">
                <a:solidFill>
                  <a:schemeClr val="lt1"/>
                </a:solidFill>
                <a:latin typeface="Rockwell"/>
                <a:ea typeface="Rockwell"/>
                <a:cs typeface="Rockwell"/>
                <a:sym typeface="Rockwell"/>
              </a:defRPr>
            </a:lvl8pPr>
            <a:lvl9pPr indent="-304800" lvl="8" marL="4114800" marR="0" rtl="0" algn="l">
              <a:lnSpc>
                <a:spcPct val="120000"/>
              </a:lnSpc>
              <a:spcBef>
                <a:spcPts val="500"/>
              </a:spcBef>
              <a:spcAft>
                <a:spcPts val="0"/>
              </a:spcAft>
              <a:buClr>
                <a:schemeClr val="lt1"/>
              </a:buClr>
              <a:buSzPts val="1200"/>
              <a:buFont typeface="Arial"/>
              <a:buChar char="•"/>
              <a:defRPr b="0" i="0" sz="1200" u="none" cap="none" strike="noStrike">
                <a:solidFill>
                  <a:schemeClr val="lt1"/>
                </a:solidFill>
                <a:latin typeface="Rockwell"/>
                <a:ea typeface="Rockwell"/>
                <a:cs typeface="Rockwell"/>
                <a:sym typeface="Rockwell"/>
              </a:defRPr>
            </a:lvl9pPr>
          </a:lstStyle>
          <a:p/>
        </p:txBody>
      </p:sp>
      <p:sp>
        <p:nvSpPr>
          <p:cNvPr id="12" name="Google Shape;12;p1"/>
          <p:cNvSpPr txBox="1"/>
          <p:nvPr>
            <p:ph idx="10" type="dt"/>
          </p:nvPr>
        </p:nvSpPr>
        <p:spPr>
          <a:xfrm>
            <a:off x="5759450" y="5883275"/>
            <a:ext cx="20574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2400" u="none" cap="none" strike="noStrike">
                <a:solidFill>
                  <a:schemeClr val="lt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lt1"/>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lt1"/>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lt1"/>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lt1"/>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lt1"/>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lt1"/>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lt1"/>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lt1"/>
                </a:solidFill>
                <a:latin typeface="Times New Roman"/>
                <a:ea typeface="Times New Roman"/>
                <a:cs typeface="Times New Roman"/>
                <a:sym typeface="Times New Roman"/>
              </a:defRPr>
            </a:lvl9pPr>
          </a:lstStyle>
          <a:p/>
        </p:txBody>
      </p:sp>
      <p:sp>
        <p:nvSpPr>
          <p:cNvPr id="13" name="Google Shape;13;p1"/>
          <p:cNvSpPr txBox="1"/>
          <p:nvPr>
            <p:ph idx="11" type="ftr"/>
          </p:nvPr>
        </p:nvSpPr>
        <p:spPr>
          <a:xfrm>
            <a:off x="685800" y="5883275"/>
            <a:ext cx="50037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2400" u="none" cap="none" strike="noStrike">
                <a:solidFill>
                  <a:schemeClr val="lt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lt1"/>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lt1"/>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lt1"/>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lt1"/>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lt1"/>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lt1"/>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lt1"/>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lt1"/>
                </a:solidFill>
                <a:latin typeface="Times New Roman"/>
                <a:ea typeface="Times New Roman"/>
                <a:cs typeface="Times New Roman"/>
                <a:sym typeface="Times New Roman"/>
              </a:defRPr>
            </a:lvl9pPr>
          </a:lstStyle>
          <a:p/>
        </p:txBody>
      </p:sp>
      <p:sp>
        <p:nvSpPr>
          <p:cNvPr id="14" name="Google Shape;14;p1"/>
          <p:cNvSpPr txBox="1"/>
          <p:nvPr>
            <p:ph idx="12" type="sldNum"/>
          </p:nvPr>
        </p:nvSpPr>
        <p:spPr>
          <a:xfrm>
            <a:off x="7885112" y="5883275"/>
            <a:ext cx="565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FFFFFF"/>
              </a:buClr>
              <a:buSzPts val="1000"/>
              <a:buFont typeface="Times New Roman"/>
              <a:buNone/>
              <a:defRPr b="0" i="0" sz="1000" u="none" cap="none" strike="noStrik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5.jpg"/><Relationship Id="rId4" Type="http://schemas.openxmlformats.org/officeDocument/2006/relationships/image" Target="../media/image5.jpg"/><Relationship Id="rId5"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jpg"/><Relationship Id="rId4" Type="http://schemas.openxmlformats.org/officeDocument/2006/relationships/image" Target="../media/image23.jpg"/><Relationship Id="rId5" Type="http://schemas.openxmlformats.org/officeDocument/2006/relationships/image" Target="../media/image2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3.jpg"/><Relationship Id="rId5" Type="http://schemas.openxmlformats.org/officeDocument/2006/relationships/image" Target="../media/image1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9.jpg"/><Relationship Id="rId4" Type="http://schemas.openxmlformats.org/officeDocument/2006/relationships/image" Target="../media/image2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7.jpg"/><Relationship Id="rId4" Type="http://schemas.openxmlformats.org/officeDocument/2006/relationships/image" Target="../media/image9.jpg"/><Relationship Id="rId5" Type="http://schemas.openxmlformats.org/officeDocument/2006/relationships/image" Target="../media/image10.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7.jp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8.jpg"/><Relationship Id="rId4" Type="http://schemas.openxmlformats.org/officeDocument/2006/relationships/image" Target="../media/image12.jpg"/><Relationship Id="rId5" Type="http://schemas.openxmlformats.org/officeDocument/2006/relationships/image" Target="../media/image1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9"/>
          <p:cNvSpPr txBox="1"/>
          <p:nvPr>
            <p:ph type="ctrTitle"/>
          </p:nvPr>
        </p:nvSpPr>
        <p:spPr>
          <a:xfrm>
            <a:off x="617125" y="103493"/>
            <a:ext cx="7773300" cy="10569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19"/>
          <p:cNvSpPr txBox="1"/>
          <p:nvPr>
            <p:ph idx="1" type="subTitle"/>
          </p:nvPr>
        </p:nvSpPr>
        <p:spPr>
          <a:xfrm>
            <a:off x="431250" y="1464550"/>
            <a:ext cx="8281500" cy="1811100"/>
          </a:xfrm>
          <a:prstGeom prst="rect">
            <a:avLst/>
          </a:prstGeom>
        </p:spPr>
        <p:txBody>
          <a:bodyPr anchorCtr="0" anchor="t" bIns="45700" lIns="91425" spcFirstLastPara="1" rIns="91425" wrap="square" tIns="45700">
            <a:noAutofit/>
          </a:bodyPr>
          <a:lstStyle/>
          <a:p>
            <a:pPr indent="0" lvl="0" marL="0" rtl="0" algn="ctr">
              <a:spcBef>
                <a:spcPts val="1000"/>
              </a:spcBef>
              <a:spcAft>
                <a:spcPts val="0"/>
              </a:spcAft>
              <a:buNone/>
            </a:pPr>
            <a:r>
              <a:rPr lang="en-US" sz="3100"/>
              <a:t>JP: In your groups, share your answers to the last two questions on the EEE worksheet.</a:t>
            </a:r>
            <a:endParaRPr sz="3100"/>
          </a:p>
          <a:p>
            <a:pPr indent="0" lvl="0" marL="0" rtl="0" algn="ctr">
              <a:spcBef>
                <a:spcPts val="1000"/>
              </a:spcBef>
              <a:spcAft>
                <a:spcPts val="0"/>
              </a:spcAft>
              <a:buNone/>
            </a:pPr>
            <a:r>
              <a:rPr lang="en-US" sz="3100"/>
              <a:t> </a:t>
            </a:r>
            <a:r>
              <a:rPr b="1" lang="en-US" sz="3100"/>
              <a:t>In your JP answer space write one thing that you liked or thought was good about one of your group mates answers.</a:t>
            </a:r>
            <a:endParaRPr b="1" sz="31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0"/>
          <p:cNvSpPr txBox="1"/>
          <p:nvPr>
            <p:ph type="title"/>
          </p:nvPr>
        </p:nvSpPr>
        <p:spPr>
          <a:xfrm>
            <a:off x="299425" y="303475"/>
            <a:ext cx="8453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Debrief EEE: Room warming up with people in it</a:t>
            </a:r>
            <a:endParaRPr/>
          </a:p>
        </p:txBody>
      </p:sp>
      <p:sp>
        <p:nvSpPr>
          <p:cNvPr id="148" name="Google Shape;148;p20"/>
          <p:cNvSpPr txBox="1"/>
          <p:nvPr>
            <p:ph idx="1" type="body"/>
          </p:nvPr>
        </p:nvSpPr>
        <p:spPr>
          <a:xfrm>
            <a:off x="415225" y="1629175"/>
            <a:ext cx="8222100" cy="4904100"/>
          </a:xfrm>
          <a:prstGeom prst="rect">
            <a:avLst/>
          </a:prstGeom>
          <a:noFill/>
          <a:ln>
            <a:noFill/>
          </a:ln>
        </p:spPr>
        <p:txBody>
          <a:bodyPr anchorCtr="0" anchor="t" bIns="45700" lIns="91425" spcFirstLastPara="1" rIns="91425" wrap="square" tIns="45700">
            <a:normAutofit fontScale="92500" lnSpcReduction="10000"/>
          </a:bodyPr>
          <a:lstStyle/>
          <a:p>
            <a:pPr indent="-416560" lvl="0" marL="457200" rtl="0" algn="l">
              <a:lnSpc>
                <a:spcPct val="90000"/>
              </a:lnSpc>
              <a:spcBef>
                <a:spcPts val="1000"/>
              </a:spcBef>
              <a:spcAft>
                <a:spcPts val="0"/>
              </a:spcAft>
              <a:buSzPct val="100000"/>
              <a:buChar char="•"/>
            </a:pPr>
            <a:r>
              <a:rPr lang="en-US" sz="3200"/>
              <a:t>Metabolism is not the same as homeostasis!</a:t>
            </a:r>
            <a:endParaRPr sz="3200"/>
          </a:p>
          <a:p>
            <a:pPr indent="-416560" lvl="0" marL="457200" rtl="0" algn="l">
              <a:lnSpc>
                <a:spcPct val="90000"/>
              </a:lnSpc>
              <a:spcBef>
                <a:spcPts val="0"/>
              </a:spcBef>
              <a:spcAft>
                <a:spcPts val="0"/>
              </a:spcAft>
              <a:buSzPct val="100000"/>
              <a:buChar char="•"/>
            </a:pPr>
            <a:r>
              <a:rPr lang="en-US" sz="3200"/>
              <a:t>Organisms’ metabolism allows them to maintain homeostasis</a:t>
            </a:r>
            <a:endParaRPr sz="3200"/>
          </a:p>
          <a:p>
            <a:pPr indent="0" lvl="0" marL="0" rtl="0" algn="l">
              <a:lnSpc>
                <a:spcPct val="90000"/>
              </a:lnSpc>
              <a:spcBef>
                <a:spcPts val="1000"/>
              </a:spcBef>
              <a:spcAft>
                <a:spcPts val="0"/>
              </a:spcAft>
              <a:buNone/>
            </a:pPr>
            <a:r>
              <a:t/>
            </a:r>
            <a:endParaRPr sz="3200"/>
          </a:p>
          <a:p>
            <a:pPr indent="0" lvl="0" marL="0" rtl="0" algn="l">
              <a:lnSpc>
                <a:spcPct val="90000"/>
              </a:lnSpc>
              <a:spcBef>
                <a:spcPts val="1000"/>
              </a:spcBef>
              <a:spcAft>
                <a:spcPts val="0"/>
              </a:spcAft>
              <a:buNone/>
            </a:pPr>
            <a:r>
              <a:rPr i="1" lang="en-US" sz="3200"/>
              <a:t>Example Answer: </a:t>
            </a:r>
            <a:endParaRPr i="1" sz="3200"/>
          </a:p>
          <a:p>
            <a:pPr indent="0" lvl="0" marL="0" rtl="0" algn="l">
              <a:lnSpc>
                <a:spcPct val="90000"/>
              </a:lnSpc>
              <a:spcBef>
                <a:spcPts val="1000"/>
              </a:spcBef>
              <a:spcAft>
                <a:spcPts val="0"/>
              </a:spcAft>
              <a:buNone/>
            </a:pPr>
            <a:r>
              <a:rPr i="1" lang="en-US" sz="3200"/>
              <a:t>As part of our metabolism our cells perform cellular respiration where they break down glucose and release carbon dioxide. The energy from this process is used to help maintain our homeostasis. Heat is released during the process and will heat up the air in the room.</a:t>
            </a:r>
            <a:endParaRPr i="1" sz="3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1"/>
          <p:cNvSpPr txBox="1"/>
          <p:nvPr>
            <p:ph type="title"/>
          </p:nvPr>
        </p:nvSpPr>
        <p:spPr>
          <a:xfrm>
            <a:off x="257850" y="127650"/>
            <a:ext cx="8473500" cy="698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Debrief EEE: Energy Flow diagrams</a:t>
            </a:r>
            <a:endParaRPr/>
          </a:p>
        </p:txBody>
      </p:sp>
      <p:sp>
        <p:nvSpPr>
          <p:cNvPr id="155" name="Google Shape;155;p21"/>
          <p:cNvSpPr txBox="1"/>
          <p:nvPr>
            <p:ph idx="1" type="body"/>
          </p:nvPr>
        </p:nvSpPr>
        <p:spPr>
          <a:xfrm>
            <a:off x="257850" y="826050"/>
            <a:ext cx="8473500" cy="57075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800"/>
              <a:buNone/>
            </a:pPr>
            <a:r>
              <a:rPr lang="en-US"/>
              <a:t>EEE part I: Focus on energy flow diagrams!</a:t>
            </a:r>
            <a:endParaRPr/>
          </a:p>
          <a:p>
            <a:pPr indent="-228600" lvl="0" marL="228600" rtl="0" algn="l">
              <a:lnSpc>
                <a:spcPct val="90000"/>
              </a:lnSpc>
              <a:spcBef>
                <a:spcPts val="1000"/>
              </a:spcBef>
              <a:spcAft>
                <a:spcPts val="0"/>
              </a:spcAft>
              <a:buClr>
                <a:schemeClr val="dk1"/>
              </a:buClr>
              <a:buSzPts val="2800"/>
              <a:buChar char="•"/>
            </a:pPr>
            <a:r>
              <a:rPr lang="en-US"/>
              <a:t>Checklist:</a:t>
            </a:r>
            <a:endParaRPr/>
          </a:p>
          <a:p>
            <a:pPr indent="-254000" lvl="1" marL="685800" rtl="0" algn="l">
              <a:lnSpc>
                <a:spcPct val="90000"/>
              </a:lnSpc>
              <a:spcBef>
                <a:spcPts val="500"/>
              </a:spcBef>
              <a:spcAft>
                <a:spcPts val="0"/>
              </a:spcAft>
              <a:buClr>
                <a:schemeClr val="dk1"/>
              </a:buClr>
              <a:buSzPts val="2800"/>
              <a:buChar char="•"/>
            </a:pPr>
            <a:r>
              <a:rPr lang="en-US" sz="2200"/>
              <a:t>Arrows: sun (light, </a:t>
            </a:r>
            <a:r>
              <a:rPr lang="en-US" sz="2200" u="sng"/>
              <a:t>not</a:t>
            </a:r>
            <a:r>
              <a:rPr lang="en-US" sz="2200"/>
              <a:t> heat) 🡪 producer 🡪 consumer 🡪 decomposer AND heat loss from all organisms!</a:t>
            </a:r>
            <a:endParaRPr sz="2200"/>
          </a:p>
          <a:p>
            <a:pPr indent="-254000" lvl="1" marL="685800" rtl="0" algn="l">
              <a:lnSpc>
                <a:spcPct val="90000"/>
              </a:lnSpc>
              <a:spcBef>
                <a:spcPts val="500"/>
              </a:spcBef>
              <a:spcAft>
                <a:spcPts val="0"/>
              </a:spcAft>
              <a:buClr>
                <a:schemeClr val="dk1"/>
              </a:buClr>
              <a:buSzPts val="2800"/>
              <a:buChar char="•"/>
            </a:pPr>
            <a:r>
              <a:rPr lang="en-US" sz="2200"/>
              <a:t>Label gasses on </a:t>
            </a:r>
            <a:r>
              <a:rPr lang="en-US" sz="2200" u="sng"/>
              <a:t>each type</a:t>
            </a:r>
            <a:r>
              <a:rPr lang="en-US" sz="2200"/>
              <a:t> of organism (follow directions thoroughly!), depending on the </a:t>
            </a:r>
            <a:r>
              <a:rPr lang="en-US" sz="2200" u="sng"/>
              <a:t>process(es)</a:t>
            </a:r>
            <a:r>
              <a:rPr lang="en-US" sz="2200"/>
              <a:t> that organism performs</a:t>
            </a:r>
            <a:endParaRPr sz="2200"/>
          </a:p>
          <a:p>
            <a:pPr indent="-254000" lvl="1" marL="685800" rtl="0" algn="l">
              <a:lnSpc>
                <a:spcPct val="90000"/>
              </a:lnSpc>
              <a:spcBef>
                <a:spcPts val="500"/>
              </a:spcBef>
              <a:spcAft>
                <a:spcPts val="0"/>
              </a:spcAft>
              <a:buClr>
                <a:schemeClr val="dk1"/>
              </a:buClr>
              <a:buSzPts val="2800"/>
              <a:buChar char="•"/>
            </a:pPr>
            <a:r>
              <a:rPr lang="en-US" sz="2200"/>
              <a:t>Photosynthesis: CO</a:t>
            </a:r>
            <a:r>
              <a:rPr baseline="-25000" lang="en-US" sz="2200"/>
              <a:t>2</a:t>
            </a:r>
            <a:r>
              <a:rPr lang="en-US" sz="2200"/>
              <a:t> in; O</a:t>
            </a:r>
            <a:r>
              <a:rPr baseline="-25000" lang="en-US" sz="2200"/>
              <a:t>2</a:t>
            </a:r>
            <a:r>
              <a:rPr lang="en-US" sz="2200"/>
              <a:t> out</a:t>
            </a:r>
            <a:endParaRPr sz="2200"/>
          </a:p>
          <a:p>
            <a:pPr indent="-254000" lvl="1" marL="685800" rtl="0" algn="l">
              <a:lnSpc>
                <a:spcPct val="90000"/>
              </a:lnSpc>
              <a:spcBef>
                <a:spcPts val="500"/>
              </a:spcBef>
              <a:spcAft>
                <a:spcPts val="0"/>
              </a:spcAft>
              <a:buClr>
                <a:schemeClr val="dk1"/>
              </a:buClr>
              <a:buSzPts val="2800"/>
              <a:buChar char="•"/>
            </a:pPr>
            <a:r>
              <a:rPr lang="en-US" sz="2200"/>
              <a:t>Respiration: O</a:t>
            </a:r>
            <a:r>
              <a:rPr baseline="-25000" lang="en-US" sz="2200"/>
              <a:t>2</a:t>
            </a:r>
            <a:r>
              <a:rPr lang="en-US" sz="2200"/>
              <a:t> in; CO</a:t>
            </a:r>
            <a:r>
              <a:rPr baseline="-25000" lang="en-US" sz="2200"/>
              <a:t>2</a:t>
            </a:r>
            <a:r>
              <a:rPr lang="en-US" sz="2200"/>
              <a:t> out</a:t>
            </a:r>
            <a:endParaRPr sz="2200"/>
          </a:p>
          <a:p>
            <a:pPr indent="-254000" lvl="1" marL="685800" rtl="0" algn="l">
              <a:lnSpc>
                <a:spcPct val="90000"/>
              </a:lnSpc>
              <a:spcBef>
                <a:spcPts val="500"/>
              </a:spcBef>
              <a:spcAft>
                <a:spcPts val="0"/>
              </a:spcAft>
              <a:buClr>
                <a:schemeClr val="dk1"/>
              </a:buClr>
              <a:buSzPts val="2800"/>
              <a:buChar char="•"/>
            </a:pPr>
            <a:r>
              <a:rPr lang="en-US" sz="2200"/>
              <a:t>Decomposition happens to the dead thing: (some) decomposers perform respiration to break down / release energy from the molecules of the dead thing</a:t>
            </a:r>
            <a:endParaRPr sz="2200"/>
          </a:p>
          <a:p>
            <a:pPr indent="-254000" lvl="1" marL="685800" rtl="0" algn="l">
              <a:lnSpc>
                <a:spcPct val="90000"/>
              </a:lnSpc>
              <a:spcBef>
                <a:spcPts val="500"/>
              </a:spcBef>
              <a:spcAft>
                <a:spcPts val="0"/>
              </a:spcAft>
              <a:buClr>
                <a:schemeClr val="dk1"/>
              </a:buClr>
              <a:buSzPts val="2800"/>
              <a:buChar char="•"/>
            </a:pPr>
            <a:r>
              <a:rPr lang="en-US" sz="2200"/>
              <a:t>Plants perform photosynthesis AND respiration (so O</a:t>
            </a:r>
            <a:r>
              <a:rPr baseline="-25000" lang="en-US" sz="2200"/>
              <a:t>2</a:t>
            </a:r>
            <a:r>
              <a:rPr lang="en-US" sz="2200"/>
              <a:t> / CO</a:t>
            </a:r>
            <a:r>
              <a:rPr baseline="-25000" lang="en-US" sz="2200"/>
              <a:t>2</a:t>
            </a:r>
            <a:r>
              <a:rPr lang="en-US" sz="2200"/>
              <a:t> in </a:t>
            </a:r>
            <a:r>
              <a:rPr lang="en-US" sz="2200" u="sng"/>
              <a:t>and</a:t>
            </a:r>
            <a:r>
              <a:rPr lang="en-US" sz="2200"/>
              <a:t> out!)</a:t>
            </a:r>
            <a:endParaRPr sz="2200"/>
          </a:p>
          <a:p>
            <a:pPr indent="-254000" lvl="1" marL="685800" rtl="0" algn="l">
              <a:lnSpc>
                <a:spcPct val="90000"/>
              </a:lnSpc>
              <a:spcBef>
                <a:spcPts val="500"/>
              </a:spcBef>
              <a:spcAft>
                <a:spcPts val="0"/>
              </a:spcAft>
              <a:buClr>
                <a:schemeClr val="dk1"/>
              </a:buClr>
              <a:buSzPts val="2800"/>
              <a:buChar char="•"/>
            </a:pPr>
            <a:r>
              <a:rPr lang="en-US" sz="2200"/>
              <a:t>Do NOT show gases moving between organisms – they simply go into/out of the air</a:t>
            </a:r>
            <a:endParaRPr sz="2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2"/>
          <p:cNvSpPr txBox="1"/>
          <p:nvPr>
            <p:ph type="ctrTitle"/>
          </p:nvPr>
        </p:nvSpPr>
        <p:spPr>
          <a:xfrm>
            <a:off x="647700" y="3200400"/>
            <a:ext cx="7848600" cy="15240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lt1"/>
              </a:buClr>
              <a:buSzPts val="5900"/>
              <a:buFont typeface="Overlock"/>
              <a:buNone/>
            </a:pPr>
            <a:r>
              <a:rPr b="0" lang="en-US" sz="5760">
                <a:latin typeface="Rockwell"/>
                <a:ea typeface="Rockwell"/>
                <a:cs typeface="Rockwell"/>
                <a:sym typeface="Rockwell"/>
              </a:rPr>
              <a:t>Metabolism, </a:t>
            </a:r>
            <a:r>
              <a:rPr b="0" lang="en-US" sz="5760">
                <a:latin typeface="Rockwell"/>
                <a:ea typeface="Rockwell"/>
                <a:cs typeface="Rockwell"/>
                <a:sym typeface="Rockwell"/>
              </a:rPr>
              <a:t>Trophic Levels and Energy Transfer</a:t>
            </a:r>
            <a:endParaRPr sz="5760"/>
          </a:p>
        </p:txBody>
      </p:sp>
      <p:sp>
        <p:nvSpPr>
          <p:cNvPr id="161" name="Google Shape;161;p22"/>
          <p:cNvSpPr txBox="1"/>
          <p:nvPr>
            <p:ph idx="1" type="subTitle"/>
          </p:nvPr>
        </p:nvSpPr>
        <p:spPr>
          <a:xfrm>
            <a:off x="2263275" y="4724400"/>
            <a:ext cx="4724400" cy="19812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lt1"/>
              </a:buClr>
              <a:buSzPts val="24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3"/>
          <p:cNvSpPr txBox="1"/>
          <p:nvPr>
            <p:ph type="title"/>
          </p:nvPr>
        </p:nvSpPr>
        <p:spPr>
          <a:xfrm>
            <a:off x="270200" y="365000"/>
            <a:ext cx="8533500" cy="852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sz="3300"/>
              <a:t>Energy and Life + Metabolism</a:t>
            </a:r>
            <a:endParaRPr sz="3300"/>
          </a:p>
        </p:txBody>
      </p:sp>
      <p:sp>
        <p:nvSpPr>
          <p:cNvPr id="168" name="Google Shape;168;p23"/>
          <p:cNvSpPr txBox="1"/>
          <p:nvPr>
            <p:ph idx="1" type="body"/>
          </p:nvPr>
        </p:nvSpPr>
        <p:spPr>
          <a:xfrm>
            <a:off x="458675" y="1217000"/>
            <a:ext cx="8278500" cy="50493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b="1" lang="en-US" sz="3200"/>
              <a:t>Metabolism </a:t>
            </a:r>
            <a:r>
              <a:rPr lang="en-US" sz="3200"/>
              <a:t>= chemical reactions that build up or break down molecules in living things. </a:t>
            </a:r>
            <a:endParaRPr sz="3200"/>
          </a:p>
          <a:p>
            <a:pPr indent="0" lvl="0" marL="0" rtl="0" algn="l">
              <a:lnSpc>
                <a:spcPct val="90000"/>
              </a:lnSpc>
              <a:spcBef>
                <a:spcPts val="0"/>
              </a:spcBef>
              <a:spcAft>
                <a:spcPts val="0"/>
              </a:spcAft>
              <a:buNone/>
            </a:pPr>
            <a:r>
              <a:t/>
            </a:r>
            <a:endParaRPr sz="3200"/>
          </a:p>
          <a:p>
            <a:pPr indent="0" lvl="0" marL="0" rtl="0" algn="l">
              <a:lnSpc>
                <a:spcPct val="90000"/>
              </a:lnSpc>
              <a:spcBef>
                <a:spcPts val="0"/>
              </a:spcBef>
              <a:spcAft>
                <a:spcPts val="0"/>
              </a:spcAft>
              <a:buNone/>
            </a:pPr>
            <a:r>
              <a:rPr lang="en-US" sz="3200"/>
              <a:t>Examples:</a:t>
            </a:r>
            <a:endParaRPr sz="3200"/>
          </a:p>
          <a:p>
            <a:pPr indent="0" lvl="0" marL="0" rtl="0" algn="l">
              <a:lnSpc>
                <a:spcPct val="90000"/>
              </a:lnSpc>
              <a:spcBef>
                <a:spcPts val="0"/>
              </a:spcBef>
              <a:spcAft>
                <a:spcPts val="0"/>
              </a:spcAft>
              <a:buNone/>
            </a:pPr>
            <a:r>
              <a:t/>
            </a:r>
            <a:endParaRPr sz="3200"/>
          </a:p>
          <a:p>
            <a:pPr indent="0" lvl="0" marL="0" rtl="0" algn="l">
              <a:lnSpc>
                <a:spcPct val="90000"/>
              </a:lnSpc>
              <a:spcBef>
                <a:spcPts val="1000"/>
              </a:spcBef>
              <a:spcAft>
                <a:spcPts val="0"/>
              </a:spcAft>
              <a:buClr>
                <a:schemeClr val="dk1"/>
              </a:buClr>
              <a:buSzPts val="3200"/>
              <a:buNone/>
            </a:pPr>
            <a:r>
              <a:rPr lang="en-US" sz="2800"/>
              <a:t>Photosynthesis:     </a:t>
            </a:r>
            <a:endParaRPr sz="2800"/>
          </a:p>
          <a:p>
            <a:pPr indent="0" lvl="0" marL="0" rtl="0" algn="l">
              <a:lnSpc>
                <a:spcPct val="90000"/>
              </a:lnSpc>
              <a:spcBef>
                <a:spcPts val="1000"/>
              </a:spcBef>
              <a:spcAft>
                <a:spcPts val="0"/>
              </a:spcAft>
              <a:buClr>
                <a:schemeClr val="dk1"/>
              </a:buClr>
              <a:buSzPts val="3200"/>
              <a:buNone/>
            </a:pPr>
            <a:r>
              <a:rPr lang="en-US" sz="2800"/>
              <a:t>6CO</a:t>
            </a:r>
            <a:r>
              <a:rPr baseline="-25000" lang="en-US" sz="2800"/>
              <a:t>2</a:t>
            </a:r>
            <a:r>
              <a:rPr lang="en-US" sz="2800"/>
              <a:t> + 6H</a:t>
            </a:r>
            <a:r>
              <a:rPr baseline="-25000" lang="en-US" sz="2800"/>
              <a:t>2</a:t>
            </a:r>
            <a:r>
              <a:rPr lang="en-US" sz="2800"/>
              <a:t>0 + sunlight 🡪 C</a:t>
            </a:r>
            <a:r>
              <a:rPr baseline="-25000" lang="en-US" sz="2800"/>
              <a:t>6</a:t>
            </a:r>
            <a:r>
              <a:rPr lang="en-US" sz="2800"/>
              <a:t>H</a:t>
            </a:r>
            <a:r>
              <a:rPr baseline="-25000" lang="en-US" sz="2800"/>
              <a:t>12</a:t>
            </a:r>
            <a:r>
              <a:rPr lang="en-US" sz="2800"/>
              <a:t>O</a:t>
            </a:r>
            <a:r>
              <a:rPr baseline="-25000" lang="en-US" sz="2800"/>
              <a:t>6</a:t>
            </a:r>
            <a:r>
              <a:rPr lang="en-US" sz="2800"/>
              <a:t> + 6O</a:t>
            </a:r>
            <a:r>
              <a:rPr baseline="-25000" lang="en-US" sz="2800"/>
              <a:t>2 </a:t>
            </a:r>
            <a:endParaRPr baseline="-25000" sz="2800"/>
          </a:p>
          <a:p>
            <a:pPr indent="0" lvl="0" marL="0" rtl="0" algn="l">
              <a:lnSpc>
                <a:spcPct val="90000"/>
              </a:lnSpc>
              <a:spcBef>
                <a:spcPts val="1000"/>
              </a:spcBef>
              <a:spcAft>
                <a:spcPts val="0"/>
              </a:spcAft>
              <a:buClr>
                <a:schemeClr val="dk1"/>
              </a:buClr>
              <a:buSzPts val="3200"/>
              <a:buNone/>
            </a:pPr>
            <a:r>
              <a:rPr lang="en-US" sz="2800"/>
              <a:t>Respiration:	       </a:t>
            </a:r>
            <a:endParaRPr sz="2800"/>
          </a:p>
          <a:p>
            <a:pPr indent="0" lvl="0" marL="0" rtl="0" algn="l">
              <a:lnSpc>
                <a:spcPct val="90000"/>
              </a:lnSpc>
              <a:spcBef>
                <a:spcPts val="1000"/>
              </a:spcBef>
              <a:spcAft>
                <a:spcPts val="0"/>
              </a:spcAft>
              <a:buClr>
                <a:schemeClr val="dk1"/>
              </a:buClr>
              <a:buSzPts val="3200"/>
              <a:buNone/>
            </a:pPr>
            <a:r>
              <a:rPr lang="en-US" sz="2800"/>
              <a:t> C</a:t>
            </a:r>
            <a:r>
              <a:rPr baseline="-25000" lang="en-US" sz="2800"/>
              <a:t>6</a:t>
            </a:r>
            <a:r>
              <a:rPr lang="en-US" sz="2800"/>
              <a:t>H</a:t>
            </a:r>
            <a:r>
              <a:rPr baseline="-25000" lang="en-US" sz="2800"/>
              <a:t>12</a:t>
            </a:r>
            <a:r>
              <a:rPr lang="en-US" sz="2800"/>
              <a:t>O</a:t>
            </a:r>
            <a:r>
              <a:rPr baseline="-25000" lang="en-US" sz="2800"/>
              <a:t>6</a:t>
            </a:r>
            <a:r>
              <a:rPr lang="en-US" sz="2800"/>
              <a:t> + 6O</a:t>
            </a:r>
            <a:r>
              <a:rPr baseline="-25000" lang="en-US" sz="2800"/>
              <a:t>2</a:t>
            </a:r>
            <a:r>
              <a:rPr lang="en-US" sz="2800"/>
              <a:t> 🡪 6CO</a:t>
            </a:r>
            <a:r>
              <a:rPr baseline="-25000" lang="en-US" sz="2800"/>
              <a:t>2</a:t>
            </a:r>
            <a:r>
              <a:rPr lang="en-US" sz="2800"/>
              <a:t> + 6H</a:t>
            </a:r>
            <a:r>
              <a:rPr baseline="-25000" lang="en-US" sz="2800"/>
              <a:t>2</a:t>
            </a:r>
            <a:r>
              <a:rPr lang="en-US" sz="2800"/>
              <a:t>O    + Heat + ATP</a:t>
            </a:r>
            <a:endParaRPr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4"/>
          <p:cNvSpPr txBox="1"/>
          <p:nvPr>
            <p:ph type="title"/>
          </p:nvPr>
        </p:nvSpPr>
        <p:spPr>
          <a:xfrm>
            <a:off x="384950" y="268450"/>
            <a:ext cx="8347200" cy="962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sz="3200"/>
              <a:t>Energy and Life + Metabolism</a:t>
            </a:r>
            <a:endParaRPr sz="3200"/>
          </a:p>
        </p:txBody>
      </p:sp>
      <p:sp>
        <p:nvSpPr>
          <p:cNvPr id="174" name="Google Shape;174;p24"/>
          <p:cNvSpPr txBox="1"/>
          <p:nvPr>
            <p:ph idx="1" type="body"/>
          </p:nvPr>
        </p:nvSpPr>
        <p:spPr>
          <a:xfrm>
            <a:off x="339450" y="1231150"/>
            <a:ext cx="8465100" cy="5158500"/>
          </a:xfrm>
          <a:prstGeom prst="rect">
            <a:avLst/>
          </a:prstGeom>
          <a:noFill/>
          <a:ln>
            <a:noFill/>
          </a:ln>
        </p:spPr>
        <p:txBody>
          <a:bodyPr anchorCtr="0" anchor="t" bIns="45700" lIns="91425" spcFirstLastPara="1" rIns="91425" wrap="square" tIns="45700">
            <a:normAutofit fontScale="85000" lnSpcReduction="20000"/>
          </a:bodyPr>
          <a:lstStyle/>
          <a:p>
            <a:pPr indent="-401320" lvl="0" marL="457200" rtl="0" algn="l">
              <a:lnSpc>
                <a:spcPct val="90000"/>
              </a:lnSpc>
              <a:spcBef>
                <a:spcPts val="0"/>
              </a:spcBef>
              <a:spcAft>
                <a:spcPts val="0"/>
              </a:spcAft>
              <a:buSzPct val="100000"/>
              <a:buChar char="•"/>
            </a:pPr>
            <a:r>
              <a:rPr lang="en-US" sz="3200"/>
              <a:t>Metabolism is a characteristic of life</a:t>
            </a:r>
            <a:endParaRPr/>
          </a:p>
          <a:p>
            <a:pPr indent="-401320" lvl="0" marL="457200" rtl="0" algn="l">
              <a:lnSpc>
                <a:spcPct val="90000"/>
              </a:lnSpc>
              <a:spcBef>
                <a:spcPts val="1000"/>
              </a:spcBef>
              <a:spcAft>
                <a:spcPts val="0"/>
              </a:spcAft>
              <a:buSzPct val="100000"/>
              <a:buChar char="•"/>
            </a:pPr>
            <a:r>
              <a:rPr lang="en-US" sz="3200"/>
              <a:t>Living things use energy to build simple molecules into larger, more complex ones.</a:t>
            </a:r>
            <a:endParaRPr sz="3200"/>
          </a:p>
          <a:p>
            <a:pPr indent="-401320" lvl="0" marL="457200" rtl="0" algn="l">
              <a:lnSpc>
                <a:spcPct val="90000"/>
              </a:lnSpc>
              <a:spcBef>
                <a:spcPts val="1000"/>
              </a:spcBef>
              <a:spcAft>
                <a:spcPts val="0"/>
              </a:spcAft>
              <a:buSzPct val="100000"/>
              <a:buChar char="•"/>
            </a:pPr>
            <a:r>
              <a:rPr lang="en-US" sz="3200"/>
              <a:t>Organisms can also break down molecules to release stored energy or to process as waste.</a:t>
            </a:r>
            <a:endParaRPr/>
          </a:p>
          <a:p>
            <a:pPr indent="-401320" lvl="0" marL="457200" rtl="0" algn="l">
              <a:lnSpc>
                <a:spcPct val="90000"/>
              </a:lnSpc>
              <a:spcBef>
                <a:spcPts val="1000"/>
              </a:spcBef>
              <a:spcAft>
                <a:spcPts val="0"/>
              </a:spcAft>
              <a:buSzPct val="100000"/>
              <a:buChar char="•"/>
            </a:pPr>
            <a:r>
              <a:rPr lang="en-US" sz="3200"/>
              <a:t>These chemical reactions are part of </a:t>
            </a:r>
            <a:r>
              <a:rPr b="1" lang="en-US" sz="3200"/>
              <a:t>metabolism</a:t>
            </a:r>
            <a:endParaRPr/>
          </a:p>
          <a:p>
            <a:pPr indent="-401320" lvl="0" marL="457200" rtl="0" algn="l">
              <a:lnSpc>
                <a:spcPct val="90000"/>
              </a:lnSpc>
              <a:spcBef>
                <a:spcPts val="1000"/>
              </a:spcBef>
              <a:spcAft>
                <a:spcPts val="0"/>
              </a:spcAft>
              <a:buSzPct val="100000"/>
              <a:buChar char="•"/>
            </a:pPr>
            <a:r>
              <a:rPr lang="en-US" sz="3200"/>
              <a:t>Some of these larger molecules are used for structure; some have their own functions, others are used for energy storage</a:t>
            </a:r>
            <a:endParaRPr/>
          </a:p>
          <a:p>
            <a:pPr indent="0" lvl="0" marL="0" rtl="0" algn="l">
              <a:lnSpc>
                <a:spcPct val="90000"/>
              </a:lnSpc>
              <a:spcBef>
                <a:spcPts val="1000"/>
              </a:spcBef>
              <a:spcAft>
                <a:spcPts val="0"/>
              </a:spcAft>
              <a:buClr>
                <a:schemeClr val="dk1"/>
              </a:buClr>
              <a:buSzPct val="100000"/>
              <a:buNone/>
            </a:pPr>
            <a:r>
              <a:t/>
            </a:r>
            <a:endParaRPr sz="3200"/>
          </a:p>
          <a:p>
            <a:pPr indent="-213360" lvl="0" marL="228600" rtl="0" algn="l">
              <a:lnSpc>
                <a:spcPct val="90000"/>
              </a:lnSpc>
              <a:spcBef>
                <a:spcPts val="1000"/>
              </a:spcBef>
              <a:spcAft>
                <a:spcPts val="0"/>
              </a:spcAft>
              <a:buClr>
                <a:schemeClr val="dk1"/>
              </a:buClr>
              <a:buSzPct val="100000"/>
              <a:buChar char="•"/>
            </a:pPr>
            <a:r>
              <a:rPr i="1" lang="en-US" sz="3200"/>
              <a:t>Pair share:</a:t>
            </a:r>
            <a:endParaRPr/>
          </a:p>
          <a:p>
            <a:pPr indent="-215265" lvl="1" marL="685800" rtl="0" algn="l">
              <a:lnSpc>
                <a:spcPct val="90000"/>
              </a:lnSpc>
              <a:spcBef>
                <a:spcPts val="500"/>
              </a:spcBef>
              <a:spcAft>
                <a:spcPts val="0"/>
              </a:spcAft>
              <a:buClr>
                <a:schemeClr val="dk1"/>
              </a:buClr>
              <a:buSzPct val="100000"/>
              <a:buChar char="•"/>
            </a:pPr>
            <a:r>
              <a:rPr i="1" lang="en-US" sz="2800"/>
              <a:t>R) How are plants and animals alike? Different?</a:t>
            </a:r>
            <a:endParaRPr/>
          </a:p>
          <a:p>
            <a:pPr indent="-215265" lvl="1" marL="685800" rtl="0" algn="l">
              <a:lnSpc>
                <a:spcPct val="90000"/>
              </a:lnSpc>
              <a:spcBef>
                <a:spcPts val="500"/>
              </a:spcBef>
              <a:spcAft>
                <a:spcPts val="0"/>
              </a:spcAft>
              <a:buClr>
                <a:schemeClr val="dk1"/>
              </a:buClr>
              <a:buSzPct val="100000"/>
              <a:buChar char="•"/>
            </a:pPr>
            <a:r>
              <a:rPr i="1" lang="en-US" sz="2800"/>
              <a:t>L) Why do plants perform respiration?</a:t>
            </a:r>
            <a:endParaRPr sz="2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5"/>
          <p:cNvSpPr txBox="1"/>
          <p:nvPr>
            <p:ph type="title"/>
          </p:nvPr>
        </p:nvSpPr>
        <p:spPr>
          <a:xfrm>
            <a:off x="685800" y="609600"/>
            <a:ext cx="7764600" cy="1325700"/>
          </a:xfrm>
          <a:prstGeom prst="rect">
            <a:avLst/>
          </a:prstGeom>
        </p:spPr>
        <p:txBody>
          <a:bodyPr anchorCtr="0" anchor="ctr" bIns="45700" lIns="91425" spcFirstLastPara="1" rIns="91425" wrap="square" tIns="45700">
            <a:noAutofit/>
          </a:bodyPr>
          <a:lstStyle/>
          <a:p>
            <a:pPr indent="0" lvl="0" marL="0" rtl="0" algn="ctr">
              <a:lnSpc>
                <a:spcPct val="115000"/>
              </a:lnSpc>
              <a:spcBef>
                <a:spcPts val="0"/>
              </a:spcBef>
              <a:spcAft>
                <a:spcPts val="0"/>
              </a:spcAft>
              <a:buClr>
                <a:schemeClr val="dk1"/>
              </a:buClr>
              <a:buSzPts val="1100"/>
              <a:buFont typeface="Arial"/>
              <a:buNone/>
            </a:pPr>
            <a:r>
              <a:rPr lang="en-US">
                <a:latin typeface="Arial"/>
                <a:ea typeface="Arial"/>
                <a:cs typeface="Arial"/>
                <a:sym typeface="Arial"/>
              </a:rPr>
              <a:t>Abiotic Factor or	Biotic Factor?</a:t>
            </a:r>
            <a:endParaRPr>
              <a:latin typeface="Arial"/>
              <a:ea typeface="Arial"/>
              <a:cs typeface="Arial"/>
              <a:sym typeface="Arial"/>
            </a:endParaRPr>
          </a:p>
          <a:p>
            <a:pPr indent="0" lvl="0" marL="0" rtl="0" algn="ctr">
              <a:spcBef>
                <a:spcPts val="0"/>
              </a:spcBef>
              <a:spcAft>
                <a:spcPts val="0"/>
              </a:spcAft>
              <a:buNone/>
            </a:pPr>
            <a:r>
              <a:t/>
            </a:r>
            <a:endParaRPr/>
          </a:p>
        </p:txBody>
      </p:sp>
      <p:sp>
        <p:nvSpPr>
          <p:cNvPr id="181" name="Google Shape;181;p25"/>
          <p:cNvSpPr txBox="1"/>
          <p:nvPr>
            <p:ph idx="1" type="body"/>
          </p:nvPr>
        </p:nvSpPr>
        <p:spPr>
          <a:xfrm>
            <a:off x="685800" y="1751300"/>
            <a:ext cx="7764600" cy="4039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b="1" lang="en-US" sz="3000" u="sng">
                <a:latin typeface="Arial"/>
                <a:ea typeface="Arial"/>
                <a:cs typeface="Arial"/>
                <a:sym typeface="Arial"/>
              </a:rPr>
              <a:t>abiotic</a:t>
            </a:r>
            <a:r>
              <a:rPr lang="en-US" sz="3000">
                <a:latin typeface="Arial"/>
                <a:ea typeface="Arial"/>
                <a:cs typeface="Arial"/>
                <a:sym typeface="Arial"/>
              </a:rPr>
              <a:t> – non-living components that affect living organisms</a:t>
            </a:r>
            <a:endParaRPr sz="30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3000">
                <a:latin typeface="Arial"/>
                <a:ea typeface="Arial"/>
                <a:cs typeface="Arial"/>
                <a:sym typeface="Arial"/>
              </a:rPr>
              <a:t> </a:t>
            </a:r>
            <a:endParaRPr sz="3000">
              <a:latin typeface="Arial"/>
              <a:ea typeface="Arial"/>
              <a:cs typeface="Arial"/>
              <a:sym typeface="Arial"/>
            </a:endParaRPr>
          </a:p>
          <a:p>
            <a:pPr indent="0" lvl="0" marL="0" rtl="0" algn="l">
              <a:spcBef>
                <a:spcPts val="1000"/>
              </a:spcBef>
              <a:spcAft>
                <a:spcPts val="0"/>
              </a:spcAft>
              <a:buNone/>
            </a:pPr>
            <a:r>
              <a:rPr b="1" lang="en-US" sz="3000" u="sng">
                <a:latin typeface="Arial"/>
                <a:ea typeface="Arial"/>
                <a:cs typeface="Arial"/>
                <a:sym typeface="Arial"/>
              </a:rPr>
              <a:t>biotic</a:t>
            </a:r>
            <a:r>
              <a:rPr lang="en-US" sz="3000">
                <a:latin typeface="Arial"/>
                <a:ea typeface="Arial"/>
                <a:cs typeface="Arial"/>
                <a:sym typeface="Arial"/>
              </a:rPr>
              <a:t> – all living things or their materials that directly or indirectly affect organisms in its environment (includes interactions – disease and predation)</a:t>
            </a:r>
            <a:endParaRPr sz="3000">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6"/>
          <p:cNvSpPr txBox="1"/>
          <p:nvPr>
            <p:ph type="title"/>
          </p:nvPr>
        </p:nvSpPr>
        <p:spPr>
          <a:xfrm>
            <a:off x="685800" y="609600"/>
            <a:ext cx="7764600" cy="1325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188" name="Google Shape;188;p26"/>
          <p:cNvSpPr txBox="1"/>
          <p:nvPr>
            <p:ph idx="1" type="body"/>
          </p:nvPr>
        </p:nvSpPr>
        <p:spPr>
          <a:xfrm>
            <a:off x="685800" y="2095500"/>
            <a:ext cx="7764600" cy="36957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lang="en-US" sz="3500">
                <a:latin typeface="Arial"/>
                <a:ea typeface="Arial"/>
                <a:cs typeface="Arial"/>
                <a:sym typeface="Arial"/>
              </a:rPr>
              <a:t>Cloud        	Dead leaf           	Lizard</a:t>
            </a:r>
            <a:endParaRPr sz="3500">
              <a:latin typeface="Arial"/>
              <a:ea typeface="Arial"/>
              <a:cs typeface="Arial"/>
              <a:sym typeface="Arial"/>
            </a:endParaRPr>
          </a:p>
          <a:p>
            <a:pPr indent="0" lvl="0" marL="0" rtl="0" algn="l">
              <a:lnSpc>
                <a:spcPct val="115000"/>
              </a:lnSpc>
              <a:spcBef>
                <a:spcPts val="0"/>
              </a:spcBef>
              <a:spcAft>
                <a:spcPts val="0"/>
              </a:spcAft>
              <a:buNone/>
            </a:pPr>
            <a:r>
              <a:t/>
            </a:r>
            <a:endParaRPr sz="35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3500">
                <a:latin typeface="Arial"/>
                <a:ea typeface="Arial"/>
                <a:cs typeface="Arial"/>
                <a:sym typeface="Arial"/>
              </a:rPr>
              <a:t>Tree				Soil				Stream water</a:t>
            </a:r>
            <a:endParaRPr sz="3500">
              <a:latin typeface="Arial"/>
              <a:ea typeface="Arial"/>
              <a:cs typeface="Arial"/>
              <a:sym typeface="Arial"/>
            </a:endParaRPr>
          </a:p>
          <a:p>
            <a:pPr indent="0" lvl="0" marL="0" rtl="0" algn="l">
              <a:spcBef>
                <a:spcPts val="1000"/>
              </a:spcBef>
              <a:spcAft>
                <a:spcPts val="0"/>
              </a:spcAft>
              <a:buNone/>
            </a:pPr>
            <a:r>
              <a:t/>
            </a:r>
            <a:endParaRPr sz="3500"/>
          </a:p>
          <a:p>
            <a:pPr indent="0" lvl="0" marL="0" rtl="0" algn="l">
              <a:spcBef>
                <a:spcPts val="1000"/>
              </a:spcBef>
              <a:spcAft>
                <a:spcPts val="0"/>
              </a:spcAft>
              <a:buNone/>
            </a:pPr>
            <a:r>
              <a:rPr lang="en-US" sz="3500">
                <a:latin typeface="Arial"/>
                <a:ea typeface="Arial"/>
                <a:cs typeface="Arial"/>
                <a:sym typeface="Arial"/>
              </a:rPr>
              <a:t>Dog poop 			Rock 		Snail Shell</a:t>
            </a:r>
            <a:r>
              <a:rPr lang="en-US" sz="3100">
                <a:latin typeface="Arial"/>
                <a:ea typeface="Arial"/>
                <a:cs typeface="Arial"/>
                <a:sym typeface="Arial"/>
              </a:rPr>
              <a:t> </a:t>
            </a:r>
            <a:endParaRPr sz="3100">
              <a:latin typeface="Arial"/>
              <a:ea typeface="Arial"/>
              <a:cs typeface="Arial"/>
              <a:sym typeface="Arial"/>
            </a:endParaRPr>
          </a:p>
        </p:txBody>
      </p:sp>
      <p:pic>
        <p:nvPicPr>
          <p:cNvPr id="189" name="Google Shape;189;p26"/>
          <p:cNvPicPr preferRelativeResize="0"/>
          <p:nvPr/>
        </p:nvPicPr>
        <p:blipFill>
          <a:blip r:embed="rId3">
            <a:alphaModFix/>
          </a:blip>
          <a:stretch>
            <a:fillRect/>
          </a:stretch>
        </p:blipFill>
        <p:spPr>
          <a:xfrm>
            <a:off x="152400" y="5943600"/>
            <a:ext cx="4457700" cy="2667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7"/>
          <p:cNvSpPr txBox="1"/>
          <p:nvPr>
            <p:ph type="title"/>
          </p:nvPr>
        </p:nvSpPr>
        <p:spPr>
          <a:xfrm>
            <a:off x="687925" y="609600"/>
            <a:ext cx="2949300" cy="38892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None/>
            </a:pPr>
            <a:r>
              <a:rPr lang="en-US"/>
              <a:t>All plants get their energy from…</a:t>
            </a:r>
            <a:endParaRPr/>
          </a:p>
        </p:txBody>
      </p:sp>
      <p:sp>
        <p:nvSpPr>
          <p:cNvPr id="196" name="Google Shape;196;p27"/>
          <p:cNvSpPr txBox="1"/>
          <p:nvPr>
            <p:ph idx="1" type="body"/>
          </p:nvPr>
        </p:nvSpPr>
        <p:spPr>
          <a:xfrm>
            <a:off x="3808548" y="609600"/>
            <a:ext cx="4642200" cy="5181600"/>
          </a:xfrm>
          <a:prstGeom prst="rect">
            <a:avLst/>
          </a:prstGeom>
        </p:spPr>
        <p:txBody>
          <a:bodyPr anchorCtr="0" anchor="ctr" bIns="45700" lIns="91425" spcFirstLastPara="1" rIns="91425" wrap="square" tIns="45700">
            <a:noAutofit/>
          </a:bodyPr>
          <a:lstStyle/>
          <a:p>
            <a:pPr indent="0" lvl="0" marL="0" rtl="0" algn="l">
              <a:spcBef>
                <a:spcPts val="1000"/>
              </a:spcBef>
              <a:spcAft>
                <a:spcPts val="0"/>
              </a:spcAft>
              <a:buNone/>
            </a:pPr>
            <a:r>
              <a:t/>
            </a:r>
            <a:endParaRPr/>
          </a:p>
        </p:txBody>
      </p:sp>
      <p:sp>
        <p:nvSpPr>
          <p:cNvPr id="197" name="Google Shape;197;p27"/>
          <p:cNvSpPr txBox="1"/>
          <p:nvPr>
            <p:ph idx="2" type="body"/>
          </p:nvPr>
        </p:nvSpPr>
        <p:spPr>
          <a:xfrm>
            <a:off x="649746" y="530026"/>
            <a:ext cx="2949300" cy="2819400"/>
          </a:xfrm>
          <a:prstGeom prst="rect">
            <a:avLst/>
          </a:prstGeom>
        </p:spPr>
        <p:txBody>
          <a:bodyPr anchorCtr="0" anchor="t" bIns="45700" lIns="91425" spcFirstLastPara="1" rIns="91425" wrap="square" tIns="45700">
            <a:noAutofit/>
          </a:bodyPr>
          <a:lstStyle/>
          <a:p>
            <a:pPr indent="0" lvl="0" marL="0" rtl="0" algn="ctr">
              <a:spcBef>
                <a:spcPts val="1000"/>
              </a:spcBef>
              <a:spcAft>
                <a:spcPts val="0"/>
              </a:spcAft>
              <a:buNone/>
            </a:pPr>
            <a:r>
              <a:rPr lang="en-US"/>
              <a:t>First and foremost</a:t>
            </a:r>
            <a:endParaRPr/>
          </a:p>
        </p:txBody>
      </p:sp>
      <p:pic>
        <p:nvPicPr>
          <p:cNvPr id="198" name="Google Shape;198;p27"/>
          <p:cNvPicPr preferRelativeResize="0"/>
          <p:nvPr/>
        </p:nvPicPr>
        <p:blipFill>
          <a:blip r:embed="rId3">
            <a:alphaModFix/>
          </a:blip>
          <a:stretch>
            <a:fillRect/>
          </a:stretch>
        </p:blipFill>
        <p:spPr>
          <a:xfrm>
            <a:off x="3808550" y="2183043"/>
            <a:ext cx="4642200" cy="263265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8"/>
          <p:cNvSpPr txBox="1"/>
          <p:nvPr>
            <p:ph type="title"/>
          </p:nvPr>
        </p:nvSpPr>
        <p:spPr>
          <a:xfrm>
            <a:off x="685800" y="1524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lt1"/>
              </a:buClr>
              <a:buSzPts val="6600"/>
              <a:buFont typeface="Overlock"/>
              <a:buNone/>
            </a:pPr>
            <a:r>
              <a:rPr b="1" i="0" lang="en-US" sz="6600" u="none">
                <a:solidFill>
                  <a:schemeClr val="lt1"/>
                </a:solidFill>
                <a:latin typeface="Overlock"/>
                <a:ea typeface="Overlock"/>
                <a:cs typeface="Overlock"/>
                <a:sym typeface="Overlock"/>
              </a:rPr>
              <a:t>AUTOTROPHS </a:t>
            </a:r>
            <a:endParaRPr/>
          </a:p>
        </p:txBody>
      </p:sp>
      <p:sp>
        <p:nvSpPr>
          <p:cNvPr id="204" name="Google Shape;204;p28"/>
          <p:cNvSpPr txBox="1"/>
          <p:nvPr>
            <p:ph idx="1" type="body"/>
          </p:nvPr>
        </p:nvSpPr>
        <p:spPr>
          <a:xfrm>
            <a:off x="381000" y="1371600"/>
            <a:ext cx="8382000" cy="5181600"/>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lt1"/>
              </a:buClr>
              <a:buSzPts val="3200"/>
              <a:buFont typeface="Arial"/>
              <a:buChar char="•"/>
            </a:pPr>
            <a:r>
              <a:rPr b="0" i="0" lang="en-US" sz="3200" u="none" cap="none" strike="noStrike">
                <a:solidFill>
                  <a:schemeClr val="lt1"/>
                </a:solidFill>
                <a:latin typeface="Rockwell"/>
                <a:ea typeface="Rockwell"/>
                <a:cs typeface="Rockwell"/>
                <a:sym typeface="Rockwell"/>
              </a:rPr>
              <a:t>A group of organisms that </a:t>
            </a:r>
            <a:r>
              <a:rPr lang="en-US" sz="3200"/>
              <a:t>use photosynthesis ( ______ energy → _______ energy)</a:t>
            </a:r>
            <a:endParaRPr/>
          </a:p>
          <a:p>
            <a:pPr indent="-25400" lvl="0" marL="228600" marR="0" rtl="0" algn="l">
              <a:lnSpc>
                <a:spcPct val="90000"/>
              </a:lnSpc>
              <a:spcBef>
                <a:spcPts val="1000"/>
              </a:spcBef>
              <a:spcAft>
                <a:spcPts val="0"/>
              </a:spcAft>
              <a:buClr>
                <a:schemeClr val="lt1"/>
              </a:buClr>
              <a:buSzPts val="3200"/>
              <a:buFont typeface="Arial"/>
              <a:buNone/>
            </a:pPr>
            <a:r>
              <a:t/>
            </a:r>
            <a:endParaRPr b="0" i="0" sz="3200" u="none" cap="none" strike="noStrike">
              <a:solidFill>
                <a:schemeClr val="lt1"/>
              </a:solidFill>
              <a:latin typeface="Rockwell"/>
              <a:ea typeface="Rockwell"/>
              <a:cs typeface="Rockwell"/>
              <a:sym typeface="Rockwell"/>
            </a:endParaRPr>
          </a:p>
          <a:p>
            <a:pPr indent="-228600" lvl="0" marL="228600" marR="0" rtl="0" algn="l">
              <a:lnSpc>
                <a:spcPct val="90000"/>
              </a:lnSpc>
              <a:spcBef>
                <a:spcPts val="1000"/>
              </a:spcBef>
              <a:spcAft>
                <a:spcPts val="0"/>
              </a:spcAft>
              <a:buClr>
                <a:schemeClr val="lt1"/>
              </a:buClr>
              <a:buSzPts val="3200"/>
              <a:buFont typeface="Arial"/>
              <a:buChar char="•"/>
            </a:pPr>
            <a:r>
              <a:rPr b="0" i="0" lang="en-US" sz="3200" u="none" cap="none" strike="noStrike">
                <a:solidFill>
                  <a:schemeClr val="lt1"/>
                </a:solidFill>
                <a:latin typeface="Rockwell"/>
                <a:ea typeface="Rockwell"/>
                <a:cs typeface="Rockwell"/>
                <a:sym typeface="Rockwell"/>
              </a:rPr>
              <a:t>Autotrophs are also called </a:t>
            </a:r>
            <a:r>
              <a:rPr b="1" i="0" lang="en-US" sz="3200" u="none" cap="none" strike="noStrike">
                <a:solidFill>
                  <a:schemeClr val="lt1"/>
                </a:solidFill>
                <a:latin typeface="Rockwell"/>
                <a:ea typeface="Rockwell"/>
                <a:cs typeface="Rockwell"/>
                <a:sym typeface="Rockwell"/>
              </a:rPr>
              <a:t>Producers </a:t>
            </a:r>
            <a:r>
              <a:rPr b="0" i="0" lang="en-US" sz="3200" u="none" cap="none" strike="noStrike">
                <a:solidFill>
                  <a:schemeClr val="lt1"/>
                </a:solidFill>
                <a:latin typeface="Rockwell"/>
                <a:ea typeface="Rockwell"/>
                <a:cs typeface="Rockwell"/>
                <a:sym typeface="Rockwell"/>
              </a:rPr>
              <a:t>because they produce all of the food that heterotrophs use</a:t>
            </a:r>
            <a:endParaRPr/>
          </a:p>
          <a:p>
            <a:pPr indent="-25400" lvl="0" marL="228600" marR="0" rtl="0" algn="l">
              <a:lnSpc>
                <a:spcPct val="120000"/>
              </a:lnSpc>
              <a:spcBef>
                <a:spcPts val="1000"/>
              </a:spcBef>
              <a:spcAft>
                <a:spcPts val="0"/>
              </a:spcAft>
              <a:buClr>
                <a:schemeClr val="lt1"/>
              </a:buClr>
              <a:buSzPts val="3200"/>
              <a:buFont typeface="Arial"/>
              <a:buNone/>
            </a:pPr>
            <a:r>
              <a:t/>
            </a:r>
            <a:endParaRPr b="0" i="0" sz="3200" u="none">
              <a:solidFill>
                <a:schemeClr val="lt1"/>
              </a:solidFill>
              <a:latin typeface="Rockwell"/>
              <a:ea typeface="Rockwell"/>
              <a:cs typeface="Rockwell"/>
              <a:sym typeface="Rockwe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xEl>
                                              <p:pRg end="0" st="0"/>
                                            </p:txEl>
                                          </p:spTgt>
                                        </p:tgtEl>
                                        <p:attrNameLst>
                                          <p:attrName>style.visibility</p:attrName>
                                        </p:attrNameLst>
                                      </p:cBhvr>
                                      <p:to>
                                        <p:strVal val="visible"/>
                                      </p:to>
                                    </p:set>
                                    <p:animEffect filter="fade" transition="in">
                                      <p:cBhvr>
                                        <p:cTn dur="1000"/>
                                        <p:tgtEl>
                                          <p:spTgt spid="20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xEl>
                                              <p:pRg end="1" st="1"/>
                                            </p:txEl>
                                          </p:spTgt>
                                        </p:tgtEl>
                                        <p:attrNameLst>
                                          <p:attrName>style.visibility</p:attrName>
                                        </p:attrNameLst>
                                      </p:cBhvr>
                                      <p:to>
                                        <p:strVal val="visible"/>
                                      </p:to>
                                    </p:set>
                                    <p:animEffect filter="fade" transition="in">
                                      <p:cBhvr>
                                        <p:cTn dur="1000"/>
                                        <p:tgtEl>
                                          <p:spTgt spid="20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xEl>
                                              <p:pRg end="2" st="2"/>
                                            </p:txEl>
                                          </p:spTgt>
                                        </p:tgtEl>
                                        <p:attrNameLst>
                                          <p:attrName>style.visibility</p:attrName>
                                        </p:attrNameLst>
                                      </p:cBhvr>
                                      <p:to>
                                        <p:strVal val="visible"/>
                                      </p:to>
                                    </p:set>
                                    <p:animEffect filter="fade" transition="in">
                                      <p:cBhvr>
                                        <p:cTn dur="1000"/>
                                        <p:tgtEl>
                                          <p:spTgt spid="20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xEl>
                                              <p:pRg end="3" st="3"/>
                                            </p:txEl>
                                          </p:spTgt>
                                        </p:tgtEl>
                                        <p:attrNameLst>
                                          <p:attrName>style.visibility</p:attrName>
                                        </p:attrNameLst>
                                      </p:cBhvr>
                                      <p:to>
                                        <p:strVal val="visible"/>
                                      </p:to>
                                    </p:set>
                                    <p:animEffect filter="fade" transition="in">
                                      <p:cBhvr>
                                        <p:cTn dur="1000"/>
                                        <p:tgtEl>
                                          <p:spTgt spid="204">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pic>
        <p:nvPicPr>
          <p:cNvPr descr="algae-covered-alligator-pond" id="209" name="Google Shape;209;p29"/>
          <p:cNvPicPr preferRelativeResize="0"/>
          <p:nvPr/>
        </p:nvPicPr>
        <p:blipFill rotWithShape="1">
          <a:blip r:embed="rId3">
            <a:alphaModFix/>
          </a:blip>
          <a:srcRect b="0" l="0" r="0" t="0"/>
          <a:stretch/>
        </p:blipFill>
        <p:spPr>
          <a:xfrm>
            <a:off x="5015525" y="1111613"/>
            <a:ext cx="3724650" cy="2793475"/>
          </a:xfrm>
          <a:prstGeom prst="rect">
            <a:avLst/>
          </a:prstGeom>
          <a:noFill/>
          <a:ln>
            <a:noFill/>
          </a:ln>
        </p:spPr>
      </p:pic>
      <p:sp>
        <p:nvSpPr>
          <p:cNvPr id="210" name="Google Shape;210;p29"/>
          <p:cNvSpPr txBox="1"/>
          <p:nvPr>
            <p:ph type="title"/>
          </p:nvPr>
        </p:nvSpPr>
        <p:spPr>
          <a:xfrm>
            <a:off x="689775" y="115825"/>
            <a:ext cx="7764600" cy="13257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lt1"/>
              </a:buClr>
              <a:buSzPts val="4200"/>
              <a:buFont typeface="Bookman Old Style"/>
              <a:buNone/>
            </a:pPr>
            <a:r>
              <a:rPr b="1" i="0" lang="en-US" sz="4200" u="none">
                <a:solidFill>
                  <a:schemeClr val="lt1"/>
                </a:solidFill>
                <a:latin typeface="Bookman Old Style"/>
                <a:ea typeface="Bookman Old Style"/>
                <a:cs typeface="Bookman Old Style"/>
                <a:sym typeface="Bookman Old Style"/>
              </a:rPr>
              <a:t>AUTOTROPHS</a:t>
            </a:r>
            <a:endParaRPr/>
          </a:p>
        </p:txBody>
      </p:sp>
      <p:pic>
        <p:nvPicPr>
          <p:cNvPr descr="cor_fru" id="211" name="Google Shape;211;p29"/>
          <p:cNvPicPr preferRelativeResize="0"/>
          <p:nvPr/>
        </p:nvPicPr>
        <p:blipFill rotWithShape="1">
          <a:blip r:embed="rId4">
            <a:alphaModFix/>
          </a:blip>
          <a:srcRect b="0" l="0" r="0" t="0"/>
          <a:stretch/>
        </p:blipFill>
        <p:spPr>
          <a:xfrm>
            <a:off x="203000" y="1083875"/>
            <a:ext cx="3988001" cy="2848955"/>
          </a:xfrm>
          <a:prstGeom prst="rect">
            <a:avLst/>
          </a:prstGeom>
          <a:noFill/>
          <a:ln>
            <a:noFill/>
          </a:ln>
        </p:spPr>
      </p:pic>
      <p:sp>
        <p:nvSpPr>
          <p:cNvPr id="212" name="Google Shape;212;p29"/>
          <p:cNvSpPr txBox="1"/>
          <p:nvPr/>
        </p:nvSpPr>
        <p:spPr>
          <a:xfrm>
            <a:off x="456000" y="4971900"/>
            <a:ext cx="3581400" cy="4254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Rockwell"/>
              <a:buNone/>
            </a:pPr>
            <a:r>
              <a:rPr b="0" i="0" lang="en-US" sz="2400" u="none" cap="none" strike="noStrike">
                <a:solidFill>
                  <a:schemeClr val="lt1"/>
                </a:solidFill>
                <a:latin typeface="Rockwell"/>
                <a:ea typeface="Rockwell"/>
                <a:cs typeface="Rockwell"/>
                <a:sym typeface="Rockwell"/>
              </a:rPr>
              <a:t>Ex.  Plants, Algae, Phytoplankton</a:t>
            </a:r>
            <a:endParaRPr b="0" i="0" sz="1400" u="none" cap="none" strike="noStrike">
              <a:solidFill>
                <a:srgbClr val="000000"/>
              </a:solidFill>
              <a:latin typeface="Arial"/>
              <a:ea typeface="Arial"/>
              <a:cs typeface="Arial"/>
              <a:sym typeface="Arial"/>
            </a:endParaRPr>
          </a:p>
        </p:txBody>
      </p:sp>
      <p:pic>
        <p:nvPicPr>
          <p:cNvPr id="213" name="Google Shape;213;p29"/>
          <p:cNvPicPr preferRelativeResize="0"/>
          <p:nvPr/>
        </p:nvPicPr>
        <p:blipFill rotWithShape="1">
          <a:blip r:embed="rId5">
            <a:alphaModFix/>
          </a:blip>
          <a:srcRect b="0" l="0" r="31191" t="0"/>
          <a:stretch/>
        </p:blipFill>
        <p:spPr>
          <a:xfrm>
            <a:off x="4191000" y="4067825"/>
            <a:ext cx="3647825" cy="26507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0"/>
          <p:cNvSpPr txBox="1"/>
          <p:nvPr>
            <p:ph type="title"/>
          </p:nvPr>
        </p:nvSpPr>
        <p:spPr>
          <a:xfrm>
            <a:off x="609600" y="1524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lt1"/>
              </a:buClr>
              <a:buSzPts val="6600"/>
              <a:buFont typeface="Overlock"/>
              <a:buNone/>
            </a:pPr>
            <a:r>
              <a:rPr b="1" i="0" lang="en-US" sz="6600" u="none">
                <a:solidFill>
                  <a:schemeClr val="lt1"/>
                </a:solidFill>
                <a:latin typeface="Overlock"/>
                <a:ea typeface="Overlock"/>
                <a:cs typeface="Overlock"/>
                <a:sym typeface="Overlock"/>
              </a:rPr>
              <a:t>HETEROTROPHS</a:t>
            </a:r>
            <a:endParaRPr/>
          </a:p>
        </p:txBody>
      </p:sp>
      <p:sp>
        <p:nvSpPr>
          <p:cNvPr id="219" name="Google Shape;219;p30"/>
          <p:cNvSpPr txBox="1"/>
          <p:nvPr>
            <p:ph idx="1" type="body"/>
          </p:nvPr>
        </p:nvSpPr>
        <p:spPr>
          <a:xfrm>
            <a:off x="304800" y="1219200"/>
            <a:ext cx="8534400" cy="5257800"/>
          </a:xfrm>
          <a:prstGeom prst="rect">
            <a:avLst/>
          </a:prstGeom>
          <a:noFill/>
          <a:ln>
            <a:noFill/>
          </a:ln>
        </p:spPr>
        <p:txBody>
          <a:bodyPr anchorCtr="0" anchor="t" bIns="45700" lIns="91425" spcFirstLastPara="1" rIns="91425" wrap="square" tIns="45700">
            <a:noAutofit/>
          </a:bodyPr>
          <a:lstStyle/>
          <a:p>
            <a:pPr indent="-228600" lvl="0" marL="228600" marR="0" rtl="0" algn="l">
              <a:lnSpc>
                <a:spcPct val="120000"/>
              </a:lnSpc>
              <a:spcBef>
                <a:spcPts val="0"/>
              </a:spcBef>
              <a:spcAft>
                <a:spcPts val="0"/>
              </a:spcAft>
              <a:buClr>
                <a:schemeClr val="lt1"/>
              </a:buClr>
              <a:buSzPts val="3600"/>
              <a:buFont typeface="Arial"/>
              <a:buChar char="•"/>
            </a:pPr>
            <a:r>
              <a:rPr b="0" i="0" lang="en-US" sz="3600" u="none">
                <a:solidFill>
                  <a:schemeClr val="lt1"/>
                </a:solidFill>
                <a:latin typeface="Rockwell"/>
                <a:ea typeface="Rockwell"/>
                <a:cs typeface="Rockwell"/>
                <a:sym typeface="Rockwell"/>
              </a:rPr>
              <a:t>Organisms that do not make their own food</a:t>
            </a:r>
            <a:endParaRPr/>
          </a:p>
          <a:p>
            <a:pPr indent="-114300" lvl="0" marL="228600" marR="0" rtl="0" algn="l">
              <a:lnSpc>
                <a:spcPct val="120000"/>
              </a:lnSpc>
              <a:spcBef>
                <a:spcPts val="1000"/>
              </a:spcBef>
              <a:spcAft>
                <a:spcPts val="0"/>
              </a:spcAft>
              <a:buClr>
                <a:schemeClr val="lt1"/>
              </a:buClr>
              <a:buSzPts val="1800"/>
              <a:buFont typeface="Arial"/>
              <a:buNone/>
            </a:pPr>
            <a:r>
              <a:t/>
            </a:r>
            <a:endParaRPr b="0" i="0" sz="1800" u="none">
              <a:solidFill>
                <a:schemeClr val="lt1"/>
              </a:solidFill>
              <a:latin typeface="Rockwell"/>
              <a:ea typeface="Rockwell"/>
              <a:cs typeface="Rockwell"/>
              <a:sym typeface="Rockwell"/>
            </a:endParaRPr>
          </a:p>
          <a:p>
            <a:pPr indent="-228600" lvl="0" marL="228600" marR="0" rtl="0" algn="l">
              <a:lnSpc>
                <a:spcPct val="120000"/>
              </a:lnSpc>
              <a:spcBef>
                <a:spcPts val="1000"/>
              </a:spcBef>
              <a:spcAft>
                <a:spcPts val="0"/>
              </a:spcAft>
              <a:buClr>
                <a:schemeClr val="lt1"/>
              </a:buClr>
              <a:buSzPts val="3600"/>
              <a:buFont typeface="Arial"/>
              <a:buChar char="•"/>
            </a:pPr>
            <a:r>
              <a:rPr b="0" i="0" lang="en-US" sz="3600" u="none">
                <a:solidFill>
                  <a:schemeClr val="lt1"/>
                </a:solidFill>
                <a:latin typeface="Rockwell"/>
                <a:ea typeface="Rockwell"/>
                <a:cs typeface="Rockwell"/>
                <a:sym typeface="Rockwell"/>
              </a:rPr>
              <a:t>Also called </a:t>
            </a:r>
            <a:r>
              <a:rPr b="1" i="0" lang="en-US" sz="3600" u="none">
                <a:solidFill>
                  <a:schemeClr val="lt1"/>
                </a:solidFill>
              </a:rPr>
              <a:t>consumers</a:t>
            </a:r>
            <a:r>
              <a:rPr b="0" i="0" lang="en-US" sz="3600" u="none">
                <a:solidFill>
                  <a:schemeClr val="lt1"/>
                </a:solidFill>
                <a:latin typeface="Rockwell"/>
                <a:ea typeface="Rockwell"/>
                <a:cs typeface="Rockwell"/>
                <a:sym typeface="Rockwell"/>
              </a:rPr>
              <a:t> because they consume other organisms in order to live</a:t>
            </a:r>
            <a:endParaRPr/>
          </a:p>
          <a:p>
            <a:pPr indent="-127000" lvl="0" marL="228600" marR="0" rtl="0" algn="l">
              <a:lnSpc>
                <a:spcPct val="120000"/>
              </a:lnSpc>
              <a:spcBef>
                <a:spcPts val="1000"/>
              </a:spcBef>
              <a:spcAft>
                <a:spcPts val="0"/>
              </a:spcAft>
              <a:buClr>
                <a:schemeClr val="lt1"/>
              </a:buClr>
              <a:buSzPts val="1600"/>
              <a:buFont typeface="Arial"/>
              <a:buNone/>
            </a:pPr>
            <a:r>
              <a:t/>
            </a:r>
            <a:endParaRPr b="0" i="0" sz="1600" u="none">
              <a:solidFill>
                <a:schemeClr val="lt1"/>
              </a:solidFill>
              <a:latin typeface="Rockwell"/>
              <a:ea typeface="Rockwell"/>
              <a:cs typeface="Rockwell"/>
              <a:sym typeface="Rockwell"/>
            </a:endParaRPr>
          </a:p>
          <a:p>
            <a:pPr indent="0" lvl="0" marL="228600" marR="0" rtl="0" algn="l">
              <a:lnSpc>
                <a:spcPct val="120000"/>
              </a:lnSpc>
              <a:spcBef>
                <a:spcPts val="1000"/>
              </a:spcBef>
              <a:spcAft>
                <a:spcPts val="0"/>
              </a:spcAft>
              <a:buClr>
                <a:schemeClr val="lt1"/>
              </a:buClr>
              <a:buSzPts val="3600"/>
              <a:buFont typeface="Arial"/>
              <a:buNone/>
            </a:pPr>
            <a:r>
              <a:t/>
            </a:r>
            <a:endParaRPr b="0" i="0" sz="3600" u="none">
              <a:solidFill>
                <a:schemeClr val="lt1"/>
              </a:solidFill>
              <a:latin typeface="Rockwell"/>
              <a:ea typeface="Rockwell"/>
              <a:cs typeface="Rockwell"/>
              <a:sym typeface="Rockwell"/>
            </a:endParaRPr>
          </a:p>
          <a:p>
            <a:pPr indent="0" lvl="0" marL="228600" marR="0" rtl="0" algn="l">
              <a:lnSpc>
                <a:spcPct val="120000"/>
              </a:lnSpc>
              <a:spcBef>
                <a:spcPts val="1000"/>
              </a:spcBef>
              <a:spcAft>
                <a:spcPts val="0"/>
              </a:spcAft>
              <a:buClr>
                <a:schemeClr val="lt1"/>
              </a:buClr>
              <a:buSzPts val="3600"/>
              <a:buFont typeface="Arial"/>
              <a:buNone/>
            </a:pPr>
            <a:r>
              <a:t/>
            </a:r>
            <a:endParaRPr b="0" i="0" sz="3600" u="none">
              <a:solidFill>
                <a:schemeClr val="lt1"/>
              </a:solidFill>
              <a:latin typeface="Rockwell"/>
              <a:ea typeface="Rockwell"/>
              <a:cs typeface="Rockwell"/>
              <a:sym typeface="Rockwe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
                                            <p:txEl>
                                              <p:pRg end="0" st="0"/>
                                            </p:txEl>
                                          </p:spTgt>
                                        </p:tgtEl>
                                        <p:attrNameLst>
                                          <p:attrName>style.visibility</p:attrName>
                                        </p:attrNameLst>
                                      </p:cBhvr>
                                      <p:to>
                                        <p:strVal val="visible"/>
                                      </p:to>
                                    </p:set>
                                    <p:animEffect filter="fade" transition="in">
                                      <p:cBhvr>
                                        <p:cTn dur="1000"/>
                                        <p:tgtEl>
                                          <p:spTgt spid="21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
                                            <p:txEl>
                                              <p:pRg end="1" st="1"/>
                                            </p:txEl>
                                          </p:spTgt>
                                        </p:tgtEl>
                                        <p:attrNameLst>
                                          <p:attrName>style.visibility</p:attrName>
                                        </p:attrNameLst>
                                      </p:cBhvr>
                                      <p:to>
                                        <p:strVal val="visible"/>
                                      </p:to>
                                    </p:set>
                                    <p:animEffect filter="fade" transition="in">
                                      <p:cBhvr>
                                        <p:cTn dur="1000"/>
                                        <p:tgtEl>
                                          <p:spTgt spid="21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
                                            <p:txEl>
                                              <p:pRg end="2" st="2"/>
                                            </p:txEl>
                                          </p:spTgt>
                                        </p:tgtEl>
                                        <p:attrNameLst>
                                          <p:attrName>style.visibility</p:attrName>
                                        </p:attrNameLst>
                                      </p:cBhvr>
                                      <p:to>
                                        <p:strVal val="visible"/>
                                      </p:to>
                                    </p:set>
                                    <p:animEffect filter="fade" transition="in">
                                      <p:cBhvr>
                                        <p:cTn dur="1000"/>
                                        <p:tgtEl>
                                          <p:spTgt spid="21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
                                            <p:txEl>
                                              <p:pRg end="3" st="3"/>
                                            </p:txEl>
                                          </p:spTgt>
                                        </p:tgtEl>
                                        <p:attrNameLst>
                                          <p:attrName>style.visibility</p:attrName>
                                        </p:attrNameLst>
                                      </p:cBhvr>
                                      <p:to>
                                        <p:strVal val="visible"/>
                                      </p:to>
                                    </p:set>
                                    <p:animEffect filter="fade" transition="in">
                                      <p:cBhvr>
                                        <p:cTn dur="1000"/>
                                        <p:tgtEl>
                                          <p:spTgt spid="21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
                                            <p:txEl>
                                              <p:pRg end="4" st="4"/>
                                            </p:txEl>
                                          </p:spTgt>
                                        </p:tgtEl>
                                        <p:attrNameLst>
                                          <p:attrName>style.visibility</p:attrName>
                                        </p:attrNameLst>
                                      </p:cBhvr>
                                      <p:to>
                                        <p:strVal val="visible"/>
                                      </p:to>
                                    </p:set>
                                    <p:animEffect filter="fade" transition="in">
                                      <p:cBhvr>
                                        <p:cTn dur="1000"/>
                                        <p:tgtEl>
                                          <p:spTgt spid="21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
                                            <p:txEl>
                                              <p:pRg end="5" st="5"/>
                                            </p:txEl>
                                          </p:spTgt>
                                        </p:tgtEl>
                                        <p:attrNameLst>
                                          <p:attrName>style.visibility</p:attrName>
                                        </p:attrNameLst>
                                      </p:cBhvr>
                                      <p:to>
                                        <p:strVal val="visible"/>
                                      </p:to>
                                    </p:set>
                                    <p:animEffect filter="fade" transition="in">
                                      <p:cBhvr>
                                        <p:cTn dur="1000"/>
                                        <p:tgtEl>
                                          <p:spTgt spid="219">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1"/>
          <p:cNvSpPr txBox="1"/>
          <p:nvPr>
            <p:ph type="title"/>
          </p:nvPr>
        </p:nvSpPr>
        <p:spPr>
          <a:xfrm>
            <a:off x="685800" y="228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lt1"/>
              </a:buClr>
              <a:buSzPts val="4200"/>
              <a:buFont typeface="Overlock"/>
              <a:buNone/>
            </a:pPr>
            <a:r>
              <a:rPr b="1" i="0" lang="en-US" sz="4200" u="none">
                <a:solidFill>
                  <a:schemeClr val="lt1"/>
                </a:solidFill>
                <a:latin typeface="Overlock"/>
                <a:ea typeface="Overlock"/>
                <a:cs typeface="Overlock"/>
                <a:sym typeface="Overlock"/>
              </a:rPr>
              <a:t>HETEROTROPHS</a:t>
            </a:r>
            <a:endParaRPr/>
          </a:p>
        </p:txBody>
      </p:sp>
      <p:pic>
        <p:nvPicPr>
          <p:cNvPr descr="White-Tailed%20Deer%20104027" id="225" name="Google Shape;225;p31"/>
          <p:cNvPicPr preferRelativeResize="0"/>
          <p:nvPr/>
        </p:nvPicPr>
        <p:blipFill rotWithShape="1">
          <a:blip r:embed="rId3">
            <a:alphaModFix/>
          </a:blip>
          <a:srcRect b="0" l="0" r="0" t="0"/>
          <a:stretch/>
        </p:blipFill>
        <p:spPr>
          <a:xfrm>
            <a:off x="304800" y="1600200"/>
            <a:ext cx="4648200" cy="3098800"/>
          </a:xfrm>
          <a:prstGeom prst="rect">
            <a:avLst/>
          </a:prstGeom>
          <a:noFill/>
          <a:ln>
            <a:noFill/>
          </a:ln>
        </p:spPr>
      </p:pic>
      <p:pic>
        <p:nvPicPr>
          <p:cNvPr descr="p_will1" id="226" name="Google Shape;226;p31"/>
          <p:cNvPicPr preferRelativeResize="0"/>
          <p:nvPr/>
        </p:nvPicPr>
        <p:blipFill rotWithShape="1">
          <a:blip r:embed="rId4">
            <a:alphaModFix/>
          </a:blip>
          <a:srcRect b="0" l="0" r="0" t="0"/>
          <a:stretch/>
        </p:blipFill>
        <p:spPr>
          <a:xfrm>
            <a:off x="3657600" y="3733800"/>
            <a:ext cx="3200400" cy="2400300"/>
          </a:xfrm>
          <a:prstGeom prst="rect">
            <a:avLst/>
          </a:prstGeom>
          <a:noFill/>
          <a:ln>
            <a:noFill/>
          </a:ln>
        </p:spPr>
      </p:pic>
      <p:pic>
        <p:nvPicPr>
          <p:cNvPr descr="wild-rabbit-looking-at-camera" id="227" name="Google Shape;227;p31"/>
          <p:cNvPicPr preferRelativeResize="0"/>
          <p:nvPr/>
        </p:nvPicPr>
        <p:blipFill rotWithShape="1">
          <a:blip r:embed="rId5">
            <a:alphaModFix/>
          </a:blip>
          <a:srcRect b="0" l="0" r="0" t="0"/>
          <a:stretch/>
        </p:blipFill>
        <p:spPr>
          <a:xfrm>
            <a:off x="5181600" y="1676400"/>
            <a:ext cx="3276600" cy="2309812"/>
          </a:xfrm>
          <a:prstGeom prst="rect">
            <a:avLst/>
          </a:prstGeom>
          <a:noFill/>
          <a:ln>
            <a:noFill/>
          </a:ln>
        </p:spPr>
      </p:pic>
      <p:sp>
        <p:nvSpPr>
          <p:cNvPr id="228" name="Google Shape;228;p31"/>
          <p:cNvSpPr txBox="1"/>
          <p:nvPr/>
        </p:nvSpPr>
        <p:spPr>
          <a:xfrm>
            <a:off x="152400" y="4906962"/>
            <a:ext cx="3581400" cy="15700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Rockwell"/>
              <a:buNone/>
            </a:pPr>
            <a:r>
              <a:rPr b="0" i="0" lang="en-US" sz="3200" u="none" cap="none" strike="noStrike">
                <a:solidFill>
                  <a:schemeClr val="lt1"/>
                </a:solidFill>
                <a:latin typeface="Rockwell"/>
                <a:ea typeface="Rockwell"/>
                <a:cs typeface="Rockwell"/>
                <a:sym typeface="Rockwell"/>
              </a:rPr>
              <a:t>Ex: Rabbits, Deer, Mushrooms, Humans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2"/>
          <p:cNvSpPr txBox="1"/>
          <p:nvPr>
            <p:ph type="title"/>
          </p:nvPr>
        </p:nvSpPr>
        <p:spPr>
          <a:xfrm>
            <a:off x="609600" y="3048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lt1"/>
              </a:buClr>
              <a:buSzPts val="5400"/>
              <a:buFont typeface="Overlock"/>
              <a:buNone/>
            </a:pPr>
            <a:r>
              <a:rPr b="1" i="0" lang="en-US" sz="5400" u="none">
                <a:solidFill>
                  <a:schemeClr val="lt1"/>
                </a:solidFill>
                <a:latin typeface="Overlock"/>
                <a:ea typeface="Overlock"/>
                <a:cs typeface="Overlock"/>
                <a:sym typeface="Overlock"/>
              </a:rPr>
              <a:t>HETEROTROPHS</a:t>
            </a:r>
            <a:endParaRPr/>
          </a:p>
        </p:txBody>
      </p:sp>
      <p:sp>
        <p:nvSpPr>
          <p:cNvPr id="234" name="Google Shape;234;p32"/>
          <p:cNvSpPr txBox="1"/>
          <p:nvPr>
            <p:ph idx="1" type="body"/>
          </p:nvPr>
        </p:nvSpPr>
        <p:spPr>
          <a:xfrm>
            <a:off x="381000" y="1447800"/>
            <a:ext cx="8153400" cy="4953000"/>
          </a:xfrm>
          <a:prstGeom prst="rect">
            <a:avLst/>
          </a:prstGeom>
          <a:noFill/>
          <a:ln>
            <a:noFill/>
          </a:ln>
        </p:spPr>
        <p:txBody>
          <a:bodyPr anchorCtr="0" anchor="t" bIns="45700" lIns="91425" spcFirstLastPara="1" rIns="91425" wrap="square" tIns="45700">
            <a:noAutofit/>
          </a:bodyPr>
          <a:lstStyle/>
          <a:p>
            <a:pPr indent="-228600" lvl="0" marL="228600" marR="0" rtl="0" algn="l">
              <a:lnSpc>
                <a:spcPct val="120000"/>
              </a:lnSpc>
              <a:spcBef>
                <a:spcPts val="0"/>
              </a:spcBef>
              <a:spcAft>
                <a:spcPts val="0"/>
              </a:spcAft>
              <a:buClr>
                <a:schemeClr val="lt1"/>
              </a:buClr>
              <a:buSzPts val="2000"/>
              <a:buFont typeface="Arial"/>
              <a:buChar char="•"/>
            </a:pPr>
            <a:r>
              <a:rPr b="0" i="0" lang="en-US" sz="2800" u="none">
                <a:solidFill>
                  <a:schemeClr val="lt1"/>
                </a:solidFill>
              </a:rPr>
              <a:t>Scavengers/Detritivores</a:t>
            </a:r>
            <a:r>
              <a:rPr lang="en-US" sz="2800"/>
              <a:t> </a:t>
            </a:r>
            <a:r>
              <a:rPr b="0" i="0" lang="en-US" sz="2800" u="none">
                <a:solidFill>
                  <a:schemeClr val="lt1"/>
                </a:solidFill>
              </a:rPr>
              <a:t>– feed on the tissue of dead organisms (both plants and animals)</a:t>
            </a:r>
            <a:endParaRPr sz="2800"/>
          </a:p>
          <a:p>
            <a:pPr indent="-228600" lvl="2" marL="1143000" marR="0" rtl="0" algn="l">
              <a:lnSpc>
                <a:spcPct val="120000"/>
              </a:lnSpc>
              <a:spcBef>
                <a:spcPts val="500"/>
              </a:spcBef>
              <a:spcAft>
                <a:spcPts val="0"/>
              </a:spcAft>
              <a:buClr>
                <a:schemeClr val="lt1"/>
              </a:buClr>
              <a:buSzPts val="3200"/>
              <a:buFont typeface="Arial"/>
              <a:buNone/>
            </a:pPr>
            <a:r>
              <a:rPr b="0" i="0" lang="en-US" sz="3200" u="none" cap="none" strike="noStrike">
                <a:solidFill>
                  <a:schemeClr val="lt1"/>
                </a:solidFill>
                <a:latin typeface="Rockwell"/>
                <a:ea typeface="Rockwell"/>
                <a:cs typeface="Rockwell"/>
                <a:sym typeface="Rockwell"/>
              </a:rPr>
              <a:t>  Example – Vultures, Crows, and Shrimp</a:t>
            </a:r>
            <a:endParaRPr/>
          </a:p>
          <a:p>
            <a:pPr indent="-228600" lvl="1" marL="685800" marR="0" rtl="0" algn="l">
              <a:lnSpc>
                <a:spcPct val="120000"/>
              </a:lnSpc>
              <a:spcBef>
                <a:spcPts val="500"/>
              </a:spcBef>
              <a:spcAft>
                <a:spcPts val="0"/>
              </a:spcAft>
              <a:buClr>
                <a:schemeClr val="lt1"/>
              </a:buClr>
              <a:buSzPts val="2400"/>
              <a:buFont typeface="Arial"/>
              <a:buNone/>
            </a:pPr>
            <a:r>
              <a:t/>
            </a:r>
            <a:endParaRPr b="0" i="0" sz="2400" u="none" cap="none" strike="noStrike">
              <a:solidFill>
                <a:schemeClr val="lt1"/>
              </a:solidFill>
              <a:latin typeface="Rockwell"/>
              <a:ea typeface="Rockwell"/>
              <a:cs typeface="Rockwell"/>
              <a:sym typeface="Rockwell"/>
            </a:endParaRPr>
          </a:p>
          <a:p>
            <a:pPr indent="-50800" lvl="0" marL="228600" marR="0" rtl="0" algn="l">
              <a:lnSpc>
                <a:spcPct val="120000"/>
              </a:lnSpc>
              <a:spcBef>
                <a:spcPts val="1000"/>
              </a:spcBef>
              <a:spcAft>
                <a:spcPts val="0"/>
              </a:spcAft>
              <a:buClr>
                <a:schemeClr val="lt1"/>
              </a:buClr>
              <a:buSzPts val="2800"/>
              <a:buFont typeface="Arial"/>
              <a:buNone/>
            </a:pPr>
            <a:r>
              <a:t/>
            </a:r>
            <a:endParaRPr b="0" i="0" sz="2800" u="none">
              <a:solidFill>
                <a:schemeClr val="lt1"/>
              </a:solidFill>
              <a:latin typeface="Rockwell"/>
              <a:ea typeface="Rockwell"/>
              <a:cs typeface="Rockwell"/>
              <a:sym typeface="Rockwell"/>
            </a:endParaRPr>
          </a:p>
          <a:p>
            <a:pPr indent="-50800" lvl="0" marL="228600" marR="0" rtl="0" algn="l">
              <a:lnSpc>
                <a:spcPct val="120000"/>
              </a:lnSpc>
              <a:spcBef>
                <a:spcPts val="1000"/>
              </a:spcBef>
              <a:spcAft>
                <a:spcPts val="0"/>
              </a:spcAft>
              <a:buClr>
                <a:schemeClr val="lt1"/>
              </a:buClr>
              <a:buSzPts val="2800"/>
              <a:buFont typeface="Arial"/>
              <a:buNone/>
            </a:pPr>
            <a:r>
              <a:t/>
            </a:r>
            <a:endParaRPr b="0" i="0" sz="2800" u="none">
              <a:solidFill>
                <a:schemeClr val="lt1"/>
              </a:solidFill>
              <a:latin typeface="Rockwell"/>
              <a:ea typeface="Rockwell"/>
              <a:cs typeface="Rockwell"/>
              <a:sym typeface="Rockwell"/>
            </a:endParaRPr>
          </a:p>
        </p:txBody>
      </p:sp>
      <p:pic>
        <p:nvPicPr>
          <p:cNvPr descr="untitled" id="235" name="Google Shape;235;p32"/>
          <p:cNvPicPr preferRelativeResize="0"/>
          <p:nvPr/>
        </p:nvPicPr>
        <p:blipFill rotWithShape="1">
          <a:blip r:embed="rId3">
            <a:alphaModFix/>
          </a:blip>
          <a:srcRect b="0" l="0" r="0" t="0"/>
          <a:stretch/>
        </p:blipFill>
        <p:spPr>
          <a:xfrm>
            <a:off x="685800" y="4191000"/>
            <a:ext cx="2590800" cy="1727200"/>
          </a:xfrm>
          <a:prstGeom prst="rect">
            <a:avLst/>
          </a:prstGeom>
          <a:noFill/>
          <a:ln>
            <a:noFill/>
          </a:ln>
        </p:spPr>
      </p:pic>
      <p:pic>
        <p:nvPicPr>
          <p:cNvPr descr="crow_pair4" id="236" name="Google Shape;236;p32"/>
          <p:cNvPicPr preferRelativeResize="0"/>
          <p:nvPr/>
        </p:nvPicPr>
        <p:blipFill rotWithShape="1">
          <a:blip r:embed="rId4">
            <a:alphaModFix/>
          </a:blip>
          <a:srcRect b="0" l="0" r="0" t="0"/>
          <a:stretch/>
        </p:blipFill>
        <p:spPr>
          <a:xfrm>
            <a:off x="3810000" y="4343400"/>
            <a:ext cx="1524000" cy="1304925"/>
          </a:xfrm>
          <a:prstGeom prst="rect">
            <a:avLst/>
          </a:prstGeom>
          <a:noFill/>
          <a:ln>
            <a:noFill/>
          </a:ln>
        </p:spPr>
      </p:pic>
      <p:pic>
        <p:nvPicPr>
          <p:cNvPr descr="robins17" id="237" name="Google Shape;237;p32"/>
          <p:cNvPicPr preferRelativeResize="0"/>
          <p:nvPr/>
        </p:nvPicPr>
        <p:blipFill rotWithShape="1">
          <a:blip r:embed="rId5">
            <a:alphaModFix/>
          </a:blip>
          <a:srcRect b="0" l="0" r="0" t="0"/>
          <a:stretch/>
        </p:blipFill>
        <p:spPr>
          <a:xfrm>
            <a:off x="6019800" y="4267200"/>
            <a:ext cx="2362200" cy="152241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gtEl>
                                        <p:attrNameLst>
                                          <p:attrName>style.visibility</p:attrName>
                                        </p:attrNameLst>
                                      </p:cBhvr>
                                      <p:to>
                                        <p:strVal val="visible"/>
                                      </p:to>
                                    </p:set>
                                    <p:animEffect filter="fade" transition="in">
                                      <p:cBhvr>
                                        <p:cTn dur="1000"/>
                                        <p:tgtEl>
                                          <p:spTgt spid="235"/>
                                        </p:tgtEl>
                                      </p:cBhvr>
                                    </p:animEffect>
                                  </p:childTnLst>
                                </p:cTn>
                              </p:par>
                              <p:par>
                                <p:cTn fill="hold" nodeType="withEffect" presetClass="entr" presetID="10" presetSubtype="0">
                                  <p:stCondLst>
                                    <p:cond delay="0"/>
                                  </p:stCondLst>
                                  <p:childTnLst>
                                    <p:set>
                                      <p:cBhvr>
                                        <p:cTn dur="1" fill="hold">
                                          <p:stCondLst>
                                            <p:cond delay="0"/>
                                          </p:stCondLst>
                                        </p:cTn>
                                        <p:tgtEl>
                                          <p:spTgt spid="236"/>
                                        </p:tgtEl>
                                        <p:attrNameLst>
                                          <p:attrName>style.visibility</p:attrName>
                                        </p:attrNameLst>
                                      </p:cBhvr>
                                      <p:to>
                                        <p:strVal val="visible"/>
                                      </p:to>
                                    </p:set>
                                    <p:animEffect filter="fade" transition="in">
                                      <p:cBhvr>
                                        <p:cTn dur="1000"/>
                                        <p:tgtEl>
                                          <p:spTgt spid="236"/>
                                        </p:tgtEl>
                                      </p:cBhvr>
                                    </p:animEffect>
                                  </p:childTnLst>
                                </p:cTn>
                              </p:par>
                              <p:par>
                                <p:cTn fill="hold" nodeType="withEffect" presetClass="entr" presetID="10" presetSubtype="0">
                                  <p:stCondLst>
                                    <p:cond delay="0"/>
                                  </p:stCondLst>
                                  <p:childTnLst>
                                    <p:set>
                                      <p:cBhvr>
                                        <p:cTn dur="1" fill="hold">
                                          <p:stCondLst>
                                            <p:cond delay="0"/>
                                          </p:stCondLst>
                                        </p:cTn>
                                        <p:tgtEl>
                                          <p:spTgt spid="237"/>
                                        </p:tgtEl>
                                        <p:attrNameLst>
                                          <p:attrName>style.visibility</p:attrName>
                                        </p:attrNameLst>
                                      </p:cBhvr>
                                      <p:to>
                                        <p:strVal val="visible"/>
                                      </p:to>
                                    </p:set>
                                    <p:animEffect filter="fade" transition="in">
                                      <p:cBhvr>
                                        <p:cTn dur="1000"/>
                                        <p:tgtEl>
                                          <p:spTgt spid="2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3"/>
          <p:cNvSpPr txBox="1"/>
          <p:nvPr>
            <p:ph type="title"/>
          </p:nvPr>
        </p:nvSpPr>
        <p:spPr>
          <a:xfrm>
            <a:off x="685800" y="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lt1"/>
              </a:buClr>
              <a:buSzPts val="5400"/>
              <a:buFont typeface="Overlock"/>
              <a:buNone/>
            </a:pPr>
            <a:r>
              <a:rPr b="1" i="0" lang="en-US" sz="5400" u="none">
                <a:solidFill>
                  <a:schemeClr val="lt1"/>
                </a:solidFill>
                <a:latin typeface="Overlock"/>
                <a:ea typeface="Overlock"/>
                <a:cs typeface="Overlock"/>
                <a:sym typeface="Overlock"/>
              </a:rPr>
              <a:t>HETEROTROPHS</a:t>
            </a:r>
            <a:endParaRPr/>
          </a:p>
        </p:txBody>
      </p:sp>
      <p:sp>
        <p:nvSpPr>
          <p:cNvPr id="243" name="Google Shape;243;p33"/>
          <p:cNvSpPr txBox="1"/>
          <p:nvPr>
            <p:ph idx="1" type="body"/>
          </p:nvPr>
        </p:nvSpPr>
        <p:spPr>
          <a:xfrm>
            <a:off x="304800" y="990600"/>
            <a:ext cx="8686800" cy="5105400"/>
          </a:xfrm>
          <a:prstGeom prst="rect">
            <a:avLst/>
          </a:prstGeom>
          <a:noFill/>
          <a:ln>
            <a:noFill/>
          </a:ln>
        </p:spPr>
        <p:txBody>
          <a:bodyPr anchorCtr="0" anchor="t" bIns="45700" lIns="91425" spcFirstLastPara="1" rIns="91425" wrap="square" tIns="45700">
            <a:noAutofit/>
          </a:bodyPr>
          <a:lstStyle/>
          <a:p>
            <a:pPr indent="-228600" lvl="1" marL="685800" marR="0" rtl="0" algn="l">
              <a:lnSpc>
                <a:spcPct val="120000"/>
              </a:lnSpc>
              <a:spcBef>
                <a:spcPts val="0"/>
              </a:spcBef>
              <a:spcAft>
                <a:spcPts val="0"/>
              </a:spcAft>
              <a:buClr>
                <a:schemeClr val="lt1"/>
              </a:buClr>
              <a:buSzPts val="3200"/>
              <a:buFont typeface="Arial"/>
              <a:buNone/>
            </a:pPr>
            <a:r>
              <a:rPr b="0" i="0" lang="en-US" sz="3200" u="none" cap="none" strike="noStrike">
                <a:solidFill>
                  <a:schemeClr val="lt1"/>
                </a:solidFill>
                <a:latin typeface="Rockwell"/>
                <a:ea typeface="Rockwell"/>
                <a:cs typeface="Rockwell"/>
                <a:sym typeface="Rockwell"/>
              </a:rPr>
              <a:t>Decomposers – absorb any dead material and break it down into simple nutrients or fertilizers</a:t>
            </a:r>
            <a:endParaRPr/>
          </a:p>
          <a:p>
            <a:pPr indent="-228600" lvl="2" marL="1143000" marR="0" rtl="0" algn="l">
              <a:lnSpc>
                <a:spcPct val="120000"/>
              </a:lnSpc>
              <a:spcBef>
                <a:spcPts val="500"/>
              </a:spcBef>
              <a:spcAft>
                <a:spcPts val="0"/>
              </a:spcAft>
              <a:buClr>
                <a:schemeClr val="lt1"/>
              </a:buClr>
              <a:buSzPts val="3200"/>
              <a:buFont typeface="Arial"/>
              <a:buNone/>
            </a:pPr>
            <a:r>
              <a:rPr b="0" i="0" lang="en-US" sz="3200" u="none" cap="none" strike="noStrike">
                <a:solidFill>
                  <a:schemeClr val="lt1"/>
                </a:solidFill>
                <a:latin typeface="Rockwell"/>
                <a:ea typeface="Rockwell"/>
                <a:cs typeface="Rockwell"/>
                <a:sym typeface="Rockwell"/>
              </a:rPr>
              <a:t>Example – Bacteria and </a:t>
            </a:r>
            <a:r>
              <a:rPr lang="en-US" sz="3200"/>
              <a:t>Fungi</a:t>
            </a:r>
            <a:endParaRPr/>
          </a:p>
          <a:p>
            <a:pPr indent="-228600" lvl="1" marL="685800" marR="0" rtl="0" algn="l">
              <a:lnSpc>
                <a:spcPct val="120000"/>
              </a:lnSpc>
              <a:spcBef>
                <a:spcPts val="500"/>
              </a:spcBef>
              <a:spcAft>
                <a:spcPts val="0"/>
              </a:spcAft>
              <a:buClr>
                <a:schemeClr val="lt1"/>
              </a:buClr>
              <a:buSzPts val="2400"/>
              <a:buFont typeface="Arial"/>
              <a:buNone/>
            </a:pPr>
            <a:r>
              <a:t/>
            </a:r>
            <a:endParaRPr b="0" i="0" sz="2400" u="none" cap="none" strike="noStrike">
              <a:solidFill>
                <a:schemeClr val="lt1"/>
              </a:solidFill>
              <a:latin typeface="Rockwell"/>
              <a:ea typeface="Rockwell"/>
              <a:cs typeface="Rockwell"/>
              <a:sym typeface="Rockwell"/>
            </a:endParaRPr>
          </a:p>
          <a:p>
            <a:pPr indent="-50800" lvl="0" marL="228600" marR="0" rtl="0" algn="l">
              <a:lnSpc>
                <a:spcPct val="120000"/>
              </a:lnSpc>
              <a:spcBef>
                <a:spcPts val="1000"/>
              </a:spcBef>
              <a:spcAft>
                <a:spcPts val="0"/>
              </a:spcAft>
              <a:buClr>
                <a:schemeClr val="lt1"/>
              </a:buClr>
              <a:buSzPts val="2800"/>
              <a:buFont typeface="Arial"/>
              <a:buNone/>
            </a:pPr>
            <a:r>
              <a:t/>
            </a:r>
            <a:endParaRPr b="0" i="0" sz="2800" u="none">
              <a:solidFill>
                <a:schemeClr val="lt1"/>
              </a:solidFill>
              <a:latin typeface="Rockwell"/>
              <a:ea typeface="Rockwell"/>
              <a:cs typeface="Rockwell"/>
              <a:sym typeface="Rockwell"/>
            </a:endParaRPr>
          </a:p>
          <a:p>
            <a:pPr indent="-50800" lvl="0" marL="228600" marR="0" rtl="0" algn="l">
              <a:lnSpc>
                <a:spcPct val="120000"/>
              </a:lnSpc>
              <a:spcBef>
                <a:spcPts val="1000"/>
              </a:spcBef>
              <a:spcAft>
                <a:spcPts val="0"/>
              </a:spcAft>
              <a:buClr>
                <a:schemeClr val="lt1"/>
              </a:buClr>
              <a:buSzPts val="2800"/>
              <a:buFont typeface="Arial"/>
              <a:buNone/>
            </a:pPr>
            <a:r>
              <a:t/>
            </a:r>
            <a:endParaRPr b="0" i="0" sz="2800" u="none">
              <a:solidFill>
                <a:schemeClr val="lt1"/>
              </a:solidFill>
              <a:latin typeface="Rockwell"/>
              <a:ea typeface="Rockwell"/>
              <a:cs typeface="Rockwell"/>
              <a:sym typeface="Rockwell"/>
            </a:endParaRPr>
          </a:p>
        </p:txBody>
      </p:sp>
      <p:pic>
        <p:nvPicPr>
          <p:cNvPr descr="bacteria" id="244" name="Google Shape;244;p33"/>
          <p:cNvPicPr preferRelativeResize="0"/>
          <p:nvPr/>
        </p:nvPicPr>
        <p:blipFill rotWithShape="1">
          <a:blip r:embed="rId3">
            <a:alphaModFix/>
          </a:blip>
          <a:srcRect b="0" l="0" r="0" t="0"/>
          <a:stretch/>
        </p:blipFill>
        <p:spPr>
          <a:xfrm>
            <a:off x="1371600" y="3810000"/>
            <a:ext cx="3048000" cy="2286000"/>
          </a:xfrm>
          <a:prstGeom prst="rect">
            <a:avLst/>
          </a:prstGeom>
          <a:noFill/>
          <a:ln>
            <a:noFill/>
          </a:ln>
        </p:spPr>
      </p:pic>
      <p:pic>
        <p:nvPicPr>
          <p:cNvPr descr="mushrooms" id="245" name="Google Shape;245;p33"/>
          <p:cNvPicPr preferRelativeResize="0"/>
          <p:nvPr/>
        </p:nvPicPr>
        <p:blipFill rotWithShape="1">
          <a:blip r:embed="rId4">
            <a:alphaModFix/>
          </a:blip>
          <a:srcRect b="0" l="0" r="0" t="0"/>
          <a:stretch/>
        </p:blipFill>
        <p:spPr>
          <a:xfrm>
            <a:off x="5029200" y="3733800"/>
            <a:ext cx="3276600" cy="24574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4"/>
                                        </p:tgtEl>
                                        <p:attrNameLst>
                                          <p:attrName>style.visibility</p:attrName>
                                        </p:attrNameLst>
                                      </p:cBhvr>
                                      <p:to>
                                        <p:strVal val="visible"/>
                                      </p:to>
                                    </p:set>
                                    <p:animEffect filter="fade" transition="in">
                                      <p:cBhvr>
                                        <p:cTn dur="1000"/>
                                        <p:tgtEl>
                                          <p:spTgt spid="244"/>
                                        </p:tgtEl>
                                      </p:cBhvr>
                                    </p:animEffect>
                                  </p:childTnLst>
                                </p:cTn>
                              </p:par>
                              <p:par>
                                <p:cTn fill="hold" nodeType="withEffect" presetClass="entr" presetID="10" presetSubtype="0">
                                  <p:stCondLst>
                                    <p:cond delay="0"/>
                                  </p:stCondLst>
                                  <p:childTnLst>
                                    <p:set>
                                      <p:cBhvr>
                                        <p:cTn dur="1" fill="hold">
                                          <p:stCondLst>
                                            <p:cond delay="0"/>
                                          </p:stCondLst>
                                        </p:cTn>
                                        <p:tgtEl>
                                          <p:spTgt spid="245"/>
                                        </p:tgtEl>
                                        <p:attrNameLst>
                                          <p:attrName>style.visibility</p:attrName>
                                        </p:attrNameLst>
                                      </p:cBhvr>
                                      <p:to>
                                        <p:strVal val="visible"/>
                                      </p:to>
                                    </p:set>
                                    <p:animEffect filter="fade" transition="in">
                                      <p:cBhvr>
                                        <p:cTn dur="1000"/>
                                        <p:tgtEl>
                                          <p:spTgt spid="2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4"/>
          <p:cNvSpPr txBox="1"/>
          <p:nvPr>
            <p:ph type="title"/>
          </p:nvPr>
        </p:nvSpPr>
        <p:spPr>
          <a:xfrm>
            <a:off x="685800" y="3810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lt1"/>
              </a:buClr>
              <a:buSzPts val="5400"/>
              <a:buFont typeface="Overlock"/>
              <a:buNone/>
            </a:pPr>
            <a:r>
              <a:rPr b="1" i="0" lang="en-US" sz="5400" u="none">
                <a:solidFill>
                  <a:schemeClr val="lt1"/>
                </a:solidFill>
                <a:latin typeface="Overlock"/>
                <a:ea typeface="Overlock"/>
                <a:cs typeface="Overlock"/>
                <a:sym typeface="Overlock"/>
              </a:rPr>
              <a:t>HETEROTROPHS</a:t>
            </a:r>
            <a:endParaRPr/>
          </a:p>
        </p:txBody>
      </p:sp>
      <p:sp>
        <p:nvSpPr>
          <p:cNvPr id="251" name="Google Shape;251;p34"/>
          <p:cNvSpPr txBox="1"/>
          <p:nvPr>
            <p:ph idx="1" type="body"/>
          </p:nvPr>
        </p:nvSpPr>
        <p:spPr>
          <a:xfrm>
            <a:off x="685800" y="1447800"/>
            <a:ext cx="7772400" cy="4648200"/>
          </a:xfrm>
          <a:prstGeom prst="rect">
            <a:avLst/>
          </a:prstGeom>
          <a:noFill/>
          <a:ln>
            <a:noFill/>
          </a:ln>
        </p:spPr>
        <p:txBody>
          <a:bodyPr anchorCtr="0" anchor="t" bIns="45700" lIns="91425" spcFirstLastPara="1" rIns="91425" wrap="square" tIns="45700">
            <a:noAutofit/>
          </a:bodyPr>
          <a:lstStyle/>
          <a:p>
            <a:pPr indent="-228600" lvl="1" marL="685800" marR="0" rtl="0" algn="l">
              <a:lnSpc>
                <a:spcPct val="120000"/>
              </a:lnSpc>
              <a:spcBef>
                <a:spcPts val="0"/>
              </a:spcBef>
              <a:spcAft>
                <a:spcPts val="0"/>
              </a:spcAft>
              <a:buClr>
                <a:schemeClr val="lt1"/>
              </a:buClr>
              <a:buSzPts val="3200"/>
              <a:buFont typeface="Arial"/>
              <a:buNone/>
            </a:pPr>
            <a:r>
              <a:rPr b="0" i="0" lang="en-US" sz="3200" u="none" cap="none" strike="noStrike">
                <a:solidFill>
                  <a:schemeClr val="lt1"/>
                </a:solidFill>
                <a:latin typeface="Rockwell"/>
                <a:ea typeface="Rockwell"/>
                <a:cs typeface="Rockwell"/>
                <a:sym typeface="Rockwell"/>
              </a:rPr>
              <a:t>Herbivores – eat ONLY plants</a:t>
            </a:r>
            <a:endParaRPr/>
          </a:p>
          <a:p>
            <a:pPr indent="-228600" lvl="2" marL="1143000" marR="0" rtl="0" algn="l">
              <a:lnSpc>
                <a:spcPct val="120000"/>
              </a:lnSpc>
              <a:spcBef>
                <a:spcPts val="500"/>
              </a:spcBef>
              <a:spcAft>
                <a:spcPts val="0"/>
              </a:spcAft>
              <a:buClr>
                <a:schemeClr val="lt1"/>
              </a:buClr>
              <a:buSzPts val="3200"/>
              <a:buFont typeface="Arial"/>
              <a:buNone/>
            </a:pPr>
            <a:r>
              <a:rPr b="0" i="0" lang="en-US" sz="3200" u="none" cap="none" strike="noStrike">
                <a:solidFill>
                  <a:schemeClr val="lt1"/>
                </a:solidFill>
                <a:latin typeface="Rockwell"/>
                <a:ea typeface="Rockwell"/>
                <a:cs typeface="Rockwell"/>
                <a:sym typeface="Rockwell"/>
              </a:rPr>
              <a:t>Example – Cows, Elephants, Giraffes </a:t>
            </a:r>
            <a:endParaRPr/>
          </a:p>
          <a:p>
            <a:pPr indent="-228600" lvl="1" marL="685800" marR="0" rtl="0" algn="l">
              <a:lnSpc>
                <a:spcPct val="120000"/>
              </a:lnSpc>
              <a:spcBef>
                <a:spcPts val="500"/>
              </a:spcBef>
              <a:spcAft>
                <a:spcPts val="0"/>
              </a:spcAft>
              <a:buClr>
                <a:schemeClr val="lt1"/>
              </a:buClr>
              <a:buSzPts val="2400"/>
              <a:buFont typeface="Arial"/>
              <a:buNone/>
            </a:pPr>
            <a:r>
              <a:t/>
            </a:r>
            <a:endParaRPr b="0" i="0" sz="2400" u="none" cap="none" strike="noStrike">
              <a:solidFill>
                <a:schemeClr val="lt1"/>
              </a:solidFill>
              <a:latin typeface="Rockwell"/>
              <a:ea typeface="Rockwell"/>
              <a:cs typeface="Rockwell"/>
              <a:sym typeface="Rockwell"/>
            </a:endParaRPr>
          </a:p>
          <a:p>
            <a:pPr indent="-50800" lvl="0" marL="228600" marR="0" rtl="0" algn="l">
              <a:lnSpc>
                <a:spcPct val="120000"/>
              </a:lnSpc>
              <a:spcBef>
                <a:spcPts val="1000"/>
              </a:spcBef>
              <a:spcAft>
                <a:spcPts val="0"/>
              </a:spcAft>
              <a:buClr>
                <a:schemeClr val="lt1"/>
              </a:buClr>
              <a:buSzPts val="2800"/>
              <a:buFont typeface="Arial"/>
              <a:buNone/>
            </a:pPr>
            <a:r>
              <a:t/>
            </a:r>
            <a:endParaRPr b="0" i="0" sz="2800" u="none">
              <a:solidFill>
                <a:schemeClr val="lt1"/>
              </a:solidFill>
              <a:latin typeface="Rockwell"/>
              <a:ea typeface="Rockwell"/>
              <a:cs typeface="Rockwell"/>
              <a:sym typeface="Rockwell"/>
            </a:endParaRPr>
          </a:p>
          <a:p>
            <a:pPr indent="-50800" lvl="0" marL="228600" marR="0" rtl="0" algn="l">
              <a:lnSpc>
                <a:spcPct val="120000"/>
              </a:lnSpc>
              <a:spcBef>
                <a:spcPts val="1000"/>
              </a:spcBef>
              <a:spcAft>
                <a:spcPts val="0"/>
              </a:spcAft>
              <a:buClr>
                <a:schemeClr val="lt1"/>
              </a:buClr>
              <a:buSzPts val="2800"/>
              <a:buFont typeface="Arial"/>
              <a:buNone/>
            </a:pPr>
            <a:r>
              <a:t/>
            </a:r>
            <a:endParaRPr b="0" i="0" sz="2800" u="none">
              <a:solidFill>
                <a:schemeClr val="lt1"/>
              </a:solidFill>
              <a:latin typeface="Rockwell"/>
              <a:ea typeface="Rockwell"/>
              <a:cs typeface="Rockwell"/>
              <a:sym typeface="Rockwell"/>
            </a:endParaRPr>
          </a:p>
        </p:txBody>
      </p:sp>
      <p:pic>
        <p:nvPicPr>
          <p:cNvPr descr="scary_bull" id="252" name="Google Shape;252;p34"/>
          <p:cNvPicPr preferRelativeResize="0"/>
          <p:nvPr/>
        </p:nvPicPr>
        <p:blipFill rotWithShape="1">
          <a:blip r:embed="rId3">
            <a:alphaModFix/>
          </a:blip>
          <a:srcRect b="0" l="0" r="0" t="0"/>
          <a:stretch/>
        </p:blipFill>
        <p:spPr>
          <a:xfrm>
            <a:off x="381000" y="3657600"/>
            <a:ext cx="2819400" cy="2114550"/>
          </a:xfrm>
          <a:prstGeom prst="rect">
            <a:avLst/>
          </a:prstGeom>
          <a:noFill/>
          <a:ln>
            <a:noFill/>
          </a:ln>
        </p:spPr>
      </p:pic>
      <p:pic>
        <p:nvPicPr>
          <p:cNvPr descr="elephants-in-the-river" id="253" name="Google Shape;253;p34"/>
          <p:cNvPicPr preferRelativeResize="0"/>
          <p:nvPr/>
        </p:nvPicPr>
        <p:blipFill rotWithShape="1">
          <a:blip r:embed="rId4">
            <a:alphaModFix/>
          </a:blip>
          <a:srcRect b="0" l="0" r="0" t="0"/>
          <a:stretch/>
        </p:blipFill>
        <p:spPr>
          <a:xfrm>
            <a:off x="3810000" y="3733800"/>
            <a:ext cx="2590800" cy="1943100"/>
          </a:xfrm>
          <a:prstGeom prst="rect">
            <a:avLst/>
          </a:prstGeom>
          <a:noFill/>
          <a:ln>
            <a:noFill/>
          </a:ln>
        </p:spPr>
      </p:pic>
      <p:pic>
        <p:nvPicPr>
          <p:cNvPr descr="giraffes" id="254" name="Google Shape;254;p34"/>
          <p:cNvPicPr preferRelativeResize="0"/>
          <p:nvPr/>
        </p:nvPicPr>
        <p:blipFill rotWithShape="1">
          <a:blip r:embed="rId5">
            <a:alphaModFix/>
          </a:blip>
          <a:srcRect b="0" l="0" r="0" t="0"/>
          <a:stretch/>
        </p:blipFill>
        <p:spPr>
          <a:xfrm>
            <a:off x="6934200" y="3505200"/>
            <a:ext cx="1828800" cy="23653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
                                        </p:tgtEl>
                                        <p:attrNameLst>
                                          <p:attrName>style.visibility</p:attrName>
                                        </p:attrNameLst>
                                      </p:cBhvr>
                                      <p:to>
                                        <p:strVal val="visible"/>
                                      </p:to>
                                    </p:set>
                                    <p:animEffect filter="fade" transition="in">
                                      <p:cBhvr>
                                        <p:cTn dur="1000"/>
                                        <p:tgtEl>
                                          <p:spTgt spid="252"/>
                                        </p:tgtEl>
                                      </p:cBhvr>
                                    </p:animEffect>
                                  </p:childTnLst>
                                </p:cTn>
                              </p:par>
                              <p:par>
                                <p:cTn fill="hold" nodeType="withEffect" presetClass="entr" presetID="10" presetSubtype="0">
                                  <p:stCondLst>
                                    <p:cond delay="0"/>
                                  </p:stCondLst>
                                  <p:childTnLst>
                                    <p:set>
                                      <p:cBhvr>
                                        <p:cTn dur="1" fill="hold">
                                          <p:stCondLst>
                                            <p:cond delay="0"/>
                                          </p:stCondLst>
                                        </p:cTn>
                                        <p:tgtEl>
                                          <p:spTgt spid="253"/>
                                        </p:tgtEl>
                                        <p:attrNameLst>
                                          <p:attrName>style.visibility</p:attrName>
                                        </p:attrNameLst>
                                      </p:cBhvr>
                                      <p:to>
                                        <p:strVal val="visible"/>
                                      </p:to>
                                    </p:set>
                                    <p:animEffect filter="fade" transition="in">
                                      <p:cBhvr>
                                        <p:cTn dur="1000"/>
                                        <p:tgtEl>
                                          <p:spTgt spid="253"/>
                                        </p:tgtEl>
                                      </p:cBhvr>
                                    </p:animEffect>
                                  </p:childTnLst>
                                </p:cTn>
                              </p:par>
                              <p:par>
                                <p:cTn fill="hold" nodeType="withEffect" presetClass="entr" presetID="10" presetSubtype="0">
                                  <p:stCondLst>
                                    <p:cond delay="0"/>
                                  </p:stCondLst>
                                  <p:childTnLst>
                                    <p:set>
                                      <p:cBhvr>
                                        <p:cTn dur="1" fill="hold">
                                          <p:stCondLst>
                                            <p:cond delay="0"/>
                                          </p:stCondLst>
                                        </p:cTn>
                                        <p:tgtEl>
                                          <p:spTgt spid="254"/>
                                        </p:tgtEl>
                                        <p:attrNameLst>
                                          <p:attrName>style.visibility</p:attrName>
                                        </p:attrNameLst>
                                      </p:cBhvr>
                                      <p:to>
                                        <p:strVal val="visible"/>
                                      </p:to>
                                    </p:set>
                                    <p:animEffect filter="fade" transition="in">
                                      <p:cBhvr>
                                        <p:cTn dur="1000"/>
                                        <p:tgtEl>
                                          <p:spTgt spid="2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5"/>
          <p:cNvSpPr txBox="1"/>
          <p:nvPr>
            <p:ph type="title"/>
          </p:nvPr>
        </p:nvSpPr>
        <p:spPr>
          <a:xfrm>
            <a:off x="762000" y="228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lt1"/>
              </a:buClr>
              <a:buSzPts val="4800"/>
              <a:buFont typeface="Overlock"/>
              <a:buNone/>
            </a:pPr>
            <a:r>
              <a:rPr b="1" i="0" lang="en-US" sz="4800" u="none">
                <a:solidFill>
                  <a:schemeClr val="lt1"/>
                </a:solidFill>
                <a:latin typeface="Overlock"/>
                <a:ea typeface="Overlock"/>
                <a:cs typeface="Overlock"/>
                <a:sym typeface="Overlock"/>
              </a:rPr>
              <a:t>HETEROTROPHS</a:t>
            </a:r>
            <a:endParaRPr/>
          </a:p>
        </p:txBody>
      </p:sp>
      <p:sp>
        <p:nvSpPr>
          <p:cNvPr id="260" name="Google Shape;260;p35"/>
          <p:cNvSpPr txBox="1"/>
          <p:nvPr>
            <p:ph idx="1" type="body"/>
          </p:nvPr>
        </p:nvSpPr>
        <p:spPr>
          <a:xfrm>
            <a:off x="685800" y="1219200"/>
            <a:ext cx="7772400" cy="4876800"/>
          </a:xfrm>
          <a:prstGeom prst="rect">
            <a:avLst/>
          </a:prstGeom>
          <a:noFill/>
          <a:ln>
            <a:noFill/>
          </a:ln>
        </p:spPr>
        <p:txBody>
          <a:bodyPr anchorCtr="0" anchor="t" bIns="45700" lIns="91425" spcFirstLastPara="1" rIns="91425" wrap="square" tIns="45700">
            <a:noAutofit/>
          </a:bodyPr>
          <a:lstStyle/>
          <a:p>
            <a:pPr indent="-228600" lvl="0" marL="228600" marR="0" rtl="0" algn="l">
              <a:lnSpc>
                <a:spcPct val="120000"/>
              </a:lnSpc>
              <a:spcBef>
                <a:spcPts val="0"/>
              </a:spcBef>
              <a:spcAft>
                <a:spcPts val="0"/>
              </a:spcAft>
              <a:buClr>
                <a:schemeClr val="lt1"/>
              </a:buClr>
              <a:buSzPts val="3600"/>
              <a:buFont typeface="Arial"/>
              <a:buNone/>
            </a:pPr>
            <a:r>
              <a:rPr b="0" i="0" lang="en-US" sz="3600" u="none">
                <a:solidFill>
                  <a:schemeClr val="lt1"/>
                </a:solidFill>
                <a:latin typeface="Rockwell"/>
                <a:ea typeface="Rockwell"/>
                <a:cs typeface="Rockwell"/>
                <a:sym typeface="Rockwell"/>
              </a:rPr>
              <a:t>Omnivores – eat BOTH plants and animals </a:t>
            </a:r>
            <a:endParaRPr/>
          </a:p>
          <a:p>
            <a:pPr indent="-228600" lvl="2" marL="1143000" marR="0" rtl="0" algn="l">
              <a:lnSpc>
                <a:spcPct val="120000"/>
              </a:lnSpc>
              <a:spcBef>
                <a:spcPts val="500"/>
              </a:spcBef>
              <a:spcAft>
                <a:spcPts val="0"/>
              </a:spcAft>
              <a:buClr>
                <a:schemeClr val="lt1"/>
              </a:buClr>
              <a:buSzPts val="3200"/>
              <a:buFont typeface="Arial"/>
              <a:buNone/>
            </a:pPr>
            <a:r>
              <a:rPr b="0" i="0" lang="en-US" sz="3200" u="none" cap="none" strike="noStrike">
                <a:solidFill>
                  <a:schemeClr val="lt1"/>
                </a:solidFill>
                <a:latin typeface="Rockwell"/>
                <a:ea typeface="Rockwell"/>
                <a:cs typeface="Rockwell"/>
                <a:sym typeface="Rockwell"/>
              </a:rPr>
              <a:t>Example – Bears and Humans</a:t>
            </a:r>
            <a:endParaRPr/>
          </a:p>
          <a:p>
            <a:pPr indent="-228600" lvl="1" marL="685800" marR="0" rtl="0" algn="l">
              <a:lnSpc>
                <a:spcPct val="120000"/>
              </a:lnSpc>
              <a:spcBef>
                <a:spcPts val="500"/>
              </a:spcBef>
              <a:spcAft>
                <a:spcPts val="0"/>
              </a:spcAft>
              <a:buClr>
                <a:schemeClr val="lt1"/>
              </a:buClr>
              <a:buSzPts val="2400"/>
              <a:buFont typeface="Arial"/>
              <a:buNone/>
            </a:pPr>
            <a:r>
              <a:t/>
            </a:r>
            <a:endParaRPr b="0" i="0" sz="2400" u="none" cap="none" strike="noStrike">
              <a:solidFill>
                <a:schemeClr val="lt1"/>
              </a:solidFill>
              <a:latin typeface="Rockwell"/>
              <a:ea typeface="Rockwell"/>
              <a:cs typeface="Rockwell"/>
              <a:sym typeface="Rockwell"/>
            </a:endParaRPr>
          </a:p>
          <a:p>
            <a:pPr indent="-50800" lvl="0" marL="228600" marR="0" rtl="0" algn="l">
              <a:lnSpc>
                <a:spcPct val="120000"/>
              </a:lnSpc>
              <a:spcBef>
                <a:spcPts val="1000"/>
              </a:spcBef>
              <a:spcAft>
                <a:spcPts val="0"/>
              </a:spcAft>
              <a:buClr>
                <a:schemeClr val="lt1"/>
              </a:buClr>
              <a:buSzPts val="2800"/>
              <a:buFont typeface="Arial"/>
              <a:buNone/>
            </a:pPr>
            <a:r>
              <a:t/>
            </a:r>
            <a:endParaRPr b="0" i="0" sz="2800" u="none">
              <a:solidFill>
                <a:schemeClr val="lt1"/>
              </a:solidFill>
              <a:latin typeface="Rockwell"/>
              <a:ea typeface="Rockwell"/>
              <a:cs typeface="Rockwell"/>
              <a:sym typeface="Rockwell"/>
            </a:endParaRPr>
          </a:p>
          <a:p>
            <a:pPr indent="-50800" lvl="0" marL="228600" marR="0" rtl="0" algn="l">
              <a:lnSpc>
                <a:spcPct val="120000"/>
              </a:lnSpc>
              <a:spcBef>
                <a:spcPts val="1000"/>
              </a:spcBef>
              <a:spcAft>
                <a:spcPts val="0"/>
              </a:spcAft>
              <a:buClr>
                <a:schemeClr val="lt1"/>
              </a:buClr>
              <a:buSzPts val="2800"/>
              <a:buFont typeface="Arial"/>
              <a:buNone/>
            </a:pPr>
            <a:r>
              <a:t/>
            </a:r>
            <a:endParaRPr b="0" i="0" sz="2800" u="none">
              <a:solidFill>
                <a:schemeClr val="lt1"/>
              </a:solidFill>
              <a:latin typeface="Rockwell"/>
              <a:ea typeface="Rockwell"/>
              <a:cs typeface="Rockwell"/>
              <a:sym typeface="Rockwell"/>
            </a:endParaRPr>
          </a:p>
        </p:txBody>
      </p:sp>
      <p:pic>
        <p:nvPicPr>
          <p:cNvPr descr="Grizzly%20Bear%2042099" id="261" name="Google Shape;261;p35"/>
          <p:cNvPicPr preferRelativeResize="0"/>
          <p:nvPr/>
        </p:nvPicPr>
        <p:blipFill rotWithShape="1">
          <a:blip r:embed="rId3">
            <a:alphaModFix/>
          </a:blip>
          <a:srcRect b="0" l="0" r="0" t="0"/>
          <a:stretch/>
        </p:blipFill>
        <p:spPr>
          <a:xfrm>
            <a:off x="762000" y="3690937"/>
            <a:ext cx="3810000" cy="2540000"/>
          </a:xfrm>
          <a:prstGeom prst="rect">
            <a:avLst/>
          </a:prstGeom>
          <a:noFill/>
          <a:ln>
            <a:noFill/>
          </a:ln>
        </p:spPr>
      </p:pic>
      <p:pic>
        <p:nvPicPr>
          <p:cNvPr id="262" name="Google Shape;262;p35"/>
          <p:cNvPicPr preferRelativeResize="0"/>
          <p:nvPr/>
        </p:nvPicPr>
        <p:blipFill>
          <a:blip r:embed="rId4">
            <a:alphaModFix/>
          </a:blip>
          <a:stretch>
            <a:fillRect/>
          </a:stretch>
        </p:blipFill>
        <p:spPr>
          <a:xfrm>
            <a:off x="4893353" y="3890163"/>
            <a:ext cx="3218139" cy="21415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2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6"/>
          <p:cNvSpPr txBox="1"/>
          <p:nvPr>
            <p:ph type="title"/>
          </p:nvPr>
        </p:nvSpPr>
        <p:spPr>
          <a:xfrm>
            <a:off x="685800" y="228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lt1"/>
              </a:buClr>
              <a:buSzPts val="6000"/>
              <a:buFont typeface="Overlock"/>
              <a:buNone/>
            </a:pPr>
            <a:r>
              <a:rPr b="1" i="0" lang="en-US" sz="6000" u="none">
                <a:solidFill>
                  <a:schemeClr val="lt1"/>
                </a:solidFill>
                <a:latin typeface="Overlock"/>
                <a:ea typeface="Overlock"/>
                <a:cs typeface="Overlock"/>
                <a:sym typeface="Overlock"/>
              </a:rPr>
              <a:t>HETEROTROPHS</a:t>
            </a:r>
            <a:endParaRPr/>
          </a:p>
        </p:txBody>
      </p:sp>
      <p:sp>
        <p:nvSpPr>
          <p:cNvPr id="268" name="Google Shape;268;p36"/>
          <p:cNvSpPr txBox="1"/>
          <p:nvPr>
            <p:ph idx="1" type="body"/>
          </p:nvPr>
        </p:nvSpPr>
        <p:spPr>
          <a:xfrm>
            <a:off x="685800" y="1295400"/>
            <a:ext cx="7772400" cy="4800600"/>
          </a:xfrm>
          <a:prstGeom prst="rect">
            <a:avLst/>
          </a:prstGeom>
          <a:noFill/>
          <a:ln>
            <a:noFill/>
          </a:ln>
        </p:spPr>
        <p:txBody>
          <a:bodyPr anchorCtr="0" anchor="t" bIns="45700" lIns="91425" spcFirstLastPara="1" rIns="91425" wrap="square" tIns="45700">
            <a:noAutofit/>
          </a:bodyPr>
          <a:lstStyle/>
          <a:p>
            <a:pPr indent="-228600" lvl="1" marL="685800" marR="0" rtl="0" algn="l">
              <a:lnSpc>
                <a:spcPct val="120000"/>
              </a:lnSpc>
              <a:spcBef>
                <a:spcPts val="0"/>
              </a:spcBef>
              <a:spcAft>
                <a:spcPts val="0"/>
              </a:spcAft>
              <a:buClr>
                <a:schemeClr val="lt1"/>
              </a:buClr>
              <a:buSzPts val="3600"/>
              <a:buFont typeface="Arial"/>
              <a:buNone/>
            </a:pPr>
            <a:r>
              <a:rPr b="0" i="0" lang="en-US" sz="3600" u="none" cap="none" strike="noStrike">
                <a:solidFill>
                  <a:schemeClr val="lt1"/>
                </a:solidFill>
                <a:latin typeface="Rockwell"/>
                <a:ea typeface="Rockwell"/>
                <a:cs typeface="Rockwell"/>
                <a:sym typeface="Rockwell"/>
              </a:rPr>
              <a:t>Carnivores – eat ONLY meat</a:t>
            </a:r>
            <a:endParaRPr/>
          </a:p>
          <a:p>
            <a:pPr indent="-228600" lvl="2" marL="1143000" marR="0" rtl="0" algn="l">
              <a:lnSpc>
                <a:spcPct val="120000"/>
              </a:lnSpc>
              <a:spcBef>
                <a:spcPts val="500"/>
              </a:spcBef>
              <a:spcAft>
                <a:spcPts val="0"/>
              </a:spcAft>
              <a:buClr>
                <a:schemeClr val="lt1"/>
              </a:buClr>
              <a:buSzPts val="3600"/>
              <a:buFont typeface="Arial"/>
              <a:buNone/>
            </a:pPr>
            <a:r>
              <a:rPr b="0" i="0" lang="en-US" sz="3600" u="none" cap="none" strike="noStrike">
                <a:solidFill>
                  <a:schemeClr val="lt1"/>
                </a:solidFill>
                <a:latin typeface="Rockwell"/>
                <a:ea typeface="Rockwell"/>
                <a:cs typeface="Rockwell"/>
                <a:sym typeface="Rockwell"/>
              </a:rPr>
              <a:t>Example – Lions, Tigers, Sharks </a:t>
            </a:r>
            <a:endParaRPr/>
          </a:p>
          <a:p>
            <a:pPr indent="-228600" lvl="1" marL="685800" marR="0" rtl="0" algn="l">
              <a:lnSpc>
                <a:spcPct val="120000"/>
              </a:lnSpc>
              <a:spcBef>
                <a:spcPts val="500"/>
              </a:spcBef>
              <a:spcAft>
                <a:spcPts val="0"/>
              </a:spcAft>
              <a:buClr>
                <a:schemeClr val="lt1"/>
              </a:buClr>
              <a:buSzPts val="2400"/>
              <a:buFont typeface="Arial"/>
              <a:buNone/>
            </a:pPr>
            <a:r>
              <a:t/>
            </a:r>
            <a:endParaRPr b="0" i="0" sz="2400" u="none" cap="none" strike="noStrike">
              <a:solidFill>
                <a:schemeClr val="lt1"/>
              </a:solidFill>
              <a:latin typeface="Rockwell"/>
              <a:ea typeface="Rockwell"/>
              <a:cs typeface="Rockwell"/>
              <a:sym typeface="Rockwell"/>
            </a:endParaRPr>
          </a:p>
          <a:p>
            <a:pPr indent="-50800" lvl="0" marL="228600" marR="0" rtl="0" algn="l">
              <a:lnSpc>
                <a:spcPct val="120000"/>
              </a:lnSpc>
              <a:spcBef>
                <a:spcPts val="1000"/>
              </a:spcBef>
              <a:spcAft>
                <a:spcPts val="0"/>
              </a:spcAft>
              <a:buClr>
                <a:schemeClr val="lt1"/>
              </a:buClr>
              <a:buSzPts val="2800"/>
              <a:buFont typeface="Arial"/>
              <a:buNone/>
            </a:pPr>
            <a:r>
              <a:t/>
            </a:r>
            <a:endParaRPr b="0" i="0" sz="2800" u="none">
              <a:solidFill>
                <a:schemeClr val="lt1"/>
              </a:solidFill>
              <a:latin typeface="Rockwell"/>
              <a:ea typeface="Rockwell"/>
              <a:cs typeface="Rockwell"/>
              <a:sym typeface="Rockwell"/>
            </a:endParaRPr>
          </a:p>
          <a:p>
            <a:pPr indent="-50800" lvl="0" marL="228600" marR="0" rtl="0" algn="l">
              <a:lnSpc>
                <a:spcPct val="120000"/>
              </a:lnSpc>
              <a:spcBef>
                <a:spcPts val="1000"/>
              </a:spcBef>
              <a:spcAft>
                <a:spcPts val="0"/>
              </a:spcAft>
              <a:buClr>
                <a:schemeClr val="lt1"/>
              </a:buClr>
              <a:buSzPts val="2800"/>
              <a:buFont typeface="Arial"/>
              <a:buNone/>
            </a:pPr>
            <a:r>
              <a:t/>
            </a:r>
            <a:endParaRPr b="0" i="0" sz="2800" u="none">
              <a:solidFill>
                <a:schemeClr val="lt1"/>
              </a:solidFill>
              <a:latin typeface="Rockwell"/>
              <a:ea typeface="Rockwell"/>
              <a:cs typeface="Rockwell"/>
              <a:sym typeface="Rockwell"/>
            </a:endParaRPr>
          </a:p>
        </p:txBody>
      </p:sp>
      <p:pic>
        <p:nvPicPr>
          <p:cNvPr descr="253067-LIONS-COUPLE_LOOKING_UP_ON_ROCK" id="269" name="Google Shape;269;p36"/>
          <p:cNvPicPr preferRelativeResize="0"/>
          <p:nvPr/>
        </p:nvPicPr>
        <p:blipFill rotWithShape="1">
          <a:blip r:embed="rId3">
            <a:alphaModFix/>
          </a:blip>
          <a:srcRect b="0" l="0" r="0" t="0"/>
          <a:stretch/>
        </p:blipFill>
        <p:spPr>
          <a:xfrm>
            <a:off x="228600" y="2971800"/>
            <a:ext cx="3446462" cy="2216150"/>
          </a:xfrm>
          <a:prstGeom prst="rect">
            <a:avLst/>
          </a:prstGeom>
          <a:noFill/>
          <a:ln>
            <a:noFill/>
          </a:ln>
        </p:spPr>
      </p:pic>
      <p:pic>
        <p:nvPicPr>
          <p:cNvPr descr="calvlay" id="270" name="Google Shape;270;p36"/>
          <p:cNvPicPr preferRelativeResize="0"/>
          <p:nvPr/>
        </p:nvPicPr>
        <p:blipFill rotWithShape="1">
          <a:blip r:embed="rId4">
            <a:alphaModFix/>
          </a:blip>
          <a:srcRect b="0" l="0" r="0" t="0"/>
          <a:stretch/>
        </p:blipFill>
        <p:spPr>
          <a:xfrm>
            <a:off x="3581400" y="5029200"/>
            <a:ext cx="1911350" cy="1293812"/>
          </a:xfrm>
          <a:prstGeom prst="rect">
            <a:avLst/>
          </a:prstGeom>
          <a:noFill/>
          <a:ln>
            <a:noFill/>
          </a:ln>
        </p:spPr>
      </p:pic>
      <p:pic>
        <p:nvPicPr>
          <p:cNvPr descr="shark" id="271" name="Google Shape;271;p36"/>
          <p:cNvPicPr preferRelativeResize="0"/>
          <p:nvPr/>
        </p:nvPicPr>
        <p:blipFill rotWithShape="1">
          <a:blip r:embed="rId5">
            <a:alphaModFix/>
          </a:blip>
          <a:srcRect b="0" l="0" r="0" t="0"/>
          <a:stretch/>
        </p:blipFill>
        <p:spPr>
          <a:xfrm>
            <a:off x="5410200" y="2971800"/>
            <a:ext cx="3028950" cy="24225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gtEl>
                                        <p:attrNameLst>
                                          <p:attrName>style.visibility</p:attrName>
                                        </p:attrNameLst>
                                      </p:cBhvr>
                                      <p:to>
                                        <p:strVal val="visible"/>
                                      </p:to>
                                    </p:set>
                                    <p:animEffect filter="fade" transition="in">
                                      <p:cBhvr>
                                        <p:cTn dur="1000"/>
                                        <p:tgtEl>
                                          <p:spTgt spid="269"/>
                                        </p:tgtEl>
                                      </p:cBhvr>
                                    </p:animEffect>
                                  </p:childTnLst>
                                </p:cTn>
                              </p:par>
                              <p:par>
                                <p:cTn fill="hold" nodeType="withEffect" presetClass="entr" presetID="10" presetSubtype="0">
                                  <p:stCondLst>
                                    <p:cond delay="0"/>
                                  </p:stCondLst>
                                  <p:childTnLst>
                                    <p:set>
                                      <p:cBhvr>
                                        <p:cTn dur="1" fill="hold">
                                          <p:stCondLst>
                                            <p:cond delay="0"/>
                                          </p:stCondLst>
                                        </p:cTn>
                                        <p:tgtEl>
                                          <p:spTgt spid="270"/>
                                        </p:tgtEl>
                                        <p:attrNameLst>
                                          <p:attrName>style.visibility</p:attrName>
                                        </p:attrNameLst>
                                      </p:cBhvr>
                                      <p:to>
                                        <p:strVal val="visible"/>
                                      </p:to>
                                    </p:set>
                                    <p:animEffect filter="fade" transition="in">
                                      <p:cBhvr>
                                        <p:cTn dur="1000"/>
                                        <p:tgtEl>
                                          <p:spTgt spid="270"/>
                                        </p:tgtEl>
                                      </p:cBhvr>
                                    </p:animEffect>
                                  </p:childTnLst>
                                </p:cTn>
                              </p:par>
                              <p:par>
                                <p:cTn fill="hold" nodeType="withEffect" presetClass="entr" presetID="10" presetSubtype="0">
                                  <p:stCondLst>
                                    <p:cond delay="0"/>
                                  </p:stCondLst>
                                  <p:childTnLst>
                                    <p:set>
                                      <p:cBhvr>
                                        <p:cTn dur="1" fill="hold">
                                          <p:stCondLst>
                                            <p:cond delay="0"/>
                                          </p:stCondLst>
                                        </p:cTn>
                                        <p:tgtEl>
                                          <p:spTgt spid="271"/>
                                        </p:tgtEl>
                                        <p:attrNameLst>
                                          <p:attrName>style.visibility</p:attrName>
                                        </p:attrNameLst>
                                      </p:cBhvr>
                                      <p:to>
                                        <p:strVal val="visible"/>
                                      </p:to>
                                    </p:set>
                                    <p:animEffect filter="fade" transition="in">
                                      <p:cBhvr>
                                        <p:cTn dur="1000"/>
                                        <p:tgtEl>
                                          <p:spTgt spid="2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7"/>
          <p:cNvSpPr txBox="1"/>
          <p:nvPr>
            <p:ph type="title"/>
          </p:nvPr>
        </p:nvSpPr>
        <p:spPr>
          <a:xfrm>
            <a:off x="685800" y="228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lt1"/>
              </a:buClr>
              <a:buSzPts val="4200"/>
              <a:buFont typeface="Overlock"/>
              <a:buNone/>
            </a:pPr>
            <a:r>
              <a:rPr b="1" i="0" lang="en-US" sz="4200" u="none">
                <a:solidFill>
                  <a:schemeClr val="lt1"/>
                </a:solidFill>
                <a:latin typeface="Overlock"/>
                <a:ea typeface="Overlock"/>
                <a:cs typeface="Overlock"/>
                <a:sym typeface="Overlock"/>
              </a:rPr>
              <a:t>TROPHIC LEVELS</a:t>
            </a:r>
            <a:endParaRPr/>
          </a:p>
        </p:txBody>
      </p:sp>
      <p:sp>
        <p:nvSpPr>
          <p:cNvPr id="277" name="Google Shape;277;p37"/>
          <p:cNvSpPr txBox="1"/>
          <p:nvPr>
            <p:ph idx="1" type="body"/>
          </p:nvPr>
        </p:nvSpPr>
        <p:spPr>
          <a:xfrm>
            <a:off x="0" y="1219200"/>
            <a:ext cx="8299200" cy="4771800"/>
          </a:xfrm>
          <a:prstGeom prst="rect">
            <a:avLst/>
          </a:prstGeom>
          <a:noFill/>
          <a:ln>
            <a:noFill/>
          </a:ln>
        </p:spPr>
        <p:txBody>
          <a:bodyPr anchorCtr="0" anchor="t" bIns="45700" lIns="91425" spcFirstLastPara="1" rIns="91425" wrap="square" tIns="45700">
            <a:noAutofit/>
          </a:bodyPr>
          <a:lstStyle/>
          <a:p>
            <a:pPr indent="-228600" lvl="0" marL="228600" marR="0" rtl="0" algn="l">
              <a:lnSpc>
                <a:spcPct val="110000"/>
              </a:lnSpc>
              <a:spcBef>
                <a:spcPts val="0"/>
              </a:spcBef>
              <a:spcAft>
                <a:spcPts val="0"/>
              </a:spcAft>
              <a:buClr>
                <a:schemeClr val="lt1"/>
              </a:buClr>
              <a:buSzPts val="2800"/>
              <a:buFont typeface="Arial"/>
              <a:buChar char="•"/>
            </a:pPr>
            <a:r>
              <a:rPr b="0" i="0" lang="en-US" sz="2800" u="none">
                <a:solidFill>
                  <a:schemeClr val="lt1"/>
                </a:solidFill>
                <a:latin typeface="Rockwell"/>
                <a:ea typeface="Rockwell"/>
                <a:cs typeface="Rockwell"/>
                <a:sym typeface="Rockwell"/>
              </a:rPr>
              <a:t>A trophic level is any class of organisms that </a:t>
            </a:r>
            <a:r>
              <a:rPr b="0" i="0" lang="en-US" sz="2800" u="sng">
                <a:solidFill>
                  <a:schemeClr val="lt1"/>
                </a:solidFill>
                <a:latin typeface="Rockwell"/>
                <a:ea typeface="Rockwell"/>
                <a:cs typeface="Rockwell"/>
                <a:sym typeface="Rockwell"/>
              </a:rPr>
              <a:t>occupy the same position in a food chain</a:t>
            </a:r>
            <a:r>
              <a:rPr lang="en-US" sz="2800"/>
              <a:t>.</a:t>
            </a:r>
            <a:endParaRPr sz="2800"/>
          </a:p>
          <a:p>
            <a:pPr indent="0" lvl="0" marL="228600" marR="0" rtl="0" algn="l">
              <a:lnSpc>
                <a:spcPct val="110000"/>
              </a:lnSpc>
              <a:spcBef>
                <a:spcPts val="0"/>
              </a:spcBef>
              <a:spcAft>
                <a:spcPts val="0"/>
              </a:spcAft>
              <a:buSzPts val="1800"/>
              <a:buNone/>
            </a:pPr>
            <a:r>
              <a:t/>
            </a:r>
            <a:endParaRPr sz="2800"/>
          </a:p>
          <a:p>
            <a:pPr indent="-228600" lvl="0" marL="228600" marR="0" rtl="0" algn="l">
              <a:lnSpc>
                <a:spcPct val="110000"/>
              </a:lnSpc>
              <a:spcBef>
                <a:spcPts val="0"/>
              </a:spcBef>
              <a:spcAft>
                <a:spcPts val="0"/>
              </a:spcAft>
              <a:buClr>
                <a:schemeClr val="lt1"/>
              </a:buClr>
              <a:buSzPts val="2800"/>
              <a:buFont typeface="Arial"/>
              <a:buChar char="•"/>
            </a:pPr>
            <a:r>
              <a:rPr lang="en-US" sz="2800"/>
              <a:t>Some example of trophic levels are: </a:t>
            </a:r>
            <a:r>
              <a:rPr b="0" i="0" lang="en-US" sz="2800" u="none">
                <a:solidFill>
                  <a:schemeClr val="lt1"/>
                </a:solidFill>
                <a:latin typeface="Rockwell"/>
                <a:ea typeface="Rockwell"/>
                <a:cs typeface="Rockwell"/>
                <a:sym typeface="Rockwell"/>
              </a:rPr>
              <a:t>primary consumers, secondary consumers, and tertiary consumers. </a:t>
            </a:r>
            <a:endParaRPr/>
          </a:p>
          <a:p>
            <a:pPr indent="-50800" lvl="0" marL="228600" marR="0" rtl="0" algn="l">
              <a:lnSpc>
                <a:spcPct val="110000"/>
              </a:lnSpc>
              <a:spcBef>
                <a:spcPts val="1000"/>
              </a:spcBef>
              <a:spcAft>
                <a:spcPts val="0"/>
              </a:spcAft>
              <a:buClr>
                <a:schemeClr val="lt1"/>
              </a:buClr>
              <a:buSzPts val="2800"/>
              <a:buFont typeface="Arial"/>
              <a:buNone/>
            </a:pPr>
            <a:r>
              <a:t/>
            </a:r>
            <a:endParaRPr b="0" i="0" sz="2800" u="none">
              <a:solidFill>
                <a:schemeClr val="lt1"/>
              </a:solidFill>
              <a:latin typeface="Rockwell"/>
              <a:ea typeface="Rockwell"/>
              <a:cs typeface="Rockwell"/>
              <a:sym typeface="Rockwell"/>
            </a:endParaRPr>
          </a:p>
          <a:p>
            <a:pPr indent="-228600" lvl="0" marL="228600" marR="0" rtl="0" algn="l">
              <a:lnSpc>
                <a:spcPct val="110000"/>
              </a:lnSpc>
              <a:spcBef>
                <a:spcPts val="1000"/>
              </a:spcBef>
              <a:spcAft>
                <a:spcPts val="0"/>
              </a:spcAft>
              <a:buClr>
                <a:schemeClr val="lt1"/>
              </a:buClr>
              <a:buSzPts val="2800"/>
              <a:buFont typeface="Arial"/>
              <a:buChar char="•"/>
            </a:pPr>
            <a:r>
              <a:rPr b="0" i="0" lang="en-US" sz="2800" u="none">
                <a:solidFill>
                  <a:schemeClr val="lt1"/>
                </a:solidFill>
                <a:latin typeface="Rockwell"/>
                <a:ea typeface="Rockwell"/>
                <a:cs typeface="Rockwell"/>
                <a:sym typeface="Rockwell"/>
              </a:rPr>
              <a:t>Each step in this transfer of </a:t>
            </a:r>
            <a:endParaRPr/>
          </a:p>
          <a:p>
            <a:pPr indent="-228600" lvl="0" marL="228600" marR="0" rtl="0" algn="l">
              <a:lnSpc>
                <a:spcPct val="110000"/>
              </a:lnSpc>
              <a:spcBef>
                <a:spcPts val="1000"/>
              </a:spcBef>
              <a:spcAft>
                <a:spcPts val="0"/>
              </a:spcAft>
              <a:buClr>
                <a:schemeClr val="lt1"/>
              </a:buClr>
              <a:buSzPts val="2800"/>
              <a:buFont typeface="Arial"/>
              <a:buNone/>
            </a:pPr>
            <a:r>
              <a:rPr b="0" i="0" lang="en-US" sz="2800" u="none">
                <a:solidFill>
                  <a:schemeClr val="lt1"/>
                </a:solidFill>
                <a:latin typeface="Rockwell"/>
                <a:ea typeface="Rockwell"/>
                <a:cs typeface="Rockwell"/>
                <a:sym typeface="Rockwell"/>
              </a:rPr>
              <a:t>   energy is known as a trophic level</a:t>
            </a:r>
            <a:endParaRPr/>
          </a:p>
        </p:txBody>
      </p:sp>
      <p:pic>
        <p:nvPicPr>
          <p:cNvPr id="278" name="Google Shape;278;p37"/>
          <p:cNvPicPr preferRelativeResize="0"/>
          <p:nvPr/>
        </p:nvPicPr>
        <p:blipFill rotWithShape="1">
          <a:blip r:embed="rId3">
            <a:alphaModFix/>
          </a:blip>
          <a:srcRect b="0" l="0" r="0" t="0"/>
          <a:stretch/>
        </p:blipFill>
        <p:spPr>
          <a:xfrm>
            <a:off x="6324000" y="3805050"/>
            <a:ext cx="2523725" cy="28475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0" st="0"/>
                                            </p:txEl>
                                          </p:spTgt>
                                        </p:tgtEl>
                                        <p:attrNameLst>
                                          <p:attrName>style.visibility</p:attrName>
                                        </p:attrNameLst>
                                      </p:cBhvr>
                                      <p:to>
                                        <p:strVal val="visible"/>
                                      </p:to>
                                    </p:set>
                                    <p:animEffect filter="fade" transition="in">
                                      <p:cBhvr>
                                        <p:cTn dur="1000"/>
                                        <p:tgtEl>
                                          <p:spTgt spid="27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1" st="1"/>
                                            </p:txEl>
                                          </p:spTgt>
                                        </p:tgtEl>
                                        <p:attrNameLst>
                                          <p:attrName>style.visibility</p:attrName>
                                        </p:attrNameLst>
                                      </p:cBhvr>
                                      <p:to>
                                        <p:strVal val="visible"/>
                                      </p:to>
                                    </p:set>
                                    <p:animEffect filter="fade" transition="in">
                                      <p:cBhvr>
                                        <p:cTn dur="1000"/>
                                        <p:tgtEl>
                                          <p:spTgt spid="27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2" st="2"/>
                                            </p:txEl>
                                          </p:spTgt>
                                        </p:tgtEl>
                                        <p:attrNameLst>
                                          <p:attrName>style.visibility</p:attrName>
                                        </p:attrNameLst>
                                      </p:cBhvr>
                                      <p:to>
                                        <p:strVal val="visible"/>
                                      </p:to>
                                    </p:set>
                                    <p:animEffect filter="fade" transition="in">
                                      <p:cBhvr>
                                        <p:cTn dur="1000"/>
                                        <p:tgtEl>
                                          <p:spTgt spid="27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3" st="3"/>
                                            </p:txEl>
                                          </p:spTgt>
                                        </p:tgtEl>
                                        <p:attrNameLst>
                                          <p:attrName>style.visibility</p:attrName>
                                        </p:attrNameLst>
                                      </p:cBhvr>
                                      <p:to>
                                        <p:strVal val="visible"/>
                                      </p:to>
                                    </p:set>
                                    <p:animEffect filter="fade" transition="in">
                                      <p:cBhvr>
                                        <p:cTn dur="1000"/>
                                        <p:tgtEl>
                                          <p:spTgt spid="27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4" st="4"/>
                                            </p:txEl>
                                          </p:spTgt>
                                        </p:tgtEl>
                                        <p:attrNameLst>
                                          <p:attrName>style.visibility</p:attrName>
                                        </p:attrNameLst>
                                      </p:cBhvr>
                                      <p:to>
                                        <p:strVal val="visible"/>
                                      </p:to>
                                    </p:set>
                                    <p:animEffect filter="fade" transition="in">
                                      <p:cBhvr>
                                        <p:cTn dur="1000"/>
                                        <p:tgtEl>
                                          <p:spTgt spid="27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5" st="5"/>
                                            </p:txEl>
                                          </p:spTgt>
                                        </p:tgtEl>
                                        <p:attrNameLst>
                                          <p:attrName>style.visibility</p:attrName>
                                        </p:attrNameLst>
                                      </p:cBhvr>
                                      <p:to>
                                        <p:strVal val="visible"/>
                                      </p:to>
                                    </p:set>
                                    <p:animEffect filter="fade" transition="in">
                                      <p:cBhvr>
                                        <p:cTn dur="1000"/>
                                        <p:tgtEl>
                                          <p:spTgt spid="277">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8"/>
          <p:cNvSpPr txBox="1"/>
          <p:nvPr>
            <p:ph type="title"/>
          </p:nvPr>
        </p:nvSpPr>
        <p:spPr>
          <a:xfrm>
            <a:off x="685800" y="3048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lt1"/>
              </a:buClr>
              <a:buSzPts val="4200"/>
              <a:buFont typeface="Overlock"/>
              <a:buNone/>
            </a:pPr>
            <a:r>
              <a:rPr b="1" i="0" lang="en-US" sz="4200" u="none">
                <a:solidFill>
                  <a:schemeClr val="lt1"/>
                </a:solidFill>
                <a:latin typeface="Overlock"/>
                <a:ea typeface="Overlock"/>
                <a:cs typeface="Overlock"/>
                <a:sym typeface="Overlock"/>
              </a:rPr>
              <a:t>TROPHIC LEVELS</a:t>
            </a:r>
            <a:endParaRPr/>
          </a:p>
        </p:txBody>
      </p:sp>
      <p:sp>
        <p:nvSpPr>
          <p:cNvPr id="284" name="Google Shape;284;p38"/>
          <p:cNvSpPr txBox="1"/>
          <p:nvPr>
            <p:ph idx="1" type="body"/>
          </p:nvPr>
        </p:nvSpPr>
        <p:spPr>
          <a:xfrm>
            <a:off x="304800" y="1447800"/>
            <a:ext cx="8533500" cy="5029200"/>
          </a:xfrm>
          <a:prstGeom prst="rect">
            <a:avLst/>
          </a:prstGeom>
          <a:noFill/>
          <a:ln>
            <a:noFill/>
          </a:ln>
        </p:spPr>
        <p:txBody>
          <a:bodyPr anchorCtr="0" anchor="t" bIns="45700" lIns="91425" spcFirstLastPara="1" rIns="91425" wrap="square" tIns="45700">
            <a:noAutofit/>
          </a:bodyPr>
          <a:lstStyle/>
          <a:p>
            <a:pPr indent="-228600" lvl="0" marL="228600" marR="0" rtl="0" algn="l">
              <a:lnSpc>
                <a:spcPct val="110000"/>
              </a:lnSpc>
              <a:spcBef>
                <a:spcPts val="0"/>
              </a:spcBef>
              <a:spcAft>
                <a:spcPts val="0"/>
              </a:spcAft>
              <a:buClr>
                <a:schemeClr val="lt1"/>
              </a:buClr>
              <a:buSzPts val="2600"/>
              <a:buFont typeface="Arial"/>
              <a:buChar char="•"/>
            </a:pPr>
            <a:r>
              <a:rPr b="1" i="0" lang="en-US" sz="2600" u="none">
                <a:solidFill>
                  <a:schemeClr val="lt1"/>
                </a:solidFill>
                <a:latin typeface="Rockwell"/>
                <a:ea typeface="Rockwell"/>
                <a:cs typeface="Rockwell"/>
                <a:sym typeface="Rockwell"/>
              </a:rPr>
              <a:t>Producers (autotrophs) </a:t>
            </a:r>
            <a:r>
              <a:rPr b="0" i="0" lang="en-US" sz="2600" u="none">
                <a:solidFill>
                  <a:schemeClr val="lt1"/>
                </a:solidFill>
                <a:latin typeface="Rockwell"/>
                <a:ea typeface="Rockwell"/>
                <a:cs typeface="Rockwell"/>
                <a:sym typeface="Rockwell"/>
              </a:rPr>
              <a:t>– </a:t>
            </a:r>
            <a:r>
              <a:rPr lang="en-US" sz="2600"/>
              <a:t>produce</a:t>
            </a:r>
            <a:r>
              <a:rPr b="0" i="0" lang="en-US" sz="2600" u="none">
                <a:solidFill>
                  <a:schemeClr val="lt1"/>
                </a:solidFill>
                <a:latin typeface="Rockwell"/>
                <a:ea typeface="Rockwell"/>
                <a:cs typeface="Rockwell"/>
                <a:sym typeface="Rockwell"/>
              </a:rPr>
              <a:t> the energy for all other organisms</a:t>
            </a:r>
            <a:endParaRPr/>
          </a:p>
          <a:p>
            <a:pPr indent="-228600" lvl="0" marL="228600" marR="0" rtl="0" algn="l">
              <a:lnSpc>
                <a:spcPct val="110000"/>
              </a:lnSpc>
              <a:spcBef>
                <a:spcPts val="1000"/>
              </a:spcBef>
              <a:spcAft>
                <a:spcPts val="0"/>
              </a:spcAft>
              <a:buClr>
                <a:schemeClr val="lt1"/>
              </a:buClr>
              <a:buSzPts val="2600"/>
              <a:buFont typeface="Arial"/>
              <a:buChar char="•"/>
            </a:pPr>
            <a:r>
              <a:rPr b="1" i="0" lang="en-US" sz="2600" u="none">
                <a:solidFill>
                  <a:schemeClr val="lt1"/>
                </a:solidFill>
                <a:latin typeface="Rockwell"/>
                <a:ea typeface="Rockwell"/>
                <a:cs typeface="Rockwell"/>
                <a:sym typeface="Rockwell"/>
              </a:rPr>
              <a:t>Primary Consumers </a:t>
            </a:r>
            <a:r>
              <a:rPr b="0" i="0" lang="en-US" sz="2600" u="none">
                <a:solidFill>
                  <a:schemeClr val="lt1"/>
                </a:solidFill>
                <a:latin typeface="Rockwell"/>
                <a:ea typeface="Rockwell"/>
                <a:cs typeface="Rockwell"/>
                <a:sym typeface="Rockwell"/>
              </a:rPr>
              <a:t>– eat producers</a:t>
            </a:r>
            <a:endParaRPr/>
          </a:p>
          <a:p>
            <a:pPr indent="-228600" lvl="0" marL="228600" marR="0" rtl="0" algn="l">
              <a:lnSpc>
                <a:spcPct val="110000"/>
              </a:lnSpc>
              <a:spcBef>
                <a:spcPts val="1000"/>
              </a:spcBef>
              <a:spcAft>
                <a:spcPts val="0"/>
              </a:spcAft>
              <a:buClr>
                <a:schemeClr val="lt1"/>
              </a:buClr>
              <a:buSzPts val="2600"/>
              <a:buFont typeface="Arial"/>
              <a:buChar char="•"/>
            </a:pPr>
            <a:r>
              <a:rPr b="1" i="0" lang="en-US" sz="2600" u="none">
                <a:solidFill>
                  <a:schemeClr val="lt1"/>
                </a:solidFill>
                <a:latin typeface="Rockwell"/>
                <a:ea typeface="Rockwell"/>
                <a:cs typeface="Rockwell"/>
                <a:sym typeface="Rockwell"/>
              </a:rPr>
              <a:t>Secondary Consumers </a:t>
            </a:r>
            <a:r>
              <a:rPr b="0" i="0" lang="en-US" sz="2600" u="none">
                <a:solidFill>
                  <a:schemeClr val="lt1"/>
                </a:solidFill>
                <a:latin typeface="Rockwell"/>
                <a:ea typeface="Rockwell"/>
                <a:cs typeface="Rockwell"/>
                <a:sym typeface="Rockwell"/>
              </a:rPr>
              <a:t>– eat the primary consumers</a:t>
            </a:r>
            <a:endParaRPr/>
          </a:p>
          <a:p>
            <a:pPr indent="-228600" lvl="0" marL="228600" marR="0" rtl="0" algn="l">
              <a:lnSpc>
                <a:spcPct val="110000"/>
              </a:lnSpc>
              <a:spcBef>
                <a:spcPts val="1000"/>
              </a:spcBef>
              <a:spcAft>
                <a:spcPts val="0"/>
              </a:spcAft>
              <a:buClr>
                <a:schemeClr val="lt1"/>
              </a:buClr>
              <a:buSzPts val="2600"/>
              <a:buFont typeface="Arial"/>
              <a:buChar char="•"/>
            </a:pPr>
            <a:r>
              <a:rPr b="1" i="0" lang="en-US" sz="2600" u="none">
                <a:solidFill>
                  <a:schemeClr val="lt1"/>
                </a:solidFill>
                <a:latin typeface="Rockwell"/>
                <a:ea typeface="Rockwell"/>
                <a:cs typeface="Rockwell"/>
                <a:sym typeface="Rockwell"/>
              </a:rPr>
              <a:t>Tertiary Consumers </a:t>
            </a:r>
            <a:r>
              <a:rPr b="0" i="0" lang="en-US" sz="2600" u="none">
                <a:solidFill>
                  <a:schemeClr val="lt1"/>
                </a:solidFill>
                <a:latin typeface="Rockwell"/>
                <a:ea typeface="Rockwell"/>
                <a:cs typeface="Rockwell"/>
                <a:sym typeface="Rockwell"/>
              </a:rPr>
              <a:t>– eat the secondary consumers</a:t>
            </a:r>
            <a:endParaRPr/>
          </a:p>
          <a:p>
            <a:pPr indent="-228600" lvl="0" marL="228600" marR="0" rtl="0" algn="l">
              <a:lnSpc>
                <a:spcPct val="110000"/>
              </a:lnSpc>
              <a:spcBef>
                <a:spcPts val="1000"/>
              </a:spcBef>
              <a:spcAft>
                <a:spcPts val="0"/>
              </a:spcAft>
              <a:buClr>
                <a:schemeClr val="lt1"/>
              </a:buClr>
              <a:buSzPts val="2600"/>
              <a:buFont typeface="Arial"/>
              <a:buChar char="•"/>
            </a:pPr>
            <a:r>
              <a:rPr b="1" i="0" lang="en-US" sz="2600" u="none">
                <a:solidFill>
                  <a:schemeClr val="lt1"/>
                </a:solidFill>
                <a:latin typeface="Rockwell"/>
                <a:ea typeface="Rockwell"/>
                <a:cs typeface="Rockwell"/>
                <a:sym typeface="Rockwell"/>
              </a:rPr>
              <a:t>Decomposers </a:t>
            </a:r>
            <a:r>
              <a:rPr b="0" i="0" lang="en-US" sz="2600" u="none">
                <a:solidFill>
                  <a:schemeClr val="lt1"/>
                </a:solidFill>
                <a:latin typeface="Rockwell"/>
                <a:ea typeface="Rockwell"/>
                <a:cs typeface="Rockwell"/>
                <a:sym typeface="Rockwell"/>
              </a:rPr>
              <a:t>– bacteria and fungi that break down dead organisms and recycle the material (not the energy!) back into the environment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4">
                                            <p:txEl>
                                              <p:pRg end="0" st="0"/>
                                            </p:txEl>
                                          </p:spTgt>
                                        </p:tgtEl>
                                        <p:attrNameLst>
                                          <p:attrName>style.visibility</p:attrName>
                                        </p:attrNameLst>
                                      </p:cBhvr>
                                      <p:to>
                                        <p:strVal val="visible"/>
                                      </p:to>
                                    </p:set>
                                    <p:anim calcmode="lin" valueType="num">
                                      <p:cBhvr additive="base">
                                        <p:cTn dur="500"/>
                                        <p:tgtEl>
                                          <p:spTgt spid="28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4">
                                            <p:txEl>
                                              <p:pRg end="1" st="1"/>
                                            </p:txEl>
                                          </p:spTgt>
                                        </p:tgtEl>
                                        <p:attrNameLst>
                                          <p:attrName>style.visibility</p:attrName>
                                        </p:attrNameLst>
                                      </p:cBhvr>
                                      <p:to>
                                        <p:strVal val="visible"/>
                                      </p:to>
                                    </p:set>
                                    <p:anim calcmode="lin" valueType="num">
                                      <p:cBhvr additive="base">
                                        <p:cTn dur="500"/>
                                        <p:tgtEl>
                                          <p:spTgt spid="28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4">
                                            <p:txEl>
                                              <p:pRg end="2" st="2"/>
                                            </p:txEl>
                                          </p:spTgt>
                                        </p:tgtEl>
                                        <p:attrNameLst>
                                          <p:attrName>style.visibility</p:attrName>
                                        </p:attrNameLst>
                                      </p:cBhvr>
                                      <p:to>
                                        <p:strVal val="visible"/>
                                      </p:to>
                                    </p:set>
                                    <p:anim calcmode="lin" valueType="num">
                                      <p:cBhvr additive="base">
                                        <p:cTn dur="500"/>
                                        <p:tgtEl>
                                          <p:spTgt spid="28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4">
                                            <p:txEl>
                                              <p:pRg end="3" st="3"/>
                                            </p:txEl>
                                          </p:spTgt>
                                        </p:tgtEl>
                                        <p:attrNameLst>
                                          <p:attrName>style.visibility</p:attrName>
                                        </p:attrNameLst>
                                      </p:cBhvr>
                                      <p:to>
                                        <p:strVal val="visible"/>
                                      </p:to>
                                    </p:set>
                                    <p:anim calcmode="lin" valueType="num">
                                      <p:cBhvr additive="base">
                                        <p:cTn dur="500"/>
                                        <p:tgtEl>
                                          <p:spTgt spid="284">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4">
                                            <p:txEl>
                                              <p:pRg end="4" st="4"/>
                                            </p:txEl>
                                          </p:spTgt>
                                        </p:tgtEl>
                                        <p:attrNameLst>
                                          <p:attrName>style.visibility</p:attrName>
                                        </p:attrNameLst>
                                      </p:cBhvr>
                                      <p:to>
                                        <p:strVal val="visible"/>
                                      </p:to>
                                    </p:set>
                                    <p:anim calcmode="lin" valueType="num">
                                      <p:cBhvr additive="base">
                                        <p:cTn dur="500"/>
                                        <p:tgtEl>
                                          <p:spTgt spid="284">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9"/>
          <p:cNvSpPr txBox="1"/>
          <p:nvPr>
            <p:ph type="title"/>
          </p:nvPr>
        </p:nvSpPr>
        <p:spPr>
          <a:xfrm>
            <a:off x="685800" y="609600"/>
            <a:ext cx="7764600" cy="1325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t/>
            </a:r>
            <a:endParaRPr/>
          </a:p>
        </p:txBody>
      </p:sp>
      <p:sp>
        <p:nvSpPr>
          <p:cNvPr id="291" name="Google Shape;291;p39"/>
          <p:cNvSpPr txBox="1"/>
          <p:nvPr>
            <p:ph idx="1" type="body"/>
          </p:nvPr>
        </p:nvSpPr>
        <p:spPr>
          <a:xfrm>
            <a:off x="685800" y="2095500"/>
            <a:ext cx="7764600" cy="36957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t/>
            </a:r>
            <a:endParaRPr/>
          </a:p>
        </p:txBody>
      </p:sp>
      <p:pic>
        <p:nvPicPr>
          <p:cNvPr id="292" name="Google Shape;292;p39"/>
          <p:cNvPicPr preferRelativeResize="0"/>
          <p:nvPr/>
        </p:nvPicPr>
        <p:blipFill>
          <a:blip r:embed="rId3">
            <a:alphaModFix/>
          </a:blip>
          <a:stretch>
            <a:fillRect/>
          </a:stretch>
        </p:blipFill>
        <p:spPr>
          <a:xfrm>
            <a:off x="571500" y="1324300"/>
            <a:ext cx="8001000" cy="46672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0"/>
          <p:cNvSpPr txBox="1"/>
          <p:nvPr>
            <p:ph type="title"/>
          </p:nvPr>
        </p:nvSpPr>
        <p:spPr>
          <a:xfrm>
            <a:off x="685800" y="293775"/>
            <a:ext cx="7764600" cy="13257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lang="en-US"/>
              <a:t>Photosynthesis and Cellular Respiration</a:t>
            </a:r>
            <a:endParaRPr/>
          </a:p>
        </p:txBody>
      </p:sp>
      <p:sp>
        <p:nvSpPr>
          <p:cNvPr id="299" name="Google Shape;299;p40"/>
          <p:cNvSpPr txBox="1"/>
          <p:nvPr>
            <p:ph idx="1" type="body"/>
          </p:nvPr>
        </p:nvSpPr>
        <p:spPr>
          <a:xfrm>
            <a:off x="286250" y="1581150"/>
            <a:ext cx="8445900" cy="4431000"/>
          </a:xfrm>
          <a:prstGeom prst="rect">
            <a:avLst/>
          </a:prstGeom>
        </p:spPr>
        <p:txBody>
          <a:bodyPr anchorCtr="0" anchor="t" bIns="45700" lIns="91425" spcFirstLastPara="1" rIns="91425" wrap="square" tIns="45700">
            <a:noAutofit/>
          </a:bodyPr>
          <a:lstStyle/>
          <a:p>
            <a:pPr indent="-387350" lvl="0" marL="457200" rtl="0" algn="l">
              <a:lnSpc>
                <a:spcPct val="115000"/>
              </a:lnSpc>
              <a:spcBef>
                <a:spcPts val="0"/>
              </a:spcBef>
              <a:spcAft>
                <a:spcPts val="0"/>
              </a:spcAft>
              <a:buClr>
                <a:srgbClr val="FFFFFF"/>
              </a:buClr>
              <a:buSzPts val="2500"/>
              <a:buChar char="•"/>
            </a:pPr>
            <a:r>
              <a:rPr b="1" lang="en-US" sz="2500">
                <a:solidFill>
                  <a:srgbClr val="FFFFFF"/>
                </a:solidFill>
                <a:latin typeface="Arial"/>
                <a:ea typeface="Arial"/>
                <a:cs typeface="Arial"/>
                <a:sym typeface="Arial"/>
              </a:rPr>
              <a:t>Energy passes through an ecosystem in a food chain from one trophic level to another</a:t>
            </a:r>
            <a:endParaRPr b="1" sz="2500">
              <a:solidFill>
                <a:srgbClr val="FFFFFF"/>
              </a:solidFill>
              <a:latin typeface="Arial"/>
              <a:ea typeface="Arial"/>
              <a:cs typeface="Arial"/>
              <a:sym typeface="Arial"/>
            </a:endParaRPr>
          </a:p>
          <a:p>
            <a:pPr indent="-387350" lvl="0" marL="457200" rtl="0" algn="l">
              <a:lnSpc>
                <a:spcPct val="115000"/>
              </a:lnSpc>
              <a:spcBef>
                <a:spcPts val="0"/>
              </a:spcBef>
              <a:spcAft>
                <a:spcPts val="0"/>
              </a:spcAft>
              <a:buClr>
                <a:srgbClr val="FFFFFF"/>
              </a:buClr>
              <a:buSzPts val="2500"/>
              <a:buChar char="•"/>
            </a:pPr>
            <a:r>
              <a:rPr lang="en-US" sz="2500">
                <a:solidFill>
                  <a:srgbClr val="FFFFFF"/>
                </a:solidFill>
                <a:latin typeface="Arial"/>
                <a:ea typeface="Arial"/>
                <a:cs typeface="Arial"/>
                <a:sym typeface="Arial"/>
              </a:rPr>
              <a:t>Producer</a:t>
            </a:r>
            <a:endParaRPr sz="2500">
              <a:solidFill>
                <a:srgbClr val="FFFFFF"/>
              </a:solidFill>
              <a:latin typeface="Arial"/>
              <a:ea typeface="Arial"/>
              <a:cs typeface="Arial"/>
              <a:sym typeface="Arial"/>
            </a:endParaRPr>
          </a:p>
          <a:p>
            <a:pPr indent="-387350" lvl="1" marL="914400" rtl="0" algn="l">
              <a:lnSpc>
                <a:spcPct val="115000"/>
              </a:lnSpc>
              <a:spcBef>
                <a:spcPts val="0"/>
              </a:spcBef>
              <a:spcAft>
                <a:spcPts val="0"/>
              </a:spcAft>
              <a:buClr>
                <a:srgbClr val="FFFFFF"/>
              </a:buClr>
              <a:buSzPts val="2500"/>
              <a:buChar char="•"/>
            </a:pPr>
            <a:r>
              <a:rPr lang="en-US" sz="2500">
                <a:solidFill>
                  <a:srgbClr val="FFFFFF"/>
                </a:solidFill>
                <a:latin typeface="Arial"/>
                <a:ea typeface="Arial"/>
                <a:cs typeface="Arial"/>
                <a:sym typeface="Arial"/>
              </a:rPr>
              <a:t>Converts </a:t>
            </a:r>
            <a:r>
              <a:rPr lang="en-US" sz="2500" u="sng">
                <a:solidFill>
                  <a:srgbClr val="FFFFFF"/>
                </a:solidFill>
                <a:latin typeface="Arial"/>
                <a:ea typeface="Arial"/>
                <a:cs typeface="Arial"/>
                <a:sym typeface="Arial"/>
              </a:rPr>
              <a:t>light energy</a:t>
            </a:r>
            <a:r>
              <a:rPr lang="en-US" sz="2500">
                <a:solidFill>
                  <a:srgbClr val="FFFFFF"/>
                </a:solidFill>
                <a:latin typeface="Arial"/>
                <a:ea typeface="Arial"/>
                <a:cs typeface="Arial"/>
                <a:sym typeface="Arial"/>
              </a:rPr>
              <a:t> into </a:t>
            </a:r>
            <a:r>
              <a:rPr lang="en-US" sz="2500" u="sng">
                <a:solidFill>
                  <a:srgbClr val="FFFFFF"/>
                </a:solidFill>
                <a:latin typeface="Arial"/>
                <a:ea typeface="Arial"/>
                <a:cs typeface="Arial"/>
                <a:sym typeface="Arial"/>
              </a:rPr>
              <a:t>chemical energy</a:t>
            </a:r>
            <a:r>
              <a:rPr lang="en-US" sz="2500">
                <a:solidFill>
                  <a:srgbClr val="FFFFFF"/>
                </a:solidFill>
                <a:latin typeface="Arial"/>
                <a:ea typeface="Arial"/>
                <a:cs typeface="Arial"/>
                <a:sym typeface="Arial"/>
              </a:rPr>
              <a:t> through </a:t>
            </a:r>
            <a:r>
              <a:rPr lang="en-US" sz="2500" u="sng">
                <a:solidFill>
                  <a:srgbClr val="FFFFFF"/>
                </a:solidFill>
                <a:latin typeface="Arial"/>
                <a:ea typeface="Arial"/>
                <a:cs typeface="Arial"/>
                <a:sym typeface="Arial"/>
              </a:rPr>
              <a:t>photosynthesis</a:t>
            </a:r>
            <a:endParaRPr sz="2500" u="sng">
              <a:solidFill>
                <a:srgbClr val="FFFFFF"/>
              </a:solidFill>
              <a:latin typeface="Arial"/>
              <a:ea typeface="Arial"/>
              <a:cs typeface="Arial"/>
              <a:sym typeface="Arial"/>
            </a:endParaRPr>
          </a:p>
          <a:p>
            <a:pPr indent="-387350" lvl="1" marL="914400" rtl="0" algn="l">
              <a:lnSpc>
                <a:spcPct val="115000"/>
              </a:lnSpc>
              <a:spcBef>
                <a:spcPts val="0"/>
              </a:spcBef>
              <a:spcAft>
                <a:spcPts val="0"/>
              </a:spcAft>
              <a:buClr>
                <a:srgbClr val="FFFFFF"/>
              </a:buClr>
              <a:buSzPts val="2500"/>
              <a:buChar char="•"/>
            </a:pPr>
            <a:r>
              <a:rPr lang="en-US" sz="2500">
                <a:solidFill>
                  <a:srgbClr val="FFFFFF"/>
                </a:solidFill>
                <a:latin typeface="Arial"/>
                <a:ea typeface="Arial"/>
                <a:cs typeface="Arial"/>
                <a:sym typeface="Arial"/>
              </a:rPr>
              <a:t>Energy is stored in the chemical bonds of molecules</a:t>
            </a:r>
            <a:endParaRPr sz="2500">
              <a:solidFill>
                <a:srgbClr val="FFFFFF"/>
              </a:solidFill>
              <a:latin typeface="Arial"/>
              <a:ea typeface="Arial"/>
              <a:cs typeface="Arial"/>
              <a:sym typeface="Arial"/>
            </a:endParaRPr>
          </a:p>
          <a:p>
            <a:pPr indent="-387350" lvl="0" marL="457200" rtl="0" algn="l">
              <a:lnSpc>
                <a:spcPct val="115000"/>
              </a:lnSpc>
              <a:spcBef>
                <a:spcPts val="0"/>
              </a:spcBef>
              <a:spcAft>
                <a:spcPts val="0"/>
              </a:spcAft>
              <a:buClr>
                <a:srgbClr val="FFFFFF"/>
              </a:buClr>
              <a:buSzPts val="2500"/>
              <a:buChar char="•"/>
            </a:pPr>
            <a:r>
              <a:rPr lang="en-US" sz="2500">
                <a:solidFill>
                  <a:srgbClr val="FFFFFF"/>
                </a:solidFill>
                <a:latin typeface="Arial"/>
                <a:ea typeface="Arial"/>
                <a:cs typeface="Arial"/>
                <a:sym typeface="Arial"/>
              </a:rPr>
              <a:t>Consumers</a:t>
            </a:r>
            <a:endParaRPr sz="2500">
              <a:solidFill>
                <a:srgbClr val="FFFFFF"/>
              </a:solidFill>
              <a:latin typeface="Arial"/>
              <a:ea typeface="Arial"/>
              <a:cs typeface="Arial"/>
              <a:sym typeface="Arial"/>
            </a:endParaRPr>
          </a:p>
          <a:p>
            <a:pPr indent="-387350" lvl="1" marL="914400" rtl="0" algn="l">
              <a:lnSpc>
                <a:spcPct val="115000"/>
              </a:lnSpc>
              <a:spcBef>
                <a:spcPts val="0"/>
              </a:spcBef>
              <a:spcAft>
                <a:spcPts val="0"/>
              </a:spcAft>
              <a:buClr>
                <a:srgbClr val="FFFFFF"/>
              </a:buClr>
              <a:buSzPts val="2500"/>
              <a:buChar char="•"/>
            </a:pPr>
            <a:r>
              <a:rPr lang="en-US" sz="2500">
                <a:solidFill>
                  <a:srgbClr val="FFFFFF"/>
                </a:solidFill>
                <a:latin typeface="Arial"/>
                <a:ea typeface="Arial"/>
                <a:cs typeface="Arial"/>
                <a:sym typeface="Arial"/>
              </a:rPr>
              <a:t>Convert the food they eat into energy (ATP) through </a:t>
            </a:r>
            <a:r>
              <a:rPr lang="en-US" sz="2500" u="sng">
                <a:solidFill>
                  <a:srgbClr val="FFFFFF"/>
                </a:solidFill>
                <a:latin typeface="Arial"/>
                <a:ea typeface="Arial"/>
                <a:cs typeface="Arial"/>
                <a:sym typeface="Arial"/>
              </a:rPr>
              <a:t>cellular respiration</a:t>
            </a:r>
            <a:r>
              <a:rPr lang="en-US" sz="2500">
                <a:solidFill>
                  <a:srgbClr val="FFFFFF"/>
                </a:solidFill>
                <a:latin typeface="Arial"/>
                <a:ea typeface="Arial"/>
                <a:cs typeface="Arial"/>
                <a:sym typeface="Arial"/>
              </a:rPr>
              <a:t>. </a:t>
            </a:r>
            <a:endParaRPr sz="2500">
              <a:solidFill>
                <a:srgbClr val="FFFFFF"/>
              </a:solidFill>
              <a:latin typeface="Arial"/>
              <a:ea typeface="Arial"/>
              <a:cs typeface="Arial"/>
              <a:sym typeface="Arial"/>
            </a:endParaRPr>
          </a:p>
          <a:p>
            <a:pPr indent="0" lvl="0" marL="0" rtl="0" algn="l">
              <a:lnSpc>
                <a:spcPct val="115000"/>
              </a:lnSpc>
              <a:spcBef>
                <a:spcPts val="0"/>
              </a:spcBef>
              <a:spcAft>
                <a:spcPts val="0"/>
              </a:spcAft>
              <a:buNone/>
            </a:pPr>
            <a:r>
              <a:t/>
            </a:r>
            <a:endParaRPr sz="2500">
              <a:solidFill>
                <a:srgbClr val="FFFFFF"/>
              </a:solidFill>
              <a:latin typeface="Arial"/>
              <a:ea typeface="Arial"/>
              <a:cs typeface="Arial"/>
              <a:sym typeface="Arial"/>
            </a:endParaRPr>
          </a:p>
          <a:p>
            <a:pPr indent="457200" lvl="0" marL="0" rtl="0" algn="l">
              <a:lnSpc>
                <a:spcPct val="115000"/>
              </a:lnSpc>
              <a:spcBef>
                <a:spcPts val="0"/>
              </a:spcBef>
              <a:spcAft>
                <a:spcPts val="0"/>
              </a:spcAft>
              <a:buNone/>
            </a:pPr>
            <a:r>
              <a:rPr lang="en-US" sz="2500">
                <a:solidFill>
                  <a:srgbClr val="FFFFFF"/>
                </a:solidFill>
                <a:latin typeface="Arial"/>
                <a:ea typeface="Arial"/>
                <a:cs typeface="Arial"/>
                <a:sym typeface="Arial"/>
              </a:rPr>
              <a:t> </a:t>
            </a:r>
            <a:r>
              <a:rPr b="1" lang="en-US" sz="2500">
                <a:solidFill>
                  <a:srgbClr val="FFFF00"/>
                </a:solidFill>
                <a:latin typeface="Arial"/>
                <a:ea typeface="Arial"/>
                <a:cs typeface="Arial"/>
                <a:sym typeface="Arial"/>
              </a:rPr>
              <a:t>** ALL living things do cellular respiration **</a:t>
            </a:r>
            <a:endParaRPr sz="2500">
              <a:solidFill>
                <a:srgbClr val="FFFFFF"/>
              </a:solidFill>
              <a:latin typeface="Arial"/>
              <a:ea typeface="Arial"/>
              <a:cs typeface="Arial"/>
              <a:sym typeface="Arial"/>
            </a:endParaRPr>
          </a:p>
          <a:p>
            <a:pPr indent="0" lvl="0" marL="0" rtl="0" algn="l">
              <a:spcBef>
                <a:spcPts val="1000"/>
              </a:spcBef>
              <a:spcAft>
                <a:spcPts val="0"/>
              </a:spcAft>
              <a:buNone/>
            </a:pPr>
            <a:r>
              <a:t/>
            </a:r>
            <a:endParaRPr sz="2500">
              <a:solidFill>
                <a:srgbClr val="FFFF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xEl>
                                              <p:pRg end="0" st="0"/>
                                            </p:txEl>
                                          </p:spTgt>
                                        </p:tgtEl>
                                        <p:attrNameLst>
                                          <p:attrName>style.visibility</p:attrName>
                                        </p:attrNameLst>
                                      </p:cBhvr>
                                      <p:to>
                                        <p:strVal val="visible"/>
                                      </p:to>
                                    </p:set>
                                    <p:animEffect filter="fade" transition="in">
                                      <p:cBhvr>
                                        <p:cTn dur="1000"/>
                                        <p:tgtEl>
                                          <p:spTgt spid="29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xEl>
                                              <p:pRg end="1" st="1"/>
                                            </p:txEl>
                                          </p:spTgt>
                                        </p:tgtEl>
                                        <p:attrNameLst>
                                          <p:attrName>style.visibility</p:attrName>
                                        </p:attrNameLst>
                                      </p:cBhvr>
                                      <p:to>
                                        <p:strVal val="visible"/>
                                      </p:to>
                                    </p:set>
                                    <p:animEffect filter="fade" transition="in">
                                      <p:cBhvr>
                                        <p:cTn dur="1000"/>
                                        <p:tgtEl>
                                          <p:spTgt spid="29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xEl>
                                              <p:pRg end="2" st="2"/>
                                            </p:txEl>
                                          </p:spTgt>
                                        </p:tgtEl>
                                        <p:attrNameLst>
                                          <p:attrName>style.visibility</p:attrName>
                                        </p:attrNameLst>
                                      </p:cBhvr>
                                      <p:to>
                                        <p:strVal val="visible"/>
                                      </p:to>
                                    </p:set>
                                    <p:animEffect filter="fade" transition="in">
                                      <p:cBhvr>
                                        <p:cTn dur="1000"/>
                                        <p:tgtEl>
                                          <p:spTgt spid="29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xEl>
                                              <p:pRg end="3" st="3"/>
                                            </p:txEl>
                                          </p:spTgt>
                                        </p:tgtEl>
                                        <p:attrNameLst>
                                          <p:attrName>style.visibility</p:attrName>
                                        </p:attrNameLst>
                                      </p:cBhvr>
                                      <p:to>
                                        <p:strVal val="visible"/>
                                      </p:to>
                                    </p:set>
                                    <p:animEffect filter="fade" transition="in">
                                      <p:cBhvr>
                                        <p:cTn dur="1000"/>
                                        <p:tgtEl>
                                          <p:spTgt spid="29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xEl>
                                              <p:pRg end="4" st="4"/>
                                            </p:txEl>
                                          </p:spTgt>
                                        </p:tgtEl>
                                        <p:attrNameLst>
                                          <p:attrName>style.visibility</p:attrName>
                                        </p:attrNameLst>
                                      </p:cBhvr>
                                      <p:to>
                                        <p:strVal val="visible"/>
                                      </p:to>
                                    </p:set>
                                    <p:animEffect filter="fade" transition="in">
                                      <p:cBhvr>
                                        <p:cTn dur="1000"/>
                                        <p:tgtEl>
                                          <p:spTgt spid="29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xEl>
                                              <p:pRg end="5" st="5"/>
                                            </p:txEl>
                                          </p:spTgt>
                                        </p:tgtEl>
                                        <p:attrNameLst>
                                          <p:attrName>style.visibility</p:attrName>
                                        </p:attrNameLst>
                                      </p:cBhvr>
                                      <p:to>
                                        <p:strVal val="visible"/>
                                      </p:to>
                                    </p:set>
                                    <p:animEffect filter="fade" transition="in">
                                      <p:cBhvr>
                                        <p:cTn dur="1000"/>
                                        <p:tgtEl>
                                          <p:spTgt spid="29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xEl>
                                              <p:pRg end="6" st="6"/>
                                            </p:txEl>
                                          </p:spTgt>
                                        </p:tgtEl>
                                        <p:attrNameLst>
                                          <p:attrName>style.visibility</p:attrName>
                                        </p:attrNameLst>
                                      </p:cBhvr>
                                      <p:to>
                                        <p:strVal val="visible"/>
                                      </p:to>
                                    </p:set>
                                    <p:animEffect filter="fade" transition="in">
                                      <p:cBhvr>
                                        <p:cTn dur="1000"/>
                                        <p:tgtEl>
                                          <p:spTgt spid="29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xEl>
                                              <p:pRg end="7" st="7"/>
                                            </p:txEl>
                                          </p:spTgt>
                                        </p:tgtEl>
                                        <p:attrNameLst>
                                          <p:attrName>style.visibility</p:attrName>
                                        </p:attrNameLst>
                                      </p:cBhvr>
                                      <p:to>
                                        <p:strVal val="visible"/>
                                      </p:to>
                                    </p:set>
                                    <p:animEffect filter="fade" transition="in">
                                      <p:cBhvr>
                                        <p:cTn dur="1000"/>
                                        <p:tgtEl>
                                          <p:spTgt spid="29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xEl>
                                              <p:pRg end="8" st="8"/>
                                            </p:txEl>
                                          </p:spTgt>
                                        </p:tgtEl>
                                        <p:attrNameLst>
                                          <p:attrName>style.visibility</p:attrName>
                                        </p:attrNameLst>
                                      </p:cBhvr>
                                      <p:to>
                                        <p:strVal val="visible"/>
                                      </p:to>
                                    </p:set>
                                    <p:animEffect filter="fade" transition="in">
                                      <p:cBhvr>
                                        <p:cTn dur="1000"/>
                                        <p:tgtEl>
                                          <p:spTgt spid="299">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1"/>
          <p:cNvSpPr txBox="1"/>
          <p:nvPr>
            <p:ph type="title"/>
          </p:nvPr>
        </p:nvSpPr>
        <p:spPr>
          <a:xfrm>
            <a:off x="456600" y="305050"/>
            <a:ext cx="8230800" cy="11430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400"/>
              <a:buNone/>
            </a:pPr>
            <a:r>
              <a:rPr lang="en-US"/>
              <a:t>What is wrong with this food chain?</a:t>
            </a:r>
            <a:endParaRPr/>
          </a:p>
        </p:txBody>
      </p:sp>
      <p:sp>
        <p:nvSpPr>
          <p:cNvPr id="306" name="Google Shape;306;p41"/>
          <p:cNvSpPr txBox="1"/>
          <p:nvPr>
            <p:ph idx="1" type="body"/>
          </p:nvPr>
        </p:nvSpPr>
        <p:spPr>
          <a:xfrm>
            <a:off x="685800" y="1981200"/>
            <a:ext cx="7772400" cy="19812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1000"/>
              </a:spcBef>
              <a:spcAft>
                <a:spcPts val="0"/>
              </a:spcAft>
              <a:buSzPts val="1800"/>
              <a:buNone/>
            </a:pPr>
            <a:r>
              <a:t/>
            </a:r>
            <a:endParaRPr/>
          </a:p>
        </p:txBody>
      </p:sp>
      <p:sp>
        <p:nvSpPr>
          <p:cNvPr id="307" name="Google Shape;307;p41"/>
          <p:cNvSpPr txBox="1"/>
          <p:nvPr>
            <p:ph idx="2" type="body"/>
          </p:nvPr>
        </p:nvSpPr>
        <p:spPr>
          <a:xfrm>
            <a:off x="685800" y="4114800"/>
            <a:ext cx="7772400" cy="1981200"/>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1000"/>
              </a:spcBef>
              <a:spcAft>
                <a:spcPts val="0"/>
              </a:spcAft>
              <a:buSzPts val="1800"/>
              <a:buNone/>
            </a:pPr>
            <a:r>
              <a:t/>
            </a:r>
            <a:endParaRPr/>
          </a:p>
        </p:txBody>
      </p:sp>
      <p:pic>
        <p:nvPicPr>
          <p:cNvPr id="308" name="Google Shape;308;p41"/>
          <p:cNvPicPr preferRelativeResize="0"/>
          <p:nvPr/>
        </p:nvPicPr>
        <p:blipFill rotWithShape="1">
          <a:blip r:embed="rId3">
            <a:alphaModFix/>
          </a:blip>
          <a:srcRect b="0" l="0" r="0" t="0"/>
          <a:stretch/>
        </p:blipFill>
        <p:spPr>
          <a:xfrm>
            <a:off x="456588" y="1723700"/>
            <a:ext cx="8230826" cy="46298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2"/>
          <p:cNvSpPr txBox="1"/>
          <p:nvPr>
            <p:ph type="title"/>
          </p:nvPr>
        </p:nvSpPr>
        <p:spPr>
          <a:xfrm>
            <a:off x="685800" y="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lt1"/>
              </a:buClr>
              <a:buSzPts val="4200"/>
              <a:buFont typeface="Overlock"/>
              <a:buNone/>
            </a:pPr>
            <a:r>
              <a:rPr b="1" i="0" lang="en-US" sz="4200" u="none">
                <a:solidFill>
                  <a:schemeClr val="lt1"/>
                </a:solidFill>
                <a:latin typeface="Overlock"/>
                <a:ea typeface="Overlock"/>
                <a:cs typeface="Overlock"/>
                <a:sym typeface="Overlock"/>
              </a:rPr>
              <a:t>FOOD CHAIN</a:t>
            </a:r>
            <a:endParaRPr/>
          </a:p>
        </p:txBody>
      </p:sp>
      <p:sp>
        <p:nvSpPr>
          <p:cNvPr id="314" name="Google Shape;314;p42"/>
          <p:cNvSpPr txBox="1"/>
          <p:nvPr/>
        </p:nvSpPr>
        <p:spPr>
          <a:xfrm>
            <a:off x="1687350" y="968650"/>
            <a:ext cx="5769300" cy="523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800"/>
              <a:buFont typeface="Rockwell"/>
              <a:buNone/>
            </a:pPr>
            <a:r>
              <a:rPr b="0" i="0" lang="en-US" sz="2800" u="none" cap="none" strike="noStrike">
                <a:solidFill>
                  <a:schemeClr val="lt1"/>
                </a:solidFill>
                <a:latin typeface="Rockwell"/>
                <a:ea typeface="Rockwell"/>
                <a:cs typeface="Rockwell"/>
                <a:sym typeface="Rockwell"/>
              </a:rPr>
              <a:t>A food chain is simple and direct</a:t>
            </a:r>
            <a:endParaRPr b="0" i="0" sz="1400" u="none" cap="none" strike="noStrike">
              <a:solidFill>
                <a:srgbClr val="000000"/>
              </a:solidFill>
              <a:latin typeface="Arial"/>
              <a:ea typeface="Arial"/>
              <a:cs typeface="Arial"/>
              <a:sym typeface="Arial"/>
            </a:endParaRPr>
          </a:p>
        </p:txBody>
      </p:sp>
      <p:pic>
        <p:nvPicPr>
          <p:cNvPr id="315" name="Google Shape;315;p42"/>
          <p:cNvPicPr preferRelativeResize="0"/>
          <p:nvPr/>
        </p:nvPicPr>
        <p:blipFill rotWithShape="1">
          <a:blip r:embed="rId3">
            <a:alphaModFix/>
          </a:blip>
          <a:srcRect b="0" l="0" r="0" t="0"/>
          <a:stretch/>
        </p:blipFill>
        <p:spPr>
          <a:xfrm>
            <a:off x="456588" y="1723700"/>
            <a:ext cx="8230826" cy="4629850"/>
          </a:xfrm>
          <a:prstGeom prst="rect">
            <a:avLst/>
          </a:prstGeom>
          <a:noFill/>
          <a:ln>
            <a:noFill/>
          </a:ln>
        </p:spPr>
      </p:pic>
      <p:sp>
        <p:nvSpPr>
          <p:cNvPr id="316" name="Google Shape;316;p42"/>
          <p:cNvSpPr/>
          <p:nvPr/>
        </p:nvSpPr>
        <p:spPr>
          <a:xfrm>
            <a:off x="2060750" y="4969775"/>
            <a:ext cx="1869000" cy="1035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17" name="Google Shape;317;p42"/>
          <p:cNvPicPr preferRelativeResize="0"/>
          <p:nvPr/>
        </p:nvPicPr>
        <p:blipFill>
          <a:blip r:embed="rId4">
            <a:alphaModFix/>
          </a:blip>
          <a:stretch>
            <a:fillRect/>
          </a:stretch>
        </p:blipFill>
        <p:spPr>
          <a:xfrm rot="5399979">
            <a:off x="3379650" y="4663452"/>
            <a:ext cx="654750" cy="581996"/>
          </a:xfrm>
          <a:prstGeom prst="rect">
            <a:avLst/>
          </a:prstGeom>
          <a:noFill/>
          <a:ln>
            <a:noFill/>
          </a:ln>
        </p:spPr>
      </p:pic>
      <p:pic>
        <p:nvPicPr>
          <p:cNvPr id="318" name="Google Shape;318;p42"/>
          <p:cNvPicPr preferRelativeResize="0"/>
          <p:nvPr/>
        </p:nvPicPr>
        <p:blipFill>
          <a:blip r:embed="rId4">
            <a:alphaModFix/>
          </a:blip>
          <a:stretch>
            <a:fillRect/>
          </a:stretch>
        </p:blipFill>
        <p:spPr>
          <a:xfrm rot="6855794">
            <a:off x="4316762" y="4409241"/>
            <a:ext cx="722053" cy="641818"/>
          </a:xfrm>
          <a:prstGeom prst="rect">
            <a:avLst/>
          </a:prstGeom>
          <a:noFill/>
          <a:ln>
            <a:noFill/>
          </a:ln>
        </p:spPr>
      </p:pic>
      <p:pic>
        <p:nvPicPr>
          <p:cNvPr id="319" name="Google Shape;319;p42"/>
          <p:cNvPicPr preferRelativeResize="0"/>
          <p:nvPr/>
        </p:nvPicPr>
        <p:blipFill>
          <a:blip r:embed="rId4">
            <a:alphaModFix/>
          </a:blip>
          <a:stretch>
            <a:fillRect/>
          </a:stretch>
        </p:blipFill>
        <p:spPr>
          <a:xfrm rot="10125280">
            <a:off x="5662462" y="4633541"/>
            <a:ext cx="722053" cy="641818"/>
          </a:xfrm>
          <a:prstGeom prst="rect">
            <a:avLst/>
          </a:prstGeom>
          <a:noFill/>
          <a:ln>
            <a:noFill/>
          </a:ln>
        </p:spPr>
      </p:pic>
      <p:pic>
        <p:nvPicPr>
          <p:cNvPr id="320" name="Google Shape;320;p42"/>
          <p:cNvPicPr preferRelativeResize="0"/>
          <p:nvPr/>
        </p:nvPicPr>
        <p:blipFill>
          <a:blip r:embed="rId4">
            <a:alphaModFix/>
          </a:blip>
          <a:stretch>
            <a:fillRect/>
          </a:stretch>
        </p:blipFill>
        <p:spPr>
          <a:xfrm rot="4370239">
            <a:off x="2512940" y="4988729"/>
            <a:ext cx="964614" cy="857412"/>
          </a:xfrm>
          <a:prstGeom prst="rect">
            <a:avLst/>
          </a:prstGeom>
          <a:noFill/>
          <a:ln>
            <a:noFill/>
          </a:ln>
        </p:spPr>
      </p:pic>
      <p:pic>
        <p:nvPicPr>
          <p:cNvPr id="321" name="Google Shape;321;p42"/>
          <p:cNvPicPr preferRelativeResize="0"/>
          <p:nvPr/>
        </p:nvPicPr>
        <p:blipFill>
          <a:blip r:embed="rId4">
            <a:alphaModFix/>
          </a:blip>
          <a:stretch>
            <a:fillRect/>
          </a:stretch>
        </p:blipFill>
        <p:spPr>
          <a:xfrm rot="4977804">
            <a:off x="653115" y="3000292"/>
            <a:ext cx="964614" cy="857412"/>
          </a:xfrm>
          <a:prstGeom prst="rect">
            <a:avLst/>
          </a:prstGeom>
          <a:noFill/>
          <a:ln>
            <a:noFill/>
          </a:ln>
        </p:spPr>
      </p:pic>
      <p:pic>
        <p:nvPicPr>
          <p:cNvPr id="322" name="Google Shape;322;p42"/>
          <p:cNvPicPr preferRelativeResize="0"/>
          <p:nvPr/>
        </p:nvPicPr>
        <p:blipFill rotWithShape="1">
          <a:blip r:embed="rId5">
            <a:alphaModFix/>
          </a:blip>
          <a:srcRect b="8369" l="10451" r="12815" t="9978"/>
          <a:stretch/>
        </p:blipFill>
        <p:spPr>
          <a:xfrm>
            <a:off x="456600" y="2421950"/>
            <a:ext cx="723872" cy="7703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3"/>
          <p:cNvSpPr txBox="1"/>
          <p:nvPr>
            <p:ph type="title"/>
          </p:nvPr>
        </p:nvSpPr>
        <p:spPr>
          <a:xfrm>
            <a:off x="685800" y="2286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lt1"/>
              </a:buClr>
              <a:buSzPts val="4200"/>
              <a:buFont typeface="Overlock"/>
              <a:buNone/>
            </a:pPr>
            <a:r>
              <a:rPr b="1" i="0" lang="en-US" sz="4200" u="none">
                <a:solidFill>
                  <a:schemeClr val="lt1"/>
                </a:solidFill>
                <a:latin typeface="Overlock"/>
                <a:ea typeface="Overlock"/>
                <a:cs typeface="Overlock"/>
                <a:sym typeface="Overlock"/>
              </a:rPr>
              <a:t>FOOD WEB</a:t>
            </a:r>
            <a:endParaRPr/>
          </a:p>
        </p:txBody>
      </p:sp>
      <p:sp>
        <p:nvSpPr>
          <p:cNvPr id="328" name="Google Shape;328;p43"/>
          <p:cNvSpPr txBox="1"/>
          <p:nvPr>
            <p:ph idx="1" type="body"/>
          </p:nvPr>
        </p:nvSpPr>
        <p:spPr>
          <a:xfrm>
            <a:off x="381000" y="1219200"/>
            <a:ext cx="8458200" cy="5257800"/>
          </a:xfrm>
          <a:prstGeom prst="rect">
            <a:avLst/>
          </a:prstGeom>
          <a:noFill/>
          <a:ln>
            <a:noFill/>
          </a:ln>
        </p:spPr>
        <p:txBody>
          <a:bodyPr anchorCtr="0" anchor="t" bIns="45700" lIns="91425" spcFirstLastPara="1" rIns="91425" wrap="square" tIns="45700">
            <a:noAutofit/>
          </a:bodyPr>
          <a:lstStyle/>
          <a:p>
            <a:pPr indent="-438150" lvl="0" marL="457200" marR="0" rtl="0" algn="l">
              <a:lnSpc>
                <a:spcPct val="110000"/>
              </a:lnSpc>
              <a:spcBef>
                <a:spcPts val="0"/>
              </a:spcBef>
              <a:spcAft>
                <a:spcPts val="0"/>
              </a:spcAft>
              <a:buClr>
                <a:schemeClr val="lt1"/>
              </a:buClr>
              <a:buSzPts val="3300"/>
              <a:buFont typeface="Rockwell"/>
              <a:buChar char="•"/>
            </a:pPr>
            <a:r>
              <a:rPr b="0" i="0" lang="en-US" sz="3300" u="none">
                <a:solidFill>
                  <a:schemeClr val="lt1"/>
                </a:solidFill>
                <a:latin typeface="Rockwell"/>
                <a:ea typeface="Rockwell"/>
                <a:cs typeface="Rockwell"/>
                <a:sym typeface="Rockwell"/>
              </a:rPr>
              <a:t>Most organisms eat more than JUST one organism</a:t>
            </a:r>
            <a:endParaRPr/>
          </a:p>
          <a:p>
            <a:pPr indent="-19050" lvl="0" marL="228600" marR="0" rtl="0" algn="l">
              <a:lnSpc>
                <a:spcPct val="110000"/>
              </a:lnSpc>
              <a:spcBef>
                <a:spcPts val="1000"/>
              </a:spcBef>
              <a:spcAft>
                <a:spcPts val="0"/>
              </a:spcAft>
              <a:buClr>
                <a:schemeClr val="lt1"/>
              </a:buClr>
              <a:buSzPts val="3300"/>
              <a:buFont typeface="Arial"/>
              <a:buNone/>
            </a:pPr>
            <a:r>
              <a:t/>
            </a:r>
            <a:endParaRPr b="0" i="0" sz="3300" u="none">
              <a:solidFill>
                <a:schemeClr val="lt1"/>
              </a:solidFill>
              <a:latin typeface="Rockwell"/>
              <a:ea typeface="Rockwell"/>
              <a:cs typeface="Rockwell"/>
              <a:sym typeface="Rockwell"/>
            </a:endParaRPr>
          </a:p>
          <a:p>
            <a:pPr indent="-228600" lvl="0" marL="228600" marR="0" rtl="0" algn="l">
              <a:lnSpc>
                <a:spcPct val="110000"/>
              </a:lnSpc>
              <a:spcBef>
                <a:spcPts val="1000"/>
              </a:spcBef>
              <a:spcAft>
                <a:spcPts val="0"/>
              </a:spcAft>
              <a:buClr>
                <a:schemeClr val="lt1"/>
              </a:buClr>
              <a:buSzPts val="3300"/>
              <a:buFont typeface="Arial"/>
              <a:buChar char="•"/>
            </a:pPr>
            <a:r>
              <a:rPr b="0" i="0" lang="en-US" sz="3300" u="none">
                <a:solidFill>
                  <a:schemeClr val="lt1"/>
                </a:solidFill>
                <a:latin typeface="Rockwell"/>
                <a:ea typeface="Rockwell"/>
                <a:cs typeface="Rockwell"/>
                <a:sym typeface="Rockwell"/>
              </a:rPr>
              <a:t>When more organisms are involved it is known as a </a:t>
            </a:r>
            <a:r>
              <a:rPr b="1" i="0" lang="en-US" sz="3300" u="none">
                <a:solidFill>
                  <a:schemeClr val="lt1"/>
                </a:solidFill>
                <a:latin typeface="Rockwell"/>
                <a:ea typeface="Rockwell"/>
                <a:cs typeface="Rockwell"/>
                <a:sym typeface="Rockwell"/>
              </a:rPr>
              <a:t>FOOD WEB</a:t>
            </a:r>
            <a:endParaRPr/>
          </a:p>
          <a:p>
            <a:pPr indent="-19050" lvl="0" marL="228600" marR="0" rtl="0" algn="l">
              <a:lnSpc>
                <a:spcPct val="110000"/>
              </a:lnSpc>
              <a:spcBef>
                <a:spcPts val="1000"/>
              </a:spcBef>
              <a:spcAft>
                <a:spcPts val="0"/>
              </a:spcAft>
              <a:buClr>
                <a:schemeClr val="lt1"/>
              </a:buClr>
              <a:buSzPts val="3300"/>
              <a:buFont typeface="Arial"/>
              <a:buNone/>
            </a:pPr>
            <a:r>
              <a:t/>
            </a:r>
            <a:endParaRPr b="0" i="0" sz="3300" u="none">
              <a:solidFill>
                <a:schemeClr val="lt1"/>
              </a:solidFill>
              <a:latin typeface="Rockwell"/>
              <a:ea typeface="Rockwell"/>
              <a:cs typeface="Rockwell"/>
              <a:sym typeface="Rockwell"/>
            </a:endParaRPr>
          </a:p>
          <a:p>
            <a:pPr indent="-228600" lvl="0" marL="228600" marR="0" rtl="0" algn="l">
              <a:lnSpc>
                <a:spcPct val="110000"/>
              </a:lnSpc>
              <a:spcBef>
                <a:spcPts val="1000"/>
              </a:spcBef>
              <a:spcAft>
                <a:spcPts val="0"/>
              </a:spcAft>
              <a:buClr>
                <a:schemeClr val="lt1"/>
              </a:buClr>
              <a:buSzPts val="3300"/>
              <a:buFont typeface="Arial"/>
              <a:buChar char="•"/>
            </a:pPr>
            <a:r>
              <a:rPr b="0" i="0" lang="en-US" sz="3300" u="none">
                <a:solidFill>
                  <a:schemeClr val="lt1"/>
                </a:solidFill>
                <a:latin typeface="Rockwell"/>
                <a:ea typeface="Rockwell"/>
                <a:cs typeface="Rockwell"/>
                <a:sym typeface="Rockwell"/>
              </a:rPr>
              <a:t>Food webs are more complex and involve lots of organisms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8">
                                            <p:txEl>
                                              <p:pRg end="0" st="0"/>
                                            </p:txEl>
                                          </p:spTgt>
                                        </p:tgtEl>
                                        <p:attrNameLst>
                                          <p:attrName>style.visibility</p:attrName>
                                        </p:attrNameLst>
                                      </p:cBhvr>
                                      <p:to>
                                        <p:strVal val="visible"/>
                                      </p:to>
                                    </p:set>
                                    <p:animEffect filter="fade" transition="in">
                                      <p:cBhvr>
                                        <p:cTn dur="1000"/>
                                        <p:tgtEl>
                                          <p:spTgt spid="32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8">
                                            <p:txEl>
                                              <p:pRg end="1" st="1"/>
                                            </p:txEl>
                                          </p:spTgt>
                                        </p:tgtEl>
                                        <p:attrNameLst>
                                          <p:attrName>style.visibility</p:attrName>
                                        </p:attrNameLst>
                                      </p:cBhvr>
                                      <p:to>
                                        <p:strVal val="visible"/>
                                      </p:to>
                                    </p:set>
                                    <p:animEffect filter="fade" transition="in">
                                      <p:cBhvr>
                                        <p:cTn dur="1000"/>
                                        <p:tgtEl>
                                          <p:spTgt spid="32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8">
                                            <p:txEl>
                                              <p:pRg end="2" st="2"/>
                                            </p:txEl>
                                          </p:spTgt>
                                        </p:tgtEl>
                                        <p:attrNameLst>
                                          <p:attrName>style.visibility</p:attrName>
                                        </p:attrNameLst>
                                      </p:cBhvr>
                                      <p:to>
                                        <p:strVal val="visible"/>
                                      </p:to>
                                    </p:set>
                                    <p:animEffect filter="fade" transition="in">
                                      <p:cBhvr>
                                        <p:cTn dur="1000"/>
                                        <p:tgtEl>
                                          <p:spTgt spid="32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8">
                                            <p:txEl>
                                              <p:pRg end="3" st="3"/>
                                            </p:txEl>
                                          </p:spTgt>
                                        </p:tgtEl>
                                        <p:attrNameLst>
                                          <p:attrName>style.visibility</p:attrName>
                                        </p:attrNameLst>
                                      </p:cBhvr>
                                      <p:to>
                                        <p:strVal val="visible"/>
                                      </p:to>
                                    </p:set>
                                    <p:animEffect filter="fade" transition="in">
                                      <p:cBhvr>
                                        <p:cTn dur="1000"/>
                                        <p:tgtEl>
                                          <p:spTgt spid="32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8">
                                            <p:txEl>
                                              <p:pRg end="4" st="4"/>
                                            </p:txEl>
                                          </p:spTgt>
                                        </p:tgtEl>
                                        <p:attrNameLst>
                                          <p:attrName>style.visibility</p:attrName>
                                        </p:attrNameLst>
                                      </p:cBhvr>
                                      <p:to>
                                        <p:strVal val="visible"/>
                                      </p:to>
                                    </p:set>
                                    <p:animEffect filter="fade" transition="in">
                                      <p:cBhvr>
                                        <p:cTn dur="1000"/>
                                        <p:tgtEl>
                                          <p:spTgt spid="328">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4"/>
          <p:cNvSpPr txBox="1"/>
          <p:nvPr>
            <p:ph type="title"/>
          </p:nvPr>
        </p:nvSpPr>
        <p:spPr>
          <a:xfrm>
            <a:off x="609600" y="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lt1"/>
              </a:buClr>
              <a:buSzPts val="3400"/>
              <a:buFont typeface="Bookman Old Style"/>
              <a:buNone/>
            </a:pPr>
            <a:r>
              <a:rPr b="1" i="0" lang="en-US" sz="3400" u="none">
                <a:solidFill>
                  <a:schemeClr val="lt1"/>
                </a:solidFill>
                <a:latin typeface="Bookman Old Style"/>
                <a:ea typeface="Bookman Old Style"/>
                <a:cs typeface="Bookman Old Style"/>
                <a:sym typeface="Bookman Old Style"/>
              </a:rPr>
              <a:t>FOOD WEB</a:t>
            </a:r>
            <a:endParaRPr/>
          </a:p>
        </p:txBody>
      </p:sp>
      <p:pic>
        <p:nvPicPr>
          <p:cNvPr descr="http://king.portlandschools.org/files/houses/y2/animalmaineia/files/species/wfrogkm/foodweb/foodwebexample.gif" id="334" name="Google Shape;334;p44"/>
          <p:cNvPicPr preferRelativeResize="0"/>
          <p:nvPr/>
        </p:nvPicPr>
        <p:blipFill rotWithShape="1">
          <a:blip r:embed="rId3">
            <a:alphaModFix/>
          </a:blip>
          <a:srcRect b="0" l="0" r="0" t="0"/>
          <a:stretch/>
        </p:blipFill>
        <p:spPr>
          <a:xfrm>
            <a:off x="990600" y="1066800"/>
            <a:ext cx="7162800" cy="5551487"/>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45"/>
          <p:cNvSpPr txBox="1"/>
          <p:nvPr>
            <p:ph type="title"/>
          </p:nvPr>
        </p:nvSpPr>
        <p:spPr>
          <a:xfrm>
            <a:off x="685800" y="152400"/>
            <a:ext cx="7772400" cy="11430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lt1"/>
              </a:buClr>
              <a:buSzPts val="4200"/>
              <a:buFont typeface="Overlock"/>
              <a:buNone/>
            </a:pPr>
            <a:r>
              <a:rPr b="1" i="0" lang="en-US" sz="4200" u="none">
                <a:solidFill>
                  <a:schemeClr val="lt1"/>
                </a:solidFill>
                <a:latin typeface="Overlock"/>
                <a:ea typeface="Overlock"/>
                <a:cs typeface="Overlock"/>
                <a:sym typeface="Overlock"/>
              </a:rPr>
              <a:t>FOOD WEB</a:t>
            </a:r>
            <a:endParaRPr/>
          </a:p>
        </p:txBody>
      </p:sp>
      <p:sp>
        <p:nvSpPr>
          <p:cNvPr id="340" name="Google Shape;340;p45"/>
          <p:cNvSpPr txBox="1"/>
          <p:nvPr>
            <p:ph idx="1" type="body"/>
          </p:nvPr>
        </p:nvSpPr>
        <p:spPr>
          <a:xfrm>
            <a:off x="533400" y="1219200"/>
            <a:ext cx="8347800" cy="4876800"/>
          </a:xfrm>
          <a:prstGeom prst="rect">
            <a:avLst/>
          </a:prstGeom>
          <a:noFill/>
          <a:ln cap="flat" cmpd="sng" w="952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228600" lvl="0" marL="228600" marR="0" rtl="0" algn="l">
              <a:lnSpc>
                <a:spcPct val="120000"/>
              </a:lnSpc>
              <a:spcBef>
                <a:spcPts val="0"/>
              </a:spcBef>
              <a:spcAft>
                <a:spcPts val="0"/>
              </a:spcAft>
              <a:buClr>
                <a:schemeClr val="lt1"/>
              </a:buClr>
              <a:buSzPts val="4400"/>
              <a:buFont typeface="Arial"/>
              <a:buChar char="•"/>
            </a:pPr>
            <a:r>
              <a:rPr b="0" i="0" lang="en-US" sz="4400" u="none">
                <a:solidFill>
                  <a:schemeClr val="lt1"/>
                </a:solidFill>
                <a:latin typeface="Rockwell"/>
                <a:ea typeface="Rockwell"/>
                <a:cs typeface="Rockwell"/>
                <a:sym typeface="Rockwell"/>
              </a:rPr>
              <a:t>Notice that the direction the arrow points </a:t>
            </a:r>
            <a:r>
              <a:rPr lang="en-US" sz="4400"/>
              <a:t>     </a:t>
            </a:r>
            <a:r>
              <a:rPr b="0" i="0" lang="en-US" sz="4400" u="none">
                <a:solidFill>
                  <a:schemeClr val="lt1"/>
                </a:solidFill>
                <a:latin typeface="Rockwell"/>
                <a:ea typeface="Rockwell"/>
                <a:cs typeface="Rockwell"/>
                <a:sym typeface="Rockwell"/>
              </a:rPr>
              <a:t> is the </a:t>
            </a:r>
            <a:r>
              <a:rPr b="0" i="0" lang="en-US" sz="4400" u="none">
                <a:solidFill>
                  <a:srgbClr val="FFFF00"/>
                </a:solidFill>
                <a:latin typeface="Rockwell"/>
                <a:ea typeface="Rockwell"/>
                <a:cs typeface="Rockwell"/>
                <a:sym typeface="Rockwell"/>
              </a:rPr>
              <a:t>direction of the</a:t>
            </a:r>
            <a:r>
              <a:rPr b="0" i="0" lang="en-US" sz="4400" u="none">
                <a:solidFill>
                  <a:schemeClr val="lt1"/>
                </a:solidFill>
                <a:latin typeface="Rockwell"/>
                <a:ea typeface="Rockwell"/>
                <a:cs typeface="Rockwell"/>
                <a:sym typeface="Rockwell"/>
              </a:rPr>
              <a:t> </a:t>
            </a:r>
            <a:r>
              <a:rPr b="0" i="0" lang="en-US" sz="4400" u="none">
                <a:solidFill>
                  <a:srgbClr val="FFFF00"/>
                </a:solidFill>
                <a:latin typeface="Rockwell"/>
                <a:ea typeface="Rockwell"/>
                <a:cs typeface="Rockwell"/>
                <a:sym typeface="Rockwell"/>
              </a:rPr>
              <a:t>energy transfer</a:t>
            </a:r>
            <a:r>
              <a:rPr b="0" i="0" lang="en-US" sz="4400" u="none">
                <a:solidFill>
                  <a:schemeClr val="lt1"/>
                </a:solidFill>
                <a:latin typeface="Rockwell"/>
                <a:ea typeface="Rockwell"/>
                <a:cs typeface="Rockwell"/>
                <a:sym typeface="Rockwell"/>
              </a:rPr>
              <a:t>, NOT “what ate what”</a:t>
            </a:r>
            <a:endParaRPr/>
          </a:p>
        </p:txBody>
      </p:sp>
      <p:sp>
        <p:nvSpPr>
          <p:cNvPr id="341" name="Google Shape;341;p45"/>
          <p:cNvSpPr/>
          <p:nvPr/>
        </p:nvSpPr>
        <p:spPr>
          <a:xfrm>
            <a:off x="4293600" y="2172325"/>
            <a:ext cx="556800" cy="4302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amask">
  <a:themeElements>
    <a:clrScheme name="Damask">
      <a:dk1>
        <a:srgbClr val="000000"/>
      </a:dk1>
      <a:lt1>
        <a:srgbClr val="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